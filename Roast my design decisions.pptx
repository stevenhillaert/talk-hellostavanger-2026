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webextensions/webextension3.xml" ContentType="application/vnd.ms-office.webextension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webextensions/webextension4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5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webextensions/webextension6.xml" ContentType="application/vnd.ms-office.webextension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5" r:id="rId2"/>
    <p:sldMasterId id="2147483731" r:id="rId3"/>
    <p:sldMasterId id="2147483738" r:id="rId4"/>
  </p:sldMasterIdLst>
  <p:notesMasterIdLst>
    <p:notesMasterId r:id="rId43"/>
  </p:notesMasterIdLst>
  <p:sldIdLst>
    <p:sldId id="267" r:id="rId5"/>
    <p:sldId id="301" r:id="rId6"/>
    <p:sldId id="304" r:id="rId7"/>
    <p:sldId id="266" r:id="rId8"/>
    <p:sldId id="261" r:id="rId9"/>
    <p:sldId id="259" r:id="rId10"/>
    <p:sldId id="269" r:id="rId11"/>
    <p:sldId id="265" r:id="rId12"/>
    <p:sldId id="262" r:id="rId13"/>
    <p:sldId id="302" r:id="rId14"/>
    <p:sldId id="264" r:id="rId15"/>
    <p:sldId id="303" r:id="rId16"/>
    <p:sldId id="280" r:id="rId17"/>
    <p:sldId id="275" r:id="rId18"/>
    <p:sldId id="276" r:id="rId19"/>
    <p:sldId id="277" r:id="rId20"/>
    <p:sldId id="278" r:id="rId21"/>
    <p:sldId id="305" r:id="rId22"/>
    <p:sldId id="279" r:id="rId23"/>
    <p:sldId id="286" r:id="rId24"/>
    <p:sldId id="260" r:id="rId25"/>
    <p:sldId id="282" r:id="rId26"/>
    <p:sldId id="283" r:id="rId27"/>
    <p:sldId id="284" r:id="rId28"/>
    <p:sldId id="281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4" r:id="rId37"/>
    <p:sldId id="295" r:id="rId38"/>
    <p:sldId id="296" r:id="rId39"/>
    <p:sldId id="298" r:id="rId40"/>
    <p:sldId id="258" r:id="rId41"/>
    <p:sldId id="268" r:id="rId4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ection" id="{53EEFE39-B25C-4A92-AA8F-A5A1068AD8F7}">
          <p14:sldIdLst>
            <p14:sldId id="267"/>
            <p14:sldId id="301"/>
            <p14:sldId id="304"/>
          </p14:sldIdLst>
        </p14:section>
        <p14:section name="Introduction" id="{A9CEDC04-48D7-4808-B1AE-70DFF1512656}">
          <p14:sldIdLst>
            <p14:sldId id="266"/>
          </p14:sldIdLst>
        </p14:section>
        <p14:section name="use case 1" id="{BCC1FE19-4B2B-4753-974A-BCF55530B127}">
          <p14:sldIdLst>
            <p14:sldId id="261"/>
            <p14:sldId id="259"/>
            <p14:sldId id="269"/>
            <p14:sldId id="265"/>
            <p14:sldId id="262"/>
            <p14:sldId id="302"/>
            <p14:sldId id="264"/>
            <p14:sldId id="303"/>
            <p14:sldId id="280"/>
            <p14:sldId id="275"/>
            <p14:sldId id="276"/>
            <p14:sldId id="277"/>
            <p14:sldId id="278"/>
            <p14:sldId id="305"/>
            <p14:sldId id="279"/>
            <p14:sldId id="286"/>
          </p14:sldIdLst>
        </p14:section>
        <p14:section name="use case 2" id="{D040BA55-6728-4C60-AC3F-B0EE61E6B281}">
          <p14:sldIdLst>
            <p14:sldId id="260"/>
            <p14:sldId id="282"/>
            <p14:sldId id="283"/>
            <p14:sldId id="284"/>
            <p14:sldId id="281"/>
            <p14:sldId id="285"/>
            <p14:sldId id="287"/>
            <p14:sldId id="288"/>
            <p14:sldId id="289"/>
            <p14:sldId id="290"/>
            <p14:sldId id="291"/>
          </p14:sldIdLst>
        </p14:section>
        <p14:section name="use case 3" id="{6D5ACCC8-1B7E-4489-A3D3-2F7A8CCD6D46}">
          <p14:sldIdLst>
            <p14:sldId id="292"/>
            <p14:sldId id="294"/>
            <p14:sldId id="295"/>
            <p14:sldId id="296"/>
            <p14:sldId id="298"/>
          </p14:sldIdLst>
        </p14:section>
        <p14:section name="architecture" id="{D6FE7924-BC3F-4501-99FC-91BD3E31368C}">
          <p14:sldIdLst>
            <p14:sldId id="258"/>
          </p14:sldIdLst>
        </p14:section>
        <p14:section name="the end" id="{F3E69690-537C-4F9F-9492-AE66B1D7806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E23"/>
    <a:srgbClr val="000000"/>
    <a:srgbClr val="56573A"/>
    <a:srgbClr val="6C7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155BE-80D5-4BE9-BC7A-41EAC539EA7A}" v="6" dt="2026-06-05T15:05:30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1" autoAdjust="0"/>
    <p:restoredTop sz="82174" autoAdjust="0"/>
  </p:normalViewPr>
  <p:slideViewPr>
    <p:cSldViewPr snapToGrid="0">
      <p:cViewPr varScale="1">
        <p:scale>
          <a:sx n="124" d="100"/>
          <a:sy n="124" d="100"/>
        </p:scale>
        <p:origin x="11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Hillaert" userId="3ee34a9d-7e92-43d7-a0fa-4ee247148a11" providerId="ADAL" clId="{69914812-AE0C-4612-882B-2F04BD8D2818}"/>
    <pc:docChg chg="undo custSel mod addSld delSld modSld sldOrd modMainMaster modSection">
      <pc:chgData name="Steven Hillaert" userId="3ee34a9d-7e92-43d7-a0fa-4ee247148a11" providerId="ADAL" clId="{69914812-AE0C-4612-882B-2F04BD8D2818}" dt="2026-06-05T15:06:42.073" v="5312" actId="20577"/>
      <pc:docMkLst>
        <pc:docMk/>
      </pc:docMkLst>
      <pc:sldChg chg="modSp mod">
        <pc:chgData name="Steven Hillaert" userId="3ee34a9d-7e92-43d7-a0fa-4ee247148a11" providerId="ADAL" clId="{69914812-AE0C-4612-882B-2F04BD8D2818}" dt="2026-05-20T21:32:13.970" v="1726" actId="27636"/>
        <pc:sldMkLst>
          <pc:docMk/>
          <pc:sldMk cId="2580003923" sldId="258"/>
        </pc:sldMkLst>
        <pc:spChg chg="mod">
          <ac:chgData name="Steven Hillaert" userId="3ee34a9d-7e92-43d7-a0fa-4ee247148a11" providerId="ADAL" clId="{69914812-AE0C-4612-882B-2F04BD8D2818}" dt="2026-05-20T21:32:13.970" v="1726" actId="27636"/>
          <ac:spMkLst>
            <pc:docMk/>
            <pc:sldMk cId="2580003923" sldId="258"/>
            <ac:spMk id="2" creationId="{07DB8599-E84C-B7F6-C9FA-CFF7FAD9BB53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2580003923" sldId="258"/>
            <ac:spMk id="3" creationId="{5C332F93-516F-486A-B1F2-249F4A773734}"/>
          </ac:spMkLst>
        </pc:spChg>
      </pc:sldChg>
      <pc:sldChg chg="modSp mod">
        <pc:chgData name="Steven Hillaert" userId="3ee34a9d-7e92-43d7-a0fa-4ee247148a11" providerId="ADAL" clId="{69914812-AE0C-4612-882B-2F04BD8D2818}" dt="2026-05-28T21:10:55.553" v="2856" actId="20577"/>
        <pc:sldMkLst>
          <pc:docMk/>
          <pc:sldMk cId="2657186703" sldId="259"/>
        </pc:sldMkLst>
        <pc:spChg chg="mod">
          <ac:chgData name="Steven Hillaert" userId="3ee34a9d-7e92-43d7-a0fa-4ee247148a11" providerId="ADAL" clId="{69914812-AE0C-4612-882B-2F04BD8D2818}" dt="2026-05-20T21:32:13.846" v="1698" actId="27636"/>
          <ac:spMkLst>
            <pc:docMk/>
            <pc:sldMk cId="2657186703" sldId="259"/>
            <ac:spMk id="2" creationId="{FFFA8FF2-0E8B-01D0-5A4A-7DEB6DAC631C}"/>
          </ac:spMkLst>
        </pc:spChg>
        <pc:spChg chg="mod">
          <ac:chgData name="Steven Hillaert" userId="3ee34a9d-7e92-43d7-a0fa-4ee247148a11" providerId="ADAL" clId="{69914812-AE0C-4612-882B-2F04BD8D2818}" dt="2026-05-28T21:10:55.553" v="2856" actId="20577"/>
          <ac:spMkLst>
            <pc:docMk/>
            <pc:sldMk cId="2657186703" sldId="259"/>
            <ac:spMk id="3" creationId="{BD167AE7-DCD9-A635-77F7-B5239D5B55C4}"/>
          </ac:spMkLst>
        </pc:spChg>
        <pc:picChg chg="mod">
          <ac:chgData name="Steven Hillaert" userId="3ee34a9d-7e92-43d7-a0fa-4ee247148a11" providerId="ADAL" clId="{69914812-AE0C-4612-882B-2F04BD8D2818}" dt="2026-05-20T21:32:57.230" v="1729" actId="1076"/>
          <ac:picMkLst>
            <pc:docMk/>
            <pc:sldMk cId="2657186703" sldId="259"/>
            <ac:picMk id="1026" creationId="{3050F280-9A51-E5C0-DACB-231E2D934744}"/>
          </ac:picMkLst>
        </pc:picChg>
      </pc:sldChg>
      <pc:sldChg chg="addSp modSp mod modTransition modClrScheme chgLayout">
        <pc:chgData name="Steven Hillaert" userId="3ee34a9d-7e92-43d7-a0fa-4ee247148a11" providerId="ADAL" clId="{69914812-AE0C-4612-882B-2F04BD8D2818}" dt="2026-06-02T08:05:45.158" v="3929" actId="14100"/>
        <pc:sldMkLst>
          <pc:docMk/>
          <pc:sldMk cId="2897358837" sldId="260"/>
        </pc:sldMkLst>
        <pc:spChg chg="mod">
          <ac:chgData name="Steven Hillaert" userId="3ee34a9d-7e92-43d7-a0fa-4ee247148a11" providerId="ADAL" clId="{69914812-AE0C-4612-882B-2F04BD8D2818}" dt="2026-06-02T08:03:28.117" v="3898" actId="26606"/>
          <ac:spMkLst>
            <pc:docMk/>
            <pc:sldMk cId="2897358837" sldId="260"/>
            <ac:spMk id="2" creationId="{7C666D4A-982E-81F2-1297-D6A341A6D8DE}"/>
          </ac:spMkLst>
        </pc:spChg>
        <pc:spChg chg="mod">
          <ac:chgData name="Steven Hillaert" userId="3ee34a9d-7e92-43d7-a0fa-4ee247148a11" providerId="ADAL" clId="{69914812-AE0C-4612-882B-2F04BD8D2818}" dt="2026-06-02T08:05:23.954" v="3928" actId="20577"/>
          <ac:spMkLst>
            <pc:docMk/>
            <pc:sldMk cId="2897358837" sldId="260"/>
            <ac:spMk id="3" creationId="{DAA8EA9A-88A7-100E-3DF5-DD5EB95BA7BE}"/>
          </ac:spMkLst>
        </pc:spChg>
        <pc:picChg chg="add mod ord">
          <ac:chgData name="Steven Hillaert" userId="3ee34a9d-7e92-43d7-a0fa-4ee247148a11" providerId="ADAL" clId="{69914812-AE0C-4612-882B-2F04BD8D2818}" dt="2026-06-02T08:05:45.158" v="3929" actId="14100"/>
          <ac:picMkLst>
            <pc:docMk/>
            <pc:sldMk cId="2897358837" sldId="260"/>
            <ac:picMk id="4098" creationId="{256A08FF-173F-402A-A99E-FB400EB47D82}"/>
          </ac:picMkLst>
        </pc:picChg>
      </pc:sldChg>
      <pc:sldChg chg="addSp delSp modSp mod modNotesTx">
        <pc:chgData name="Steven Hillaert" userId="3ee34a9d-7e92-43d7-a0fa-4ee247148a11" providerId="ADAL" clId="{69914812-AE0C-4612-882B-2F04BD8D2818}" dt="2026-06-03T18:38:57.310" v="5058" actId="20577"/>
        <pc:sldMkLst>
          <pc:docMk/>
          <pc:sldMk cId="2835058263" sldId="261"/>
        </pc:sldMkLst>
        <pc:spChg chg="mod">
          <ac:chgData name="Steven Hillaert" userId="3ee34a9d-7e92-43d7-a0fa-4ee247148a11" providerId="ADAL" clId="{69914812-AE0C-4612-882B-2F04BD8D2818}" dt="2026-05-20T21:32:13.831" v="1697" actId="27636"/>
          <ac:spMkLst>
            <pc:docMk/>
            <pc:sldMk cId="2835058263" sldId="261"/>
            <ac:spMk id="2" creationId="{9793B330-009D-1302-07BD-36890C81AC95}"/>
          </ac:spMkLst>
        </pc:spChg>
        <pc:spChg chg="mod">
          <ac:chgData name="Steven Hillaert" userId="3ee34a9d-7e92-43d7-a0fa-4ee247148a11" providerId="ADAL" clId="{69914812-AE0C-4612-882B-2F04BD8D2818}" dt="2026-06-02T12:51:56.601" v="4189" actId="20577"/>
          <ac:spMkLst>
            <pc:docMk/>
            <pc:sldMk cId="2835058263" sldId="261"/>
            <ac:spMk id="3" creationId="{AB4C372B-65E9-6DEC-AEBA-9B6C660B29E8}"/>
          </ac:spMkLst>
        </pc:spChg>
        <pc:picChg chg="add del mod">
          <ac:chgData name="Steven Hillaert" userId="3ee34a9d-7e92-43d7-a0fa-4ee247148a11" providerId="ADAL" clId="{69914812-AE0C-4612-882B-2F04BD8D2818}" dt="2026-06-02T07:44:57.292" v="3661" actId="478"/>
          <ac:picMkLst>
            <pc:docMk/>
            <pc:sldMk cId="2835058263" sldId="261"/>
            <ac:picMk id="3074" creationId="{07D41E2C-1325-3BA8-06AA-00F9497CE528}"/>
          </ac:picMkLst>
        </pc:picChg>
      </pc:sldChg>
      <pc:sldChg chg="addSp modSp mod">
        <pc:chgData name="Steven Hillaert" userId="3ee34a9d-7e92-43d7-a0fa-4ee247148a11" providerId="ADAL" clId="{69914812-AE0C-4612-882B-2F04BD8D2818}" dt="2026-05-20T21:45:12.159" v="2241" actId="1076"/>
        <pc:sldMkLst>
          <pc:docMk/>
          <pc:sldMk cId="897690364" sldId="262"/>
        </pc:sldMkLst>
        <pc:spChg chg="mod">
          <ac:chgData name="Steven Hillaert" userId="3ee34a9d-7e92-43d7-a0fa-4ee247148a11" providerId="ADAL" clId="{69914812-AE0C-4612-882B-2F04BD8D2818}" dt="2026-05-20T21:32:13.846" v="1699" actId="27636"/>
          <ac:spMkLst>
            <pc:docMk/>
            <pc:sldMk cId="897690364" sldId="262"/>
            <ac:spMk id="2" creationId="{A7B0FDE2-F0CD-58CC-7046-D392BA6F4618}"/>
          </ac:spMkLst>
        </pc:spChg>
        <pc:spChg chg="add mod">
          <ac:chgData name="Steven Hillaert" userId="3ee34a9d-7e92-43d7-a0fa-4ee247148a11" providerId="ADAL" clId="{69914812-AE0C-4612-882B-2F04BD8D2818}" dt="2026-05-20T21:44:24.876" v="2082" actId="1076"/>
          <ac:spMkLst>
            <pc:docMk/>
            <pc:sldMk cId="897690364" sldId="262"/>
            <ac:spMk id="3" creationId="{907CB5B6-860B-4326-5382-FB3BFD610923}"/>
          </ac:spMkLst>
        </pc:spChg>
        <pc:spChg chg="add mod">
          <ac:chgData name="Steven Hillaert" userId="3ee34a9d-7e92-43d7-a0fa-4ee247148a11" providerId="ADAL" clId="{69914812-AE0C-4612-882B-2F04BD8D2818}" dt="2026-05-20T21:45:12.159" v="2241" actId="1076"/>
          <ac:spMkLst>
            <pc:docMk/>
            <pc:sldMk cId="897690364" sldId="262"/>
            <ac:spMk id="4" creationId="{FE83E683-5F42-8A57-DC36-01B7B8D77C76}"/>
          </ac:spMkLst>
        </pc:spChg>
        <pc:picChg chg="mod">
          <ac:chgData name="Steven Hillaert" userId="3ee34a9d-7e92-43d7-a0fa-4ee247148a11" providerId="ADAL" clId="{69914812-AE0C-4612-882B-2F04BD8D2818}" dt="2026-05-20T21:32:13.605" v="1693"/>
          <ac:picMkLst>
            <pc:docMk/>
            <pc:sldMk cId="897690364" sldId="262"/>
            <ac:picMk id="5" creationId="{67FE03A7-898E-0B13-4269-E621E7D1D2F1}"/>
          </ac:picMkLst>
        </pc:picChg>
      </pc:sldChg>
      <pc:sldChg chg="modSp mod modAnim">
        <pc:chgData name="Steven Hillaert" userId="3ee34a9d-7e92-43d7-a0fa-4ee247148a11" providerId="ADAL" clId="{69914812-AE0C-4612-882B-2F04BD8D2818}" dt="2026-06-02T14:03:26.277" v="4276"/>
        <pc:sldMkLst>
          <pc:docMk/>
          <pc:sldMk cId="2005964142" sldId="264"/>
        </pc:sldMkLst>
        <pc:spChg chg="mod">
          <ac:chgData name="Steven Hillaert" userId="3ee34a9d-7e92-43d7-a0fa-4ee247148a11" providerId="ADAL" clId="{69914812-AE0C-4612-882B-2F04BD8D2818}" dt="2026-05-20T21:32:13.861" v="1703" actId="27636"/>
          <ac:spMkLst>
            <pc:docMk/>
            <pc:sldMk cId="2005964142" sldId="264"/>
            <ac:spMk id="2" creationId="{BA75D9F8-7659-9DFA-3B77-DB528648E7A6}"/>
          </ac:spMkLst>
        </pc:spChg>
        <pc:spChg chg="mod">
          <ac:chgData name="Steven Hillaert" userId="3ee34a9d-7e92-43d7-a0fa-4ee247148a11" providerId="ADAL" clId="{69914812-AE0C-4612-882B-2F04BD8D2818}" dt="2026-05-28T21:17:37.163" v="2897" actId="27636"/>
          <ac:spMkLst>
            <pc:docMk/>
            <pc:sldMk cId="2005964142" sldId="264"/>
            <ac:spMk id="3" creationId="{4CE0966D-9EF2-BF07-C42F-339D7C413F47}"/>
          </ac:spMkLst>
        </pc:spChg>
      </pc:sldChg>
      <pc:sldChg chg="modSp mod ord">
        <pc:chgData name="Steven Hillaert" userId="3ee34a9d-7e92-43d7-a0fa-4ee247148a11" providerId="ADAL" clId="{69914812-AE0C-4612-882B-2F04BD8D2818}" dt="2026-06-05T14:53:13.701" v="5146"/>
        <pc:sldMkLst>
          <pc:docMk/>
          <pc:sldMk cId="783465291" sldId="265"/>
        </pc:sldMkLst>
        <pc:spChg chg="mod">
          <ac:chgData name="Steven Hillaert" userId="3ee34a9d-7e92-43d7-a0fa-4ee247148a11" providerId="ADAL" clId="{69914812-AE0C-4612-882B-2F04BD8D2818}" dt="2026-05-20T21:32:13.846" v="1700" actId="27636"/>
          <ac:spMkLst>
            <pc:docMk/>
            <pc:sldMk cId="783465291" sldId="265"/>
            <ac:spMk id="2" creationId="{12A09A22-CA8B-545B-B611-8B270593FC19}"/>
          </ac:spMkLst>
        </pc:spChg>
        <pc:spChg chg="mod">
          <ac:chgData name="Steven Hillaert" userId="3ee34a9d-7e92-43d7-a0fa-4ee247148a11" providerId="ADAL" clId="{69914812-AE0C-4612-882B-2F04BD8D2818}" dt="2026-06-02T13:58:08.603" v="4259" actId="2710"/>
          <ac:spMkLst>
            <pc:docMk/>
            <pc:sldMk cId="783465291" sldId="265"/>
            <ac:spMk id="3" creationId="{B53635D2-9CFB-CD44-B29D-6FF71E3B33E3}"/>
          </ac:spMkLst>
        </pc:spChg>
      </pc:sldChg>
      <pc:sldChg chg="addSp delSp modSp mod ord modNotesTx">
        <pc:chgData name="Steven Hillaert" userId="3ee34a9d-7e92-43d7-a0fa-4ee247148a11" providerId="ADAL" clId="{69914812-AE0C-4612-882B-2F04BD8D2818}" dt="2026-06-03T18:37:55.677" v="4988" actId="478"/>
        <pc:sldMkLst>
          <pc:docMk/>
          <pc:sldMk cId="3729704270" sldId="266"/>
        </pc:sldMkLst>
        <pc:spChg chg="mod">
          <ac:chgData name="Steven Hillaert" userId="3ee34a9d-7e92-43d7-a0fa-4ee247148a11" providerId="ADAL" clId="{69914812-AE0C-4612-882B-2F04BD8D2818}" dt="2026-06-02T07:33:44.451" v="3587" actId="20577"/>
          <ac:spMkLst>
            <pc:docMk/>
            <pc:sldMk cId="3729704270" sldId="266"/>
            <ac:spMk id="3" creationId="{9BC4B7F7-0171-AD6D-15D3-71FDB17C80A9}"/>
          </ac:spMkLst>
        </pc:spChg>
        <pc:picChg chg="add mod">
          <ac:chgData name="Steven Hillaert" userId="3ee34a9d-7e92-43d7-a0fa-4ee247148a11" providerId="ADAL" clId="{69914812-AE0C-4612-882B-2F04BD8D2818}" dt="2026-06-02T07:30:50.115" v="3520" actId="14100"/>
          <ac:picMkLst>
            <pc:docMk/>
            <pc:sldMk cId="3729704270" sldId="266"/>
            <ac:picMk id="2050" creationId="{936E3352-B019-1FDA-AEB0-914359E847F1}"/>
          </ac:picMkLst>
        </pc:picChg>
      </pc:sldChg>
      <pc:sldChg chg="addSp delSp modSp mod">
        <pc:chgData name="Steven Hillaert" userId="3ee34a9d-7e92-43d7-a0fa-4ee247148a11" providerId="ADAL" clId="{69914812-AE0C-4612-882B-2F04BD8D2818}" dt="2026-05-26T07:59:30.575" v="2314" actId="14100"/>
        <pc:sldMkLst>
          <pc:docMk/>
          <pc:sldMk cId="3970933383" sldId="267"/>
        </pc:sldMkLst>
        <pc:spChg chg="mod">
          <ac:chgData name="Steven Hillaert" userId="3ee34a9d-7e92-43d7-a0fa-4ee247148a11" providerId="ADAL" clId="{69914812-AE0C-4612-882B-2F04BD8D2818}" dt="2026-05-20T21:32:13.978" v="1728" actId="27636"/>
          <ac:spMkLst>
            <pc:docMk/>
            <pc:sldMk cId="3970933383" sldId="267"/>
            <ac:spMk id="2" creationId="{5E005180-2847-A3A7-69CA-CA3998E36154}"/>
          </ac:spMkLst>
        </pc:spChg>
        <pc:picChg chg="add mod">
          <ac:chgData name="Steven Hillaert" userId="3ee34a9d-7e92-43d7-a0fa-4ee247148a11" providerId="ADAL" clId="{69914812-AE0C-4612-882B-2F04BD8D2818}" dt="2026-05-26T07:59:30.575" v="2314" actId="14100"/>
          <ac:picMkLst>
            <pc:docMk/>
            <pc:sldMk cId="3970933383" sldId="267"/>
            <ac:picMk id="4" creationId="{D5CBB5A1-002D-4669-58A8-5A218EFE96DD}"/>
          </ac:picMkLst>
        </pc:picChg>
      </pc:sldChg>
      <pc:sldChg chg="addSp delSp modSp mod">
        <pc:chgData name="Steven Hillaert" userId="3ee34a9d-7e92-43d7-a0fa-4ee247148a11" providerId="ADAL" clId="{69914812-AE0C-4612-882B-2F04BD8D2818}" dt="2026-06-02T12:50:34.444" v="4176"/>
        <pc:sldMkLst>
          <pc:docMk/>
          <pc:sldMk cId="826252380" sldId="268"/>
        </pc:sldMkLst>
        <pc:spChg chg="mod">
          <ac:chgData name="Steven Hillaert" userId="3ee34a9d-7e92-43d7-a0fa-4ee247148a11" providerId="ADAL" clId="{69914812-AE0C-4612-882B-2F04BD8D2818}" dt="2026-05-20T21:32:13.976" v="1727" actId="27636"/>
          <ac:spMkLst>
            <pc:docMk/>
            <pc:sldMk cId="826252380" sldId="268"/>
            <ac:spMk id="2" creationId="{D94DB6CF-C263-9C30-BFE4-56C1E446F249}"/>
          </ac:spMkLst>
        </pc:spChg>
        <pc:picChg chg="add mod ord">
          <ac:chgData name="Steven Hillaert" userId="3ee34a9d-7e92-43d7-a0fa-4ee247148a11" providerId="ADAL" clId="{69914812-AE0C-4612-882B-2F04BD8D2818}" dt="2026-06-02T12:50:34.444" v="4176"/>
          <ac:picMkLst>
            <pc:docMk/>
            <pc:sldMk cId="826252380" sldId="268"/>
            <ac:picMk id="7" creationId="{796BD164-0B07-6C82-92D0-1A894E6BB6A2}"/>
          </ac:picMkLst>
        </pc:picChg>
      </pc:sldChg>
      <pc:sldChg chg="modSp mod">
        <pc:chgData name="Steven Hillaert" userId="3ee34a9d-7e92-43d7-a0fa-4ee247148a11" providerId="ADAL" clId="{69914812-AE0C-4612-882B-2F04BD8D2818}" dt="2026-06-03T18:08:05.397" v="4779" actId="20577"/>
        <pc:sldMkLst>
          <pc:docMk/>
          <pc:sldMk cId="1256703723" sldId="269"/>
        </pc:sldMkLst>
        <pc:spChg chg="mod">
          <ac:chgData name="Steven Hillaert" userId="3ee34a9d-7e92-43d7-a0fa-4ee247148a11" providerId="ADAL" clId="{69914812-AE0C-4612-882B-2F04BD8D2818}" dt="2026-06-03T18:08:05.397" v="4779" actId="20577"/>
          <ac:spMkLst>
            <pc:docMk/>
            <pc:sldMk cId="1256703723" sldId="269"/>
            <ac:spMk id="2" creationId="{30D8B08D-914B-9E99-FEBE-8287C48755D7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256703723" sldId="269"/>
            <ac:spMk id="3" creationId="{A9E4E32B-26A9-7D41-3158-C3D30151EE61}"/>
          </ac:spMkLst>
        </pc:spChg>
      </pc:sldChg>
      <pc:sldChg chg="modSp del mod modNotesTx">
        <pc:chgData name="Steven Hillaert" userId="3ee34a9d-7e92-43d7-a0fa-4ee247148a11" providerId="ADAL" clId="{69914812-AE0C-4612-882B-2F04BD8D2818}" dt="2026-06-05T14:51:53.279" v="5143" actId="2696"/>
        <pc:sldMkLst>
          <pc:docMk/>
          <pc:sldMk cId="2826669411" sldId="270"/>
        </pc:sldMkLst>
      </pc:sldChg>
      <pc:sldChg chg="modSp del mod">
        <pc:chgData name="Steven Hillaert" userId="3ee34a9d-7e92-43d7-a0fa-4ee247148a11" providerId="ADAL" clId="{69914812-AE0C-4612-882B-2F04BD8D2818}" dt="2026-06-05T14:51:58.836" v="5144" actId="2696"/>
        <pc:sldMkLst>
          <pc:docMk/>
          <pc:sldMk cId="4058553565" sldId="273"/>
        </pc:sldMkLst>
      </pc:sldChg>
      <pc:sldChg chg="modSp mod modAnim">
        <pc:chgData name="Steven Hillaert" userId="3ee34a9d-7e92-43d7-a0fa-4ee247148a11" providerId="ADAL" clId="{69914812-AE0C-4612-882B-2F04BD8D2818}" dt="2026-05-28T21:26:34.190" v="2940"/>
        <pc:sldMkLst>
          <pc:docMk/>
          <pc:sldMk cId="307780048" sldId="275"/>
        </pc:sldMkLst>
        <pc:spChg chg="mod">
          <ac:chgData name="Steven Hillaert" userId="3ee34a9d-7e92-43d7-a0fa-4ee247148a11" providerId="ADAL" clId="{69914812-AE0C-4612-882B-2F04BD8D2818}" dt="2026-05-28T21:22:44.584" v="2932" actId="20577"/>
          <ac:spMkLst>
            <pc:docMk/>
            <pc:sldMk cId="307780048" sldId="275"/>
            <ac:spMk id="7" creationId="{F19B321A-F2F2-042C-8B2E-2F1CBFB0A3C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07780048" sldId="275"/>
            <ac:spMk id="8" creationId="{3DE8BD4E-198C-3076-2A81-F2E1573A71AF}"/>
          </ac:spMkLst>
        </pc:spChg>
      </pc:sldChg>
      <pc:sldChg chg="modSp mod">
        <pc:chgData name="Steven Hillaert" userId="3ee34a9d-7e92-43d7-a0fa-4ee247148a11" providerId="ADAL" clId="{69914812-AE0C-4612-882B-2F04BD8D2818}" dt="2026-06-02T07:02:41.187" v="3484" actId="2710"/>
        <pc:sldMkLst>
          <pc:docMk/>
          <pc:sldMk cId="3684903252" sldId="276"/>
        </pc:sldMkLst>
        <pc:spChg chg="mod">
          <ac:chgData name="Steven Hillaert" userId="3ee34a9d-7e92-43d7-a0fa-4ee247148a11" providerId="ADAL" clId="{69914812-AE0C-4612-882B-2F04BD8D2818}" dt="2026-05-20T21:32:13.899" v="1709" actId="27636"/>
          <ac:spMkLst>
            <pc:docMk/>
            <pc:sldMk cId="3684903252" sldId="276"/>
            <ac:spMk id="7" creationId="{19E1B113-EC82-4D1A-79CD-581BE08A4782}"/>
          </ac:spMkLst>
        </pc:spChg>
        <pc:spChg chg="mod">
          <ac:chgData name="Steven Hillaert" userId="3ee34a9d-7e92-43d7-a0fa-4ee247148a11" providerId="ADAL" clId="{69914812-AE0C-4612-882B-2F04BD8D2818}" dt="2026-06-02T07:02:41.187" v="3484" actId="2710"/>
          <ac:spMkLst>
            <pc:docMk/>
            <pc:sldMk cId="3684903252" sldId="276"/>
            <ac:spMk id="8" creationId="{26C24811-4F09-4BBB-71F1-AE1053F4EBEA}"/>
          </ac:spMkLst>
        </pc:spChg>
      </pc:sldChg>
      <pc:sldChg chg="modSp mod">
        <pc:chgData name="Steven Hillaert" userId="3ee34a9d-7e92-43d7-a0fa-4ee247148a11" providerId="ADAL" clId="{69914812-AE0C-4612-882B-2F04BD8D2818}" dt="2026-05-20T21:32:13.900" v="1710" actId="27636"/>
        <pc:sldMkLst>
          <pc:docMk/>
          <pc:sldMk cId="3953281907" sldId="277"/>
        </pc:sldMkLst>
        <pc:spChg chg="mod">
          <ac:chgData name="Steven Hillaert" userId="3ee34a9d-7e92-43d7-a0fa-4ee247148a11" providerId="ADAL" clId="{69914812-AE0C-4612-882B-2F04BD8D2818}" dt="2026-05-20T21:32:13.900" v="1710" actId="27636"/>
          <ac:spMkLst>
            <pc:docMk/>
            <pc:sldMk cId="3953281907" sldId="277"/>
            <ac:spMk id="7" creationId="{150D9AF9-6AB4-36E6-E052-B08BDE4B3B4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953281907" sldId="277"/>
            <ac:spMk id="8" creationId="{1F46FD7D-9220-DEDD-1FD0-2975D17A844A}"/>
          </ac:spMkLst>
        </pc:spChg>
      </pc:sldChg>
      <pc:sldChg chg="modSp mod">
        <pc:chgData name="Steven Hillaert" userId="3ee34a9d-7e92-43d7-a0fa-4ee247148a11" providerId="ADAL" clId="{69914812-AE0C-4612-882B-2F04BD8D2818}" dt="2026-06-03T19:16:26.774" v="5084" actId="27636"/>
        <pc:sldMkLst>
          <pc:docMk/>
          <pc:sldMk cId="2979415823" sldId="278"/>
        </pc:sldMkLst>
        <pc:spChg chg="mod">
          <ac:chgData name="Steven Hillaert" userId="3ee34a9d-7e92-43d7-a0fa-4ee247148a11" providerId="ADAL" clId="{69914812-AE0C-4612-882B-2F04BD8D2818}" dt="2026-06-02T18:39:51.243" v="4366" actId="20577"/>
          <ac:spMkLst>
            <pc:docMk/>
            <pc:sldMk cId="2979415823" sldId="278"/>
            <ac:spMk id="7" creationId="{DB95D7D2-3073-C312-F5C8-1DA5C99349AE}"/>
          </ac:spMkLst>
        </pc:spChg>
        <pc:spChg chg="mod">
          <ac:chgData name="Steven Hillaert" userId="3ee34a9d-7e92-43d7-a0fa-4ee247148a11" providerId="ADAL" clId="{69914812-AE0C-4612-882B-2F04BD8D2818}" dt="2026-06-03T19:16:26.774" v="5084" actId="27636"/>
          <ac:spMkLst>
            <pc:docMk/>
            <pc:sldMk cId="2979415823" sldId="278"/>
            <ac:spMk id="8" creationId="{988BAEF3-C372-E1DF-599B-27FBB52F6BC3}"/>
          </ac:spMkLst>
        </pc:spChg>
      </pc:sldChg>
      <pc:sldChg chg="modSp mod">
        <pc:chgData name="Steven Hillaert" userId="3ee34a9d-7e92-43d7-a0fa-4ee247148a11" providerId="ADAL" clId="{69914812-AE0C-4612-882B-2F04BD8D2818}" dt="2026-06-03T18:08:57.172" v="4794" actId="20577"/>
        <pc:sldMkLst>
          <pc:docMk/>
          <pc:sldMk cId="2673814411" sldId="279"/>
        </pc:sldMkLst>
        <pc:spChg chg="mod">
          <ac:chgData name="Steven Hillaert" userId="3ee34a9d-7e92-43d7-a0fa-4ee247148a11" providerId="ADAL" clId="{69914812-AE0C-4612-882B-2F04BD8D2818}" dt="2026-06-03T18:08:57.172" v="4794" actId="20577"/>
          <ac:spMkLst>
            <pc:docMk/>
            <pc:sldMk cId="2673814411" sldId="279"/>
            <ac:spMk id="2" creationId="{11B61995-47BD-721D-8809-9B3892398548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2673814411" sldId="279"/>
            <ac:spMk id="3" creationId="{6ABB654D-D9A9-D010-390C-4772B75D3F3A}"/>
          </ac:spMkLst>
        </pc:spChg>
      </pc:sldChg>
      <pc:sldChg chg="modSp mod">
        <pc:chgData name="Steven Hillaert" userId="3ee34a9d-7e92-43d7-a0fa-4ee247148a11" providerId="ADAL" clId="{69914812-AE0C-4612-882B-2F04BD8D2818}" dt="2026-06-03T18:50:38.902" v="5077" actId="20577"/>
        <pc:sldMkLst>
          <pc:docMk/>
          <pc:sldMk cId="2856775385" sldId="280"/>
        </pc:sldMkLst>
        <pc:spChg chg="mod">
          <ac:chgData name="Steven Hillaert" userId="3ee34a9d-7e92-43d7-a0fa-4ee247148a11" providerId="ADAL" clId="{69914812-AE0C-4612-882B-2F04BD8D2818}" dt="2026-05-20T21:32:13.873" v="1707" actId="27636"/>
          <ac:spMkLst>
            <pc:docMk/>
            <pc:sldMk cId="2856775385" sldId="280"/>
            <ac:spMk id="7" creationId="{1FFB7E91-D47F-B345-CBF1-D6AED2E36FEA}"/>
          </ac:spMkLst>
        </pc:spChg>
        <pc:spChg chg="mod">
          <ac:chgData name="Steven Hillaert" userId="3ee34a9d-7e92-43d7-a0fa-4ee247148a11" providerId="ADAL" clId="{69914812-AE0C-4612-882B-2F04BD8D2818}" dt="2026-06-03T18:50:38.902" v="5077" actId="20577"/>
          <ac:spMkLst>
            <pc:docMk/>
            <pc:sldMk cId="2856775385" sldId="280"/>
            <ac:spMk id="8" creationId="{D7BDFCDA-270D-6B59-0B62-FE8FC2A45807}"/>
          </ac:spMkLst>
        </pc:spChg>
      </pc:sldChg>
      <pc:sldChg chg="modSp mod">
        <pc:chgData name="Steven Hillaert" userId="3ee34a9d-7e92-43d7-a0fa-4ee247148a11" providerId="ADAL" clId="{69914812-AE0C-4612-882B-2F04BD8D2818}" dt="2026-06-03T19:25:09.579" v="5096" actId="20577"/>
        <pc:sldMkLst>
          <pc:docMk/>
          <pc:sldMk cId="1798694888" sldId="281"/>
        </pc:sldMkLst>
        <pc:spChg chg="mod">
          <ac:chgData name="Steven Hillaert" userId="3ee34a9d-7e92-43d7-a0fa-4ee247148a11" providerId="ADAL" clId="{69914812-AE0C-4612-882B-2F04BD8D2818}" dt="2026-05-26T13:40:36.900" v="2553" actId="20577"/>
          <ac:spMkLst>
            <pc:docMk/>
            <pc:sldMk cId="1798694888" sldId="281"/>
            <ac:spMk id="2" creationId="{2675BE57-7765-49FD-3694-B5F0A5B708A6}"/>
          </ac:spMkLst>
        </pc:spChg>
        <pc:spChg chg="mod">
          <ac:chgData name="Steven Hillaert" userId="3ee34a9d-7e92-43d7-a0fa-4ee247148a11" providerId="ADAL" clId="{69914812-AE0C-4612-882B-2F04BD8D2818}" dt="2026-06-03T19:25:09.579" v="5096" actId="20577"/>
          <ac:spMkLst>
            <pc:docMk/>
            <pc:sldMk cId="1798694888" sldId="281"/>
            <ac:spMk id="3" creationId="{BCEA246A-CAB5-865B-CA11-2B5D6F7D3A67}"/>
          </ac:spMkLst>
        </pc:spChg>
      </pc:sldChg>
      <pc:sldChg chg="addSp modSp mod">
        <pc:chgData name="Steven Hillaert" userId="3ee34a9d-7e92-43d7-a0fa-4ee247148a11" providerId="ADAL" clId="{69914812-AE0C-4612-882B-2F04BD8D2818}" dt="2026-06-02T08:09:09.186" v="3939" actId="1076"/>
        <pc:sldMkLst>
          <pc:docMk/>
          <pc:sldMk cId="1054296972" sldId="282"/>
        </pc:sldMkLst>
        <pc:spChg chg="mod">
          <ac:chgData name="Steven Hillaert" userId="3ee34a9d-7e92-43d7-a0fa-4ee247148a11" providerId="ADAL" clId="{69914812-AE0C-4612-882B-2F04BD8D2818}" dt="2026-05-20T21:32:13.921" v="1714" actId="27636"/>
          <ac:spMkLst>
            <pc:docMk/>
            <pc:sldMk cId="1054296972" sldId="282"/>
            <ac:spMk id="2" creationId="{17E6D197-6D1C-A10E-F266-CA68F50F5D23}"/>
          </ac:spMkLst>
        </pc:spChg>
        <pc:grpChg chg="add mod">
          <ac:chgData name="Steven Hillaert" userId="3ee34a9d-7e92-43d7-a0fa-4ee247148a11" providerId="ADAL" clId="{69914812-AE0C-4612-882B-2F04BD8D2818}" dt="2026-06-02T08:09:09.186" v="3939" actId="1076"/>
          <ac:grpSpMkLst>
            <pc:docMk/>
            <pc:sldMk cId="1054296972" sldId="282"/>
            <ac:grpSpMk id="5" creationId="{3D216848-829A-5FF0-65C8-C10797527F2F}"/>
          </ac:grpSpMkLst>
        </pc:grpChg>
        <pc:picChg chg="add mod">
          <ac:chgData name="Steven Hillaert" userId="3ee34a9d-7e92-43d7-a0fa-4ee247148a11" providerId="ADAL" clId="{69914812-AE0C-4612-882B-2F04BD8D2818}" dt="2026-06-02T08:09:09.186" v="3939" actId="1076"/>
          <ac:picMkLst>
            <pc:docMk/>
            <pc:sldMk cId="1054296972" sldId="282"/>
            <ac:picMk id="4" creationId="{1657A806-7C97-DFE0-8E44-479335252E3C}"/>
          </ac:picMkLst>
        </pc:picChg>
        <pc:picChg chg="mod">
          <ac:chgData name="Steven Hillaert" userId="3ee34a9d-7e92-43d7-a0fa-4ee247148a11" providerId="ADAL" clId="{69914812-AE0C-4612-882B-2F04BD8D2818}" dt="2026-06-02T08:09:09.186" v="3939" actId="1076"/>
          <ac:picMkLst>
            <pc:docMk/>
            <pc:sldMk cId="1054296972" sldId="282"/>
            <ac:picMk id="3074" creationId="{8435942D-4144-1084-66E9-CA3E81B5D596}"/>
          </ac:picMkLst>
        </pc:picChg>
      </pc:sldChg>
      <pc:sldChg chg="modSp mod">
        <pc:chgData name="Steven Hillaert" userId="3ee34a9d-7e92-43d7-a0fa-4ee247148a11" providerId="ADAL" clId="{69914812-AE0C-4612-882B-2F04BD8D2818}" dt="2026-06-02T19:21:55.065" v="4541" actId="5793"/>
        <pc:sldMkLst>
          <pc:docMk/>
          <pc:sldMk cId="297202954" sldId="283"/>
        </pc:sldMkLst>
        <pc:spChg chg="mod">
          <ac:chgData name="Steven Hillaert" userId="3ee34a9d-7e92-43d7-a0fa-4ee247148a11" providerId="ADAL" clId="{69914812-AE0C-4612-882B-2F04BD8D2818}" dt="2026-05-20T21:32:13.922" v="1715" actId="27636"/>
          <ac:spMkLst>
            <pc:docMk/>
            <pc:sldMk cId="297202954" sldId="283"/>
            <ac:spMk id="2" creationId="{1EA87791-1B87-5ABE-A08D-BA837D3EADA9}"/>
          </ac:spMkLst>
        </pc:spChg>
        <pc:spChg chg="mod">
          <ac:chgData name="Steven Hillaert" userId="3ee34a9d-7e92-43d7-a0fa-4ee247148a11" providerId="ADAL" clId="{69914812-AE0C-4612-882B-2F04BD8D2818}" dt="2026-06-02T19:21:55.065" v="4541" actId="5793"/>
          <ac:spMkLst>
            <pc:docMk/>
            <pc:sldMk cId="297202954" sldId="283"/>
            <ac:spMk id="3" creationId="{B67E3EE4-25DB-45B8-9AB7-5CCA451F811A}"/>
          </ac:spMkLst>
        </pc:spChg>
      </pc:sldChg>
      <pc:sldChg chg="modSp mod modNotesTx">
        <pc:chgData name="Steven Hillaert" userId="3ee34a9d-7e92-43d7-a0fa-4ee247148a11" providerId="ADAL" clId="{69914812-AE0C-4612-882B-2F04BD8D2818}" dt="2026-05-26T08:22:56.160" v="2527" actId="1035"/>
        <pc:sldMkLst>
          <pc:docMk/>
          <pc:sldMk cId="2791455485" sldId="284"/>
        </pc:sldMkLst>
        <pc:spChg chg="mod">
          <ac:chgData name="Steven Hillaert" userId="3ee34a9d-7e92-43d7-a0fa-4ee247148a11" providerId="ADAL" clId="{69914812-AE0C-4612-882B-2F04BD8D2818}" dt="2026-05-26T08:22:48.684" v="2516" actId="404"/>
          <ac:spMkLst>
            <pc:docMk/>
            <pc:sldMk cId="2791455485" sldId="284"/>
            <ac:spMk id="4" creationId="{ACDA8B5A-CCC2-3A04-1619-9FFED33B307C}"/>
          </ac:spMkLst>
        </pc:spChg>
        <pc:picChg chg="mod">
          <ac:chgData name="Steven Hillaert" userId="3ee34a9d-7e92-43d7-a0fa-4ee247148a11" providerId="ADAL" clId="{69914812-AE0C-4612-882B-2F04BD8D2818}" dt="2026-05-26T08:22:56.160" v="2527" actId="1035"/>
          <ac:picMkLst>
            <pc:docMk/>
            <pc:sldMk cId="2791455485" sldId="284"/>
            <ac:picMk id="5122" creationId="{EA909292-C13D-F6E4-8C6C-2337B9904EB7}"/>
          </ac:picMkLst>
        </pc:picChg>
      </pc:sldChg>
      <pc:sldChg chg="modSp mod">
        <pc:chgData name="Steven Hillaert" userId="3ee34a9d-7e92-43d7-a0fa-4ee247148a11" providerId="ADAL" clId="{69914812-AE0C-4612-882B-2F04BD8D2818}" dt="2026-06-03T18:12:07.062" v="4839" actId="20577"/>
        <pc:sldMkLst>
          <pc:docMk/>
          <pc:sldMk cId="3603480544" sldId="285"/>
        </pc:sldMkLst>
        <pc:spChg chg="mod">
          <ac:chgData name="Steven Hillaert" userId="3ee34a9d-7e92-43d7-a0fa-4ee247148a11" providerId="ADAL" clId="{69914812-AE0C-4612-882B-2F04BD8D2818}" dt="2026-06-03T18:12:07.062" v="4839" actId="20577"/>
          <ac:spMkLst>
            <pc:docMk/>
            <pc:sldMk cId="3603480544" sldId="285"/>
            <ac:spMk id="2" creationId="{90BC4622-06B2-5A24-B676-38BFB86D6F2B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603480544" sldId="285"/>
            <ac:spMk id="3" creationId="{253EEAC2-BCB6-8037-E44D-2C9FB2B9B722}"/>
          </ac:spMkLst>
        </pc:spChg>
      </pc:sldChg>
      <pc:sldChg chg="modSp mod">
        <pc:chgData name="Steven Hillaert" userId="3ee34a9d-7e92-43d7-a0fa-4ee247148a11" providerId="ADAL" clId="{69914812-AE0C-4612-882B-2F04BD8D2818}" dt="2026-06-02T07:07:36.921" v="3509" actId="20577"/>
        <pc:sldMkLst>
          <pc:docMk/>
          <pc:sldMk cId="3108623074" sldId="286"/>
        </pc:sldMkLst>
        <pc:spChg chg="mod">
          <ac:chgData name="Steven Hillaert" userId="3ee34a9d-7e92-43d7-a0fa-4ee247148a11" providerId="ADAL" clId="{69914812-AE0C-4612-882B-2F04BD8D2818}" dt="2026-05-20T21:32:13.910" v="1712" actId="27636"/>
          <ac:spMkLst>
            <pc:docMk/>
            <pc:sldMk cId="3108623074" sldId="286"/>
            <ac:spMk id="2" creationId="{505CEF0E-8E14-2FFD-EC59-4AE969AFE805}"/>
          </ac:spMkLst>
        </pc:spChg>
        <pc:spChg chg="mod">
          <ac:chgData name="Steven Hillaert" userId="3ee34a9d-7e92-43d7-a0fa-4ee247148a11" providerId="ADAL" clId="{69914812-AE0C-4612-882B-2F04BD8D2818}" dt="2026-06-02T07:07:36.921" v="3509" actId="20577"/>
          <ac:spMkLst>
            <pc:docMk/>
            <pc:sldMk cId="3108623074" sldId="286"/>
            <ac:spMk id="3" creationId="{9C2A53A9-CCB1-D2E1-AEF0-D4894D94CCFF}"/>
          </ac:spMkLst>
        </pc:spChg>
      </pc:sldChg>
      <pc:sldChg chg="modSp mod">
        <pc:chgData name="Steven Hillaert" userId="3ee34a9d-7e92-43d7-a0fa-4ee247148a11" providerId="ADAL" clId="{69914812-AE0C-4612-882B-2F04BD8D2818}" dt="2026-06-03T18:10:51.513" v="4822" actId="20577"/>
        <pc:sldMkLst>
          <pc:docMk/>
          <pc:sldMk cId="4003775223" sldId="287"/>
        </pc:sldMkLst>
        <pc:spChg chg="mod">
          <ac:chgData name="Steven Hillaert" userId="3ee34a9d-7e92-43d7-a0fa-4ee247148a11" providerId="ADAL" clId="{69914812-AE0C-4612-882B-2F04BD8D2818}" dt="2026-06-03T18:10:51.513" v="4822" actId="20577"/>
          <ac:spMkLst>
            <pc:docMk/>
            <pc:sldMk cId="4003775223" sldId="287"/>
            <ac:spMk id="2" creationId="{1FCA1DE8-C2B6-9879-A909-D04A7FD8E1DB}"/>
          </ac:spMkLst>
        </pc:spChg>
        <pc:spChg chg="mod">
          <ac:chgData name="Steven Hillaert" userId="3ee34a9d-7e92-43d7-a0fa-4ee247148a11" providerId="ADAL" clId="{69914812-AE0C-4612-882B-2F04BD8D2818}" dt="2026-06-02T19:24:39.155" v="4547" actId="21"/>
          <ac:spMkLst>
            <pc:docMk/>
            <pc:sldMk cId="4003775223" sldId="287"/>
            <ac:spMk id="3" creationId="{0FB44A57-AAD5-9237-7E38-1EEA3F574C5E}"/>
          </ac:spMkLst>
        </pc:spChg>
      </pc:sldChg>
      <pc:sldChg chg="modSp mod modNotesTx">
        <pc:chgData name="Steven Hillaert" userId="3ee34a9d-7e92-43d7-a0fa-4ee247148a11" providerId="ADAL" clId="{69914812-AE0C-4612-882B-2F04BD8D2818}" dt="2026-06-02T18:45:58.835" v="4372" actId="20577"/>
        <pc:sldMkLst>
          <pc:docMk/>
          <pc:sldMk cId="2477276320" sldId="288"/>
        </pc:sldMkLst>
        <pc:spChg chg="mod">
          <ac:chgData name="Steven Hillaert" userId="3ee34a9d-7e92-43d7-a0fa-4ee247148a11" providerId="ADAL" clId="{69914812-AE0C-4612-882B-2F04BD8D2818}" dt="2026-05-20T21:32:13.935" v="1718" actId="27636"/>
          <ac:spMkLst>
            <pc:docMk/>
            <pc:sldMk cId="2477276320" sldId="288"/>
            <ac:spMk id="2" creationId="{31B51E5B-2EB7-BE09-3E2A-32DE313E3FD0}"/>
          </ac:spMkLst>
        </pc:spChg>
        <pc:spChg chg="mod">
          <ac:chgData name="Steven Hillaert" userId="3ee34a9d-7e92-43d7-a0fa-4ee247148a11" providerId="ADAL" clId="{69914812-AE0C-4612-882B-2F04BD8D2818}" dt="2026-06-02T18:45:58.835" v="4372" actId="20577"/>
          <ac:spMkLst>
            <pc:docMk/>
            <pc:sldMk cId="2477276320" sldId="288"/>
            <ac:spMk id="3" creationId="{56149201-34A6-6D22-30F4-1B71CF993527}"/>
          </ac:spMkLst>
        </pc:spChg>
      </pc:sldChg>
      <pc:sldChg chg="modSp mod">
        <pc:chgData name="Steven Hillaert" userId="3ee34a9d-7e92-43d7-a0fa-4ee247148a11" providerId="ADAL" clId="{69914812-AE0C-4612-882B-2F04BD8D2818}" dt="2026-06-03T18:13:43.473" v="4861" actId="20577"/>
        <pc:sldMkLst>
          <pc:docMk/>
          <pc:sldMk cId="281011474" sldId="289"/>
        </pc:sldMkLst>
        <pc:spChg chg="mod">
          <ac:chgData name="Steven Hillaert" userId="3ee34a9d-7e92-43d7-a0fa-4ee247148a11" providerId="ADAL" clId="{69914812-AE0C-4612-882B-2F04BD8D2818}" dt="2026-05-20T21:32:13.937" v="1719" actId="27636"/>
          <ac:spMkLst>
            <pc:docMk/>
            <pc:sldMk cId="281011474" sldId="289"/>
            <ac:spMk id="2" creationId="{A10215AD-24D9-EA02-85C2-0D41F65A0D36}"/>
          </ac:spMkLst>
        </pc:spChg>
        <pc:spChg chg="mod">
          <ac:chgData name="Steven Hillaert" userId="3ee34a9d-7e92-43d7-a0fa-4ee247148a11" providerId="ADAL" clId="{69914812-AE0C-4612-882B-2F04BD8D2818}" dt="2026-06-03T18:13:43.473" v="4861" actId="20577"/>
          <ac:spMkLst>
            <pc:docMk/>
            <pc:sldMk cId="281011474" sldId="289"/>
            <ac:spMk id="3" creationId="{528380B3-2D4D-79E8-C509-549D6BEE80E8}"/>
          </ac:spMkLst>
        </pc:spChg>
      </pc:sldChg>
      <pc:sldChg chg="modSp mod">
        <pc:chgData name="Steven Hillaert" userId="3ee34a9d-7e92-43d7-a0fa-4ee247148a11" providerId="ADAL" clId="{69914812-AE0C-4612-882B-2F04BD8D2818}" dt="2026-06-03T18:12:47.046" v="4849" actId="20577"/>
        <pc:sldMkLst>
          <pc:docMk/>
          <pc:sldMk cId="1135681074" sldId="290"/>
        </pc:sldMkLst>
        <pc:spChg chg="mod">
          <ac:chgData name="Steven Hillaert" userId="3ee34a9d-7e92-43d7-a0fa-4ee247148a11" providerId="ADAL" clId="{69914812-AE0C-4612-882B-2F04BD8D2818}" dt="2026-06-03T18:12:47.046" v="4849" actId="20577"/>
          <ac:spMkLst>
            <pc:docMk/>
            <pc:sldMk cId="1135681074" sldId="290"/>
            <ac:spMk id="2" creationId="{2EEAD58B-0697-2195-E6C2-4F25DF3A9A3E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135681074" sldId="290"/>
            <ac:spMk id="3" creationId="{B4BAAD4B-B868-BBA3-A743-DE9B26F3181E}"/>
          </ac:spMkLst>
        </pc:spChg>
      </pc:sldChg>
      <pc:sldChg chg="modSp mod">
        <pc:chgData name="Steven Hillaert" userId="3ee34a9d-7e92-43d7-a0fa-4ee247148a11" providerId="ADAL" clId="{69914812-AE0C-4612-882B-2F04BD8D2818}" dt="2026-06-03T18:14:55.566" v="4883" actId="20577"/>
        <pc:sldMkLst>
          <pc:docMk/>
          <pc:sldMk cId="1491493645" sldId="291"/>
        </pc:sldMkLst>
        <pc:spChg chg="mod">
          <ac:chgData name="Steven Hillaert" userId="3ee34a9d-7e92-43d7-a0fa-4ee247148a11" providerId="ADAL" clId="{69914812-AE0C-4612-882B-2F04BD8D2818}" dt="2026-05-20T21:32:13.942" v="1720" actId="27636"/>
          <ac:spMkLst>
            <pc:docMk/>
            <pc:sldMk cId="1491493645" sldId="291"/>
            <ac:spMk id="2" creationId="{A5A77E34-BCCB-29D6-17A5-7A7B37CAE5FE}"/>
          </ac:spMkLst>
        </pc:spChg>
        <pc:spChg chg="mod">
          <ac:chgData name="Steven Hillaert" userId="3ee34a9d-7e92-43d7-a0fa-4ee247148a11" providerId="ADAL" clId="{69914812-AE0C-4612-882B-2F04BD8D2818}" dt="2026-06-03T18:14:55.566" v="4883" actId="20577"/>
          <ac:spMkLst>
            <pc:docMk/>
            <pc:sldMk cId="1491493645" sldId="291"/>
            <ac:spMk id="3" creationId="{CEF8F633-2D2A-F519-24EC-A9327474D510}"/>
          </ac:spMkLst>
        </pc:spChg>
        <pc:picChg chg="mod">
          <ac:chgData name="Steven Hillaert" userId="3ee34a9d-7e92-43d7-a0fa-4ee247148a11" providerId="ADAL" clId="{69914812-AE0C-4612-882B-2F04BD8D2818}" dt="2026-06-01T20:22:51.719" v="3268" actId="14100"/>
          <ac:picMkLst>
            <pc:docMk/>
            <pc:sldMk cId="1491493645" sldId="291"/>
            <ac:picMk id="4098" creationId="{3636CEB3-6867-31C4-6C19-B76D8B6D28E2}"/>
          </ac:picMkLst>
        </pc:picChg>
      </pc:sldChg>
      <pc:sldChg chg="addSp modSp mod modClrScheme chgLayout">
        <pc:chgData name="Steven Hillaert" userId="3ee34a9d-7e92-43d7-a0fa-4ee247148a11" providerId="ADAL" clId="{69914812-AE0C-4612-882B-2F04BD8D2818}" dt="2026-06-03T19:39:48.845" v="5105" actId="20577"/>
        <pc:sldMkLst>
          <pc:docMk/>
          <pc:sldMk cId="1001088776" sldId="292"/>
        </pc:sldMkLst>
        <pc:spChg chg="mod ord">
          <ac:chgData name="Steven Hillaert" userId="3ee34a9d-7e92-43d7-a0fa-4ee247148a11" providerId="ADAL" clId="{69914812-AE0C-4612-882B-2F04BD8D2818}" dt="2026-06-02T09:58:40.816" v="4006" actId="700"/>
          <ac:spMkLst>
            <pc:docMk/>
            <pc:sldMk cId="1001088776" sldId="292"/>
            <ac:spMk id="2" creationId="{443548C3-7A3A-4E96-6E6A-6D53A5371112}"/>
          </ac:spMkLst>
        </pc:spChg>
        <pc:spChg chg="mod ord">
          <ac:chgData name="Steven Hillaert" userId="3ee34a9d-7e92-43d7-a0fa-4ee247148a11" providerId="ADAL" clId="{69914812-AE0C-4612-882B-2F04BD8D2818}" dt="2026-06-03T19:39:48.845" v="5105" actId="20577"/>
          <ac:spMkLst>
            <pc:docMk/>
            <pc:sldMk cId="1001088776" sldId="292"/>
            <ac:spMk id="3" creationId="{2E859568-009A-6650-3BC2-492907F5ED52}"/>
          </ac:spMkLst>
        </pc:spChg>
        <pc:spChg chg="add mod ord">
          <ac:chgData name="Steven Hillaert" userId="3ee34a9d-7e92-43d7-a0fa-4ee247148a11" providerId="ADAL" clId="{69914812-AE0C-4612-882B-2F04BD8D2818}" dt="2026-06-02T10:04:44.565" v="4154" actId="20577"/>
          <ac:spMkLst>
            <pc:docMk/>
            <pc:sldMk cId="1001088776" sldId="292"/>
            <ac:spMk id="4" creationId="{63A46638-6308-0A6D-4E2B-AD7DC15CD35E}"/>
          </ac:spMkLst>
        </pc:spChg>
        <pc:picChg chg="add mod">
          <ac:chgData name="Steven Hillaert" userId="3ee34a9d-7e92-43d7-a0fa-4ee247148a11" providerId="ADAL" clId="{69914812-AE0C-4612-882B-2F04BD8D2818}" dt="2026-06-02T09:57:55.319" v="4005"/>
          <ac:picMkLst>
            <pc:docMk/>
            <pc:sldMk cId="1001088776" sldId="292"/>
            <ac:picMk id="5122" creationId="{1E1C34E9-0A97-6140-246B-BC839016F7A1}"/>
          </ac:picMkLst>
        </pc:picChg>
      </pc:sldChg>
      <pc:sldChg chg="modSp mod">
        <pc:chgData name="Steven Hillaert" userId="3ee34a9d-7e92-43d7-a0fa-4ee247148a11" providerId="ADAL" clId="{69914812-AE0C-4612-882B-2F04BD8D2818}" dt="2026-06-01T20:27:54.189" v="3323" actId="2710"/>
        <pc:sldMkLst>
          <pc:docMk/>
          <pc:sldMk cId="2960425817" sldId="294"/>
        </pc:sldMkLst>
        <pc:spChg chg="mod">
          <ac:chgData name="Steven Hillaert" userId="3ee34a9d-7e92-43d7-a0fa-4ee247148a11" providerId="ADAL" clId="{69914812-AE0C-4612-882B-2F04BD8D2818}" dt="2026-05-20T21:32:13.954" v="1723" actId="27636"/>
          <ac:spMkLst>
            <pc:docMk/>
            <pc:sldMk cId="2960425817" sldId="294"/>
            <ac:spMk id="2" creationId="{BF60EA87-C108-85B7-0800-8C3A4FADD000}"/>
          </ac:spMkLst>
        </pc:spChg>
        <pc:spChg chg="mod">
          <ac:chgData name="Steven Hillaert" userId="3ee34a9d-7e92-43d7-a0fa-4ee247148a11" providerId="ADAL" clId="{69914812-AE0C-4612-882B-2F04BD8D2818}" dt="2026-06-01T20:27:54.189" v="3323" actId="2710"/>
          <ac:spMkLst>
            <pc:docMk/>
            <pc:sldMk cId="2960425817" sldId="294"/>
            <ac:spMk id="3" creationId="{5AF12C17-ADB3-2830-F7EC-EE1B1FE3C606}"/>
          </ac:spMkLst>
        </pc:spChg>
      </pc:sldChg>
      <pc:sldChg chg="modSp mod">
        <pc:chgData name="Steven Hillaert" userId="3ee34a9d-7e92-43d7-a0fa-4ee247148a11" providerId="ADAL" clId="{69914812-AE0C-4612-882B-2F04BD8D2818}" dt="2026-06-03T18:16:30.583" v="4927" actId="20577"/>
        <pc:sldMkLst>
          <pc:docMk/>
          <pc:sldMk cId="903570090" sldId="295"/>
        </pc:sldMkLst>
        <pc:spChg chg="mod">
          <ac:chgData name="Steven Hillaert" userId="3ee34a9d-7e92-43d7-a0fa-4ee247148a11" providerId="ADAL" clId="{69914812-AE0C-4612-882B-2F04BD8D2818}" dt="2026-06-03T18:16:30.583" v="4927" actId="20577"/>
          <ac:spMkLst>
            <pc:docMk/>
            <pc:sldMk cId="903570090" sldId="295"/>
            <ac:spMk id="2" creationId="{A7675747-423E-0EC8-0901-236E55CDADD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903570090" sldId="295"/>
            <ac:spMk id="4" creationId="{180FA42D-8213-896D-E13C-BACE025B5A1E}"/>
          </ac:spMkLst>
        </pc:spChg>
      </pc:sldChg>
      <pc:sldChg chg="modSp mod">
        <pc:chgData name="Steven Hillaert" userId="3ee34a9d-7e92-43d7-a0fa-4ee247148a11" providerId="ADAL" clId="{69914812-AE0C-4612-882B-2F04BD8D2818}" dt="2026-06-02T18:38:30.943" v="4352" actId="113"/>
        <pc:sldMkLst>
          <pc:docMk/>
          <pc:sldMk cId="2146093344" sldId="296"/>
        </pc:sldMkLst>
        <pc:spChg chg="mod">
          <ac:chgData name="Steven Hillaert" userId="3ee34a9d-7e92-43d7-a0fa-4ee247148a11" providerId="ADAL" clId="{69914812-AE0C-4612-882B-2F04BD8D2818}" dt="2026-05-20T21:32:13.961" v="1724" actId="27636"/>
          <ac:spMkLst>
            <pc:docMk/>
            <pc:sldMk cId="2146093344" sldId="296"/>
            <ac:spMk id="2" creationId="{7EA78DB8-2034-D861-9F0A-BA5CE740560C}"/>
          </ac:spMkLst>
        </pc:spChg>
        <pc:spChg chg="mod">
          <ac:chgData name="Steven Hillaert" userId="3ee34a9d-7e92-43d7-a0fa-4ee247148a11" providerId="ADAL" clId="{69914812-AE0C-4612-882B-2F04BD8D2818}" dt="2026-06-02T18:38:30.943" v="4352" actId="113"/>
          <ac:spMkLst>
            <pc:docMk/>
            <pc:sldMk cId="2146093344" sldId="296"/>
            <ac:spMk id="3" creationId="{494B8A4F-8BE6-4205-40F0-4F236B3BCAE1}"/>
          </ac:spMkLst>
        </pc:spChg>
      </pc:sldChg>
      <pc:sldChg chg="modSp mod">
        <pc:chgData name="Steven Hillaert" userId="3ee34a9d-7e92-43d7-a0fa-4ee247148a11" providerId="ADAL" clId="{69914812-AE0C-4612-882B-2F04BD8D2818}" dt="2026-06-03T18:17:28.945" v="4960" actId="20577"/>
        <pc:sldMkLst>
          <pc:docMk/>
          <pc:sldMk cId="100458897" sldId="297"/>
        </pc:sldMkLst>
        <pc:spChg chg="mod">
          <ac:chgData name="Steven Hillaert" userId="3ee34a9d-7e92-43d7-a0fa-4ee247148a11" providerId="ADAL" clId="{69914812-AE0C-4612-882B-2F04BD8D2818}" dt="2026-06-03T18:17:28.945" v="4960" actId="20577"/>
          <ac:spMkLst>
            <pc:docMk/>
            <pc:sldMk cId="100458897" sldId="297"/>
            <ac:spMk id="2" creationId="{5CF69A17-55FD-2714-87A2-2530FF2AFD04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00458897" sldId="297"/>
            <ac:spMk id="4" creationId="{E4D43F24-E4BE-3479-751E-F907C7D7387C}"/>
          </ac:spMkLst>
        </pc:spChg>
      </pc:sldChg>
      <pc:sldChg chg="modSp mod">
        <pc:chgData name="Steven Hillaert" userId="3ee34a9d-7e92-43d7-a0fa-4ee247148a11" providerId="ADAL" clId="{69914812-AE0C-4612-882B-2F04BD8D2818}" dt="2026-06-03T18:18:24.945" v="4975" actId="20577"/>
        <pc:sldMkLst>
          <pc:docMk/>
          <pc:sldMk cId="4292870060" sldId="298"/>
        </pc:sldMkLst>
        <pc:spChg chg="mod">
          <ac:chgData name="Steven Hillaert" userId="3ee34a9d-7e92-43d7-a0fa-4ee247148a11" providerId="ADAL" clId="{69914812-AE0C-4612-882B-2F04BD8D2818}" dt="2026-05-20T21:32:13.968" v="1725" actId="27636"/>
          <ac:spMkLst>
            <pc:docMk/>
            <pc:sldMk cId="4292870060" sldId="298"/>
            <ac:spMk id="2" creationId="{B59CE8FD-E319-2011-DC48-4F6295DB899D}"/>
          </ac:spMkLst>
        </pc:spChg>
        <pc:spChg chg="mod">
          <ac:chgData name="Steven Hillaert" userId="3ee34a9d-7e92-43d7-a0fa-4ee247148a11" providerId="ADAL" clId="{69914812-AE0C-4612-882B-2F04BD8D2818}" dt="2026-06-03T18:18:24.945" v="4975" actId="20577"/>
          <ac:spMkLst>
            <pc:docMk/>
            <pc:sldMk cId="4292870060" sldId="298"/>
            <ac:spMk id="3" creationId="{1A361405-F855-9CAF-CE96-F12C24482A9B}"/>
          </ac:spMkLst>
        </pc:spChg>
      </pc:sldChg>
      <pc:sldChg chg="addSp delSp modSp mod modNotesTx">
        <pc:chgData name="Steven Hillaert" userId="3ee34a9d-7e92-43d7-a0fa-4ee247148a11" providerId="ADAL" clId="{69914812-AE0C-4612-882B-2F04BD8D2818}" dt="2026-06-02T12:58:18.647" v="4257" actId="20577"/>
        <pc:sldMkLst>
          <pc:docMk/>
          <pc:sldMk cId="2680450705" sldId="299"/>
        </pc:sldMkLst>
        <pc:spChg chg="mod">
          <ac:chgData name="Steven Hillaert" userId="3ee34a9d-7e92-43d7-a0fa-4ee247148a11" providerId="ADAL" clId="{69914812-AE0C-4612-882B-2F04BD8D2818}" dt="2026-06-02T12:53:27.588" v="4193" actId="20577"/>
          <ac:spMkLst>
            <pc:docMk/>
            <pc:sldMk cId="2680450705" sldId="299"/>
            <ac:spMk id="2" creationId="{B1A4EAEC-ED08-3517-A03F-D1264E971FB9}"/>
          </ac:spMkLst>
        </pc:spChg>
        <pc:spChg chg="add mod">
          <ac:chgData name="Steven Hillaert" userId="3ee34a9d-7e92-43d7-a0fa-4ee247148a11" providerId="ADAL" clId="{69914812-AE0C-4612-882B-2F04BD8D2818}" dt="2026-05-28T20:59:20.971" v="2658" actId="1076"/>
          <ac:spMkLst>
            <pc:docMk/>
            <pc:sldMk cId="2680450705" sldId="299"/>
            <ac:spMk id="3" creationId="{234A60EF-4E4E-DA8B-C351-050B85277EA7}"/>
          </ac:spMkLst>
        </pc:spChg>
        <pc:spChg chg="add mod">
          <ac:chgData name="Steven Hillaert" userId="3ee34a9d-7e92-43d7-a0fa-4ee247148a11" providerId="ADAL" clId="{69914812-AE0C-4612-882B-2F04BD8D2818}" dt="2026-06-02T12:56:22.097" v="4205" actId="1076"/>
          <ac:spMkLst>
            <pc:docMk/>
            <pc:sldMk cId="2680450705" sldId="299"/>
            <ac:spMk id="4" creationId="{49BEEBAB-5AC8-BEE6-DEA3-CA19FEB9EAD4}"/>
          </ac:spMkLst>
        </pc:spChg>
        <pc:spChg chg="mod">
          <ac:chgData name="Steven Hillaert" userId="3ee34a9d-7e92-43d7-a0fa-4ee247148a11" providerId="ADAL" clId="{69914812-AE0C-4612-882B-2F04BD8D2818}" dt="2026-06-02T12:56:04.271" v="4203" actId="404"/>
          <ac:spMkLst>
            <pc:docMk/>
            <pc:sldMk cId="2680450705" sldId="299"/>
            <ac:spMk id="9" creationId="{BD2707C6-9E3B-0009-100F-7646A14C4BF6}"/>
          </ac:spMkLst>
        </pc:spChg>
        <pc:spChg chg="mod">
          <ac:chgData name="Steven Hillaert" userId="3ee34a9d-7e92-43d7-a0fa-4ee247148a11" providerId="ADAL" clId="{69914812-AE0C-4612-882B-2F04BD8D2818}" dt="2026-06-02T12:55:53.647" v="4202" actId="1076"/>
          <ac:spMkLst>
            <pc:docMk/>
            <pc:sldMk cId="2680450705" sldId="299"/>
            <ac:spMk id="11" creationId="{5631144C-583C-5417-3F8C-0E2B4AE86A18}"/>
          </ac:spMkLst>
        </pc:spChg>
        <pc:spChg chg="mod">
          <ac:chgData name="Steven Hillaert" userId="3ee34a9d-7e92-43d7-a0fa-4ee247148a11" providerId="ADAL" clId="{69914812-AE0C-4612-882B-2F04BD8D2818}" dt="2026-06-02T12:56:11.183" v="4204" actId="404"/>
          <ac:spMkLst>
            <pc:docMk/>
            <pc:sldMk cId="2680450705" sldId="299"/>
            <ac:spMk id="12" creationId="{D462A197-B87D-C4D2-607A-47767F4483CD}"/>
          </ac:spMkLst>
        </pc:spChg>
        <pc:spChg chg="mod">
          <ac:chgData name="Steven Hillaert" userId="3ee34a9d-7e92-43d7-a0fa-4ee247148a11" providerId="ADAL" clId="{69914812-AE0C-4612-882B-2F04BD8D2818}" dt="2026-05-20T21:41:26.292" v="2037" actId="207"/>
          <ac:spMkLst>
            <pc:docMk/>
            <pc:sldMk cId="2680450705" sldId="299"/>
            <ac:spMk id="17" creationId="{92295F74-6278-EF01-D76C-B35C34CECA24}"/>
          </ac:spMkLst>
        </pc:spChg>
        <pc:spChg chg="mod">
          <ac:chgData name="Steven Hillaert" userId="3ee34a9d-7e92-43d7-a0fa-4ee247148a11" providerId="ADAL" clId="{69914812-AE0C-4612-882B-2F04BD8D2818}" dt="2026-05-20T21:41:13.335" v="2035" actId="1076"/>
          <ac:spMkLst>
            <pc:docMk/>
            <pc:sldMk cId="2680450705" sldId="299"/>
            <ac:spMk id="18" creationId="{DEFC56DB-4635-4991-06BF-73AB75FA4484}"/>
          </ac:spMkLst>
        </pc:spChg>
        <pc:spChg chg="mod">
          <ac:chgData name="Steven Hillaert" userId="3ee34a9d-7e92-43d7-a0fa-4ee247148a11" providerId="ADAL" clId="{69914812-AE0C-4612-882B-2F04BD8D2818}" dt="2026-06-02T12:56:36.225" v="4206" actId="1076"/>
          <ac:spMkLst>
            <pc:docMk/>
            <pc:sldMk cId="2680450705" sldId="299"/>
            <ac:spMk id="23" creationId="{C142AAED-9D2D-27E0-2E50-590681761175}"/>
          </ac:spMkLst>
        </pc:spChg>
        <pc:spChg chg="mod">
          <ac:chgData name="Steven Hillaert" userId="3ee34a9d-7e92-43d7-a0fa-4ee247148a11" providerId="ADAL" clId="{69914812-AE0C-4612-882B-2F04BD8D2818}" dt="2026-05-28T20:58:12.785" v="2648" actId="6549"/>
          <ac:spMkLst>
            <pc:docMk/>
            <pc:sldMk cId="2680450705" sldId="299"/>
            <ac:spMk id="24" creationId="{2F761AAC-1A6C-2471-DA5F-D70BC21956D5}"/>
          </ac:spMkLst>
        </pc:spChg>
        <pc:picChg chg="mod">
          <ac:chgData name="Steven Hillaert" userId="3ee34a9d-7e92-43d7-a0fa-4ee247148a11" providerId="ADAL" clId="{69914812-AE0C-4612-882B-2F04BD8D2818}" dt="2026-05-20T21:37:29.016" v="1788" actId="207"/>
          <ac:picMkLst>
            <pc:docMk/>
            <pc:sldMk cId="2680450705" sldId="299"/>
            <ac:picMk id="19" creationId="{97FC8B16-54D7-A247-E3BC-045C2CC84539}"/>
          </ac:picMkLst>
        </pc:picChg>
        <pc:picChg chg="mod">
          <ac:chgData name="Steven Hillaert" userId="3ee34a9d-7e92-43d7-a0fa-4ee247148a11" providerId="ADAL" clId="{69914812-AE0C-4612-882B-2F04BD8D2818}" dt="2026-05-28T20:59:10.327" v="2656" actId="14100"/>
          <ac:picMkLst>
            <pc:docMk/>
            <pc:sldMk cId="2680450705" sldId="299"/>
            <ac:picMk id="20" creationId="{FD74FB0E-961D-474C-2168-7B2A1D64538B}"/>
          </ac:picMkLst>
        </pc:picChg>
        <pc:picChg chg="mod">
          <ac:chgData name="Steven Hillaert" userId="3ee34a9d-7e92-43d7-a0fa-4ee247148a11" providerId="ADAL" clId="{69914812-AE0C-4612-882B-2F04BD8D2818}" dt="2026-06-02T12:57:31.987" v="4208" actId="1076"/>
          <ac:picMkLst>
            <pc:docMk/>
            <pc:sldMk cId="2680450705" sldId="299"/>
            <ac:picMk id="21" creationId="{DD49E590-F677-72D9-F8D2-17B1D864B3FA}"/>
          </ac:picMkLst>
        </pc:picChg>
        <pc:cxnChg chg="mod">
          <ac:chgData name="Steven Hillaert" userId="3ee34a9d-7e92-43d7-a0fa-4ee247148a11" providerId="ADAL" clId="{69914812-AE0C-4612-882B-2F04BD8D2818}" dt="2026-05-20T21:41:41.595" v="2057" actId="692"/>
          <ac:cxnSpMkLst>
            <pc:docMk/>
            <pc:sldMk cId="2680450705" sldId="299"/>
            <ac:cxnSpMk id="14" creationId="{56DB7DA8-8535-C2C9-8773-0D1D401FAAAB}"/>
          </ac:cxnSpMkLst>
        </pc:cxnChg>
      </pc:sldChg>
      <pc:sldChg chg="addSp modSp add mod">
        <pc:chgData name="Steven Hillaert" userId="3ee34a9d-7e92-43d7-a0fa-4ee247148a11" providerId="ADAL" clId="{69914812-AE0C-4612-882B-2F04BD8D2818}" dt="2026-06-01T20:56:40.360" v="3460" actId="20577"/>
        <pc:sldMkLst>
          <pc:docMk/>
          <pc:sldMk cId="2698254906" sldId="301"/>
        </pc:sldMkLst>
        <pc:spChg chg="add mod">
          <ac:chgData name="Steven Hillaert" userId="3ee34a9d-7e92-43d7-a0fa-4ee247148a11" providerId="ADAL" clId="{69914812-AE0C-4612-882B-2F04BD8D2818}" dt="2026-06-01T20:55:42.451" v="3456" actId="1076"/>
          <ac:spMkLst>
            <pc:docMk/>
            <pc:sldMk cId="2698254906" sldId="301"/>
            <ac:spMk id="2" creationId="{2F36E7F5-3943-CBEC-A6DA-A05982A4ADB3}"/>
          </ac:spMkLst>
        </pc:spChg>
        <pc:spChg chg="mod">
          <ac:chgData name="Steven Hillaert" userId="3ee34a9d-7e92-43d7-a0fa-4ee247148a11" providerId="ADAL" clId="{69914812-AE0C-4612-882B-2F04BD8D2818}" dt="2026-06-01T20:55:27.904" v="3455" actId="403"/>
          <ac:spMkLst>
            <pc:docMk/>
            <pc:sldMk cId="2698254906" sldId="301"/>
            <ac:spMk id="3" creationId="{AF289A80-C0B7-F4C9-276A-99EAB4C1F6B4}"/>
          </ac:spMkLst>
        </pc:spChg>
        <pc:spChg chg="mod">
          <ac:chgData name="Steven Hillaert" userId="3ee34a9d-7e92-43d7-a0fa-4ee247148a11" providerId="ADAL" clId="{69914812-AE0C-4612-882B-2F04BD8D2818}" dt="2026-06-01T20:56:40.360" v="3460" actId="20577"/>
          <ac:spMkLst>
            <pc:docMk/>
            <pc:sldMk cId="2698254906" sldId="301"/>
            <ac:spMk id="4" creationId="{39E98C86-42BD-8CCD-7B21-829E1EEF76BA}"/>
          </ac:spMkLst>
        </pc:spChg>
      </pc:sldChg>
      <pc:sldChg chg="addSp delSp modSp new mod modClrScheme chgLayout">
        <pc:chgData name="Steven Hillaert" userId="3ee34a9d-7e92-43d7-a0fa-4ee247148a11" providerId="ADAL" clId="{69914812-AE0C-4612-882B-2F04BD8D2818}" dt="2026-06-05T15:06:42.073" v="5312" actId="20577"/>
        <pc:sldMkLst>
          <pc:docMk/>
          <pc:sldMk cId="40626384" sldId="302"/>
        </pc:sldMkLst>
        <pc:spChg chg="mod ord">
          <ac:chgData name="Steven Hillaert" userId="3ee34a9d-7e92-43d7-a0fa-4ee247148a11" providerId="ADAL" clId="{69914812-AE0C-4612-882B-2F04BD8D2818}" dt="2026-06-05T14:49:52.612" v="5111" actId="700"/>
          <ac:spMkLst>
            <pc:docMk/>
            <pc:sldMk cId="40626384" sldId="302"/>
            <ac:spMk id="2" creationId="{68860848-EDBC-3E65-7567-EC02B40812F8}"/>
          </ac:spMkLst>
        </pc:spChg>
        <pc:spChg chg="mod ord">
          <ac:chgData name="Steven Hillaert" userId="3ee34a9d-7e92-43d7-a0fa-4ee247148a11" providerId="ADAL" clId="{69914812-AE0C-4612-882B-2F04BD8D2818}" dt="2026-06-05T15:04:43.900" v="5180" actId="14100"/>
          <ac:spMkLst>
            <pc:docMk/>
            <pc:sldMk cId="40626384" sldId="302"/>
            <ac:spMk id="3" creationId="{85A97ED0-96EC-0D72-0CC7-C5A38069879B}"/>
          </ac:spMkLst>
        </pc:spChg>
        <pc:spChg chg="add mod ord">
          <ac:chgData name="Steven Hillaert" userId="3ee34a9d-7e92-43d7-a0fa-4ee247148a11" providerId="ADAL" clId="{69914812-AE0C-4612-882B-2F04BD8D2818}" dt="2026-06-05T15:04:40.136" v="5179" actId="14100"/>
          <ac:spMkLst>
            <pc:docMk/>
            <pc:sldMk cId="40626384" sldId="302"/>
            <ac:spMk id="4" creationId="{CDE0E7A5-1109-E102-1C1A-41F559F46635}"/>
          </ac:spMkLst>
        </pc:spChg>
        <pc:spChg chg="add mod ord">
          <ac:chgData name="Steven Hillaert" userId="3ee34a9d-7e92-43d7-a0fa-4ee247148a11" providerId="ADAL" clId="{69914812-AE0C-4612-882B-2F04BD8D2818}" dt="2026-06-05T14:50:16.202" v="5116" actId="20577"/>
          <ac:spMkLst>
            <pc:docMk/>
            <pc:sldMk cId="40626384" sldId="302"/>
            <ac:spMk id="5" creationId="{D99FF679-91CF-1D21-C0E0-57E3BB7F606D}"/>
          </ac:spMkLst>
        </pc:spChg>
        <pc:spChg chg="add del mod ord">
          <ac:chgData name="Steven Hillaert" userId="3ee34a9d-7e92-43d7-a0fa-4ee247148a11" providerId="ADAL" clId="{69914812-AE0C-4612-882B-2F04BD8D2818}" dt="2026-06-05T14:50:00.538" v="5113" actId="478"/>
          <ac:spMkLst>
            <pc:docMk/>
            <pc:sldMk cId="40626384" sldId="302"/>
            <ac:spMk id="6" creationId="{90A853AD-5EFE-6F74-680E-CAA4A188201B}"/>
          </ac:spMkLst>
        </pc:spChg>
        <pc:spChg chg="add mod">
          <ac:chgData name="Steven Hillaert" userId="3ee34a9d-7e92-43d7-a0fa-4ee247148a11" providerId="ADAL" clId="{69914812-AE0C-4612-882B-2F04BD8D2818}" dt="2026-06-05T15:06:42.073" v="5312" actId="20577"/>
          <ac:spMkLst>
            <pc:docMk/>
            <pc:sldMk cId="40626384" sldId="302"/>
            <ac:spMk id="6" creationId="{E3D652A9-3972-C224-280A-A1252F73EB12}"/>
          </ac:spMkLst>
        </pc:spChg>
        <pc:spChg chg="add mod">
          <ac:chgData name="Steven Hillaert" userId="3ee34a9d-7e92-43d7-a0fa-4ee247148a11" providerId="ADAL" clId="{69914812-AE0C-4612-882B-2F04BD8D2818}" dt="2026-06-05T15:05:30.546" v="5193"/>
          <ac:spMkLst>
            <pc:docMk/>
            <pc:sldMk cId="40626384" sldId="302"/>
            <ac:spMk id="7" creationId="{D2BE0803-0AD0-E0A6-6AA4-1F198211DF94}"/>
          </ac:spMkLst>
        </pc:spChg>
      </pc:sldChg>
      <pc:sldChg chg="modSp add mod modAnim">
        <pc:chgData name="Steven Hillaert" userId="3ee34a9d-7e92-43d7-a0fa-4ee247148a11" providerId="ADAL" clId="{69914812-AE0C-4612-882B-2F04BD8D2818}" dt="2026-06-02T14:04:14.496" v="4278"/>
        <pc:sldMkLst>
          <pc:docMk/>
          <pc:sldMk cId="2027792749" sldId="303"/>
        </pc:sldMkLst>
        <pc:spChg chg="mod">
          <ac:chgData name="Steven Hillaert" userId="3ee34a9d-7e92-43d7-a0fa-4ee247148a11" providerId="ADAL" clId="{69914812-AE0C-4612-882B-2F04BD8D2818}" dt="2026-05-28T21:20:16.197" v="2906"/>
          <ac:spMkLst>
            <pc:docMk/>
            <pc:sldMk cId="2027792749" sldId="303"/>
            <ac:spMk id="2" creationId="{87504535-BC0F-AACB-7C7E-95F5BBC2082A}"/>
          </ac:spMkLst>
        </pc:spChg>
        <pc:spChg chg="mod">
          <ac:chgData name="Steven Hillaert" userId="3ee34a9d-7e92-43d7-a0fa-4ee247148a11" providerId="ADAL" clId="{69914812-AE0C-4612-882B-2F04BD8D2818}" dt="2026-05-28T21:20:52.142" v="2912" actId="403"/>
          <ac:spMkLst>
            <pc:docMk/>
            <pc:sldMk cId="2027792749" sldId="303"/>
            <ac:spMk id="3" creationId="{C509E906-04E3-1BE5-F58D-E81B332571FD}"/>
          </ac:spMkLst>
        </pc:spChg>
      </pc:sld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2901377914" sldId="2147483660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168957034" sldId="214748366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02850824" sldId="214748366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44405847" sldId="214748366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510160169" sldId="214748366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661336050" sldId="214748366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308868936" sldId="214748366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912117314" sldId="214748366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105623484" sldId="214748366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686312575" sldId="214748366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808644966" sldId="214748367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878143702" sldId="214748367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905015732" sldId="214748367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937900475" sldId="214748367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513814474" sldId="214748367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90383507" sldId="214748367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827278416" sldId="214748367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873832453" sldId="214748367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07442954" sldId="214748367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38210173" sldId="214748367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660498324" sldId="214748368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90224626" sldId="214748368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733174796" sldId="214748368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708645316" sldId="214748368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776690805" sldId="214748368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058238461" sldId="214748368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34946022" sldId="214748368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212980362" sldId="214748368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655900470" sldId="214748368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563126711" sldId="214748368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049287557" sldId="214748369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197263718" sldId="214748369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638687344" sldId="214748369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881540917" sldId="214748369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812583064" sldId="214748369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161772908" sldId="214748369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616948478" sldId="214748369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7395224" sldId="214748369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493896954" sldId="214748369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78843321" sldId="214748369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904085553" sldId="214748370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586806990" sldId="214748370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884594583" sldId="214748370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245432762" sldId="214748370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622339553" sldId="2147483704"/>
          </pc:sldLayoutMkLst>
        </pc:sldLayoutChg>
      </pc:sldMasterChg>
      <pc:sldMasterChg chg="setBg delSldLayout modSldLayout">
        <pc:chgData name="Steven Hillaert" userId="3ee34a9d-7e92-43d7-a0fa-4ee247148a11" providerId="ADAL" clId="{69914812-AE0C-4612-882B-2F04BD8D2818}" dt="2026-06-03T10:35:08.721" v="4565" actId="2696"/>
        <pc:sldMasterMkLst>
          <pc:docMk/>
          <pc:sldMasterMk cId="3797220209" sldId="2147483705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493979984" sldId="214748370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462759806" sldId="214748370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88761131" sldId="214748370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724613538" sldId="214748370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861169735" sldId="214748371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614774572" sldId="214748371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050445694" sldId="214748371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825046362" sldId="214748371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967340560" sldId="214748371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19795096" sldId="214748371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170584725" sldId="214748371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496664298" sldId="214748371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10177133" sldId="214748371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89173061" sldId="214748371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435666911" sldId="214748372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27792436" sldId="214748372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871916167" sldId="214748372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163568759" sldId="214748372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57965739" sldId="214748372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327159978" sldId="214748372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525748971" sldId="214748372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224004458" sldId="214748372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88237107" sldId="214748372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986250055" sldId="2147483730"/>
          </pc:sldLayoutMkLst>
        </pc:sldLayoutChg>
      </pc:sldMaster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530449872" sldId="2147483731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265856373" sldId="214748373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789936979" sldId="214748373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871511926" sldId="214748373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738976343" sldId="214748373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1983009455" sldId="214748373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163825610" sldId="2147483737"/>
          </pc:sldLayoutMkLst>
        </pc:sldLayoutChg>
      </pc:sldMaster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1129568120" sldId="2147483738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111902150" sldId="214748373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4204886079" sldId="214748374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1044975936" sldId="214748374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390541386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E34CA-C345-44B3-B07B-472E137FCD5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3018C-E684-4F3E-B05B-EBD74707B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Participate in the polls</a:t>
            </a:r>
          </a:p>
          <a:p>
            <a:endParaRPr lang="en-US" dirty="0"/>
          </a:p>
          <a:p>
            <a:r>
              <a:rPr lang="en-US" dirty="0"/>
              <a:t>1 poll already active to get an idea of roles in the audience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62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  <a:p>
            <a:endParaRPr lang="en-US" dirty="0"/>
          </a:p>
          <a:p>
            <a:r>
              <a:rPr lang="en-US" dirty="0"/>
              <a:t>Functional impact (what problem do we need to solve)</a:t>
            </a:r>
          </a:p>
          <a:p>
            <a:r>
              <a:rPr lang="en-US" dirty="0"/>
              <a:t>Non-functional impact (how will it behave)</a:t>
            </a:r>
          </a:p>
          <a:p>
            <a:r>
              <a:rPr lang="en-US" dirty="0"/>
              <a:t>Technical impact (how to implement the solutions)</a:t>
            </a:r>
          </a:p>
          <a:p>
            <a:r>
              <a:rPr lang="en-US" dirty="0"/>
              <a:t>Strategic impact (is it aligned with vision and strategy)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9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Short description of entities</a:t>
            </a:r>
          </a:p>
          <a:p>
            <a:endParaRPr lang="en-GB" dirty="0"/>
          </a:p>
          <a:p>
            <a:r>
              <a:rPr lang="en-GB" dirty="0"/>
              <a:t>How calculation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78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level overview how account information arrives.</a:t>
            </a:r>
          </a:p>
          <a:p>
            <a:r>
              <a:rPr lang="en-US" dirty="0"/>
              <a:t>The application is more than just this: </a:t>
            </a:r>
          </a:p>
          <a:p>
            <a:r>
              <a:rPr lang="en-US" dirty="0"/>
              <a:t>   - mgmt. screens</a:t>
            </a:r>
          </a:p>
          <a:p>
            <a:r>
              <a:rPr lang="en-US" dirty="0"/>
              <a:t>   - calculation</a:t>
            </a:r>
          </a:p>
          <a:p>
            <a:r>
              <a:rPr lang="en-US" dirty="0"/>
              <a:t>   - invoicing</a:t>
            </a:r>
          </a:p>
          <a:p>
            <a:r>
              <a:rPr lang="en-US" dirty="0"/>
              <a:t>   - approval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9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All discovered during integration testing (there could be more)</a:t>
            </a:r>
          </a:p>
          <a:p>
            <a:r>
              <a:rPr lang="en-US" dirty="0">
                <a:sym typeface="Wingdings" panose="05000000000000000000" pitchFamily="2" charset="2"/>
              </a:rPr>
              <a:t>We had no control over these events/messages</a:t>
            </a:r>
          </a:p>
          <a:p>
            <a:r>
              <a:rPr lang="en-US" dirty="0">
                <a:sym typeface="Wingdings" panose="05000000000000000000" pitchFamily="2" charset="2"/>
              </a:rPr>
              <a:t>Other team couldn’t guarantee “normal” / chronological messages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ASK: how would you solve the out-of-order publishing?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10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91A0-088C-27E7-CC7A-BF45F17B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E0EF2-33A3-A4E0-E44B-5C199CA78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9F966-22F9-013E-32B7-F0261DF48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All discovered during integration testing (there could be more)</a:t>
            </a:r>
          </a:p>
          <a:p>
            <a:r>
              <a:rPr lang="en-US" dirty="0">
                <a:sym typeface="Wingdings" panose="05000000000000000000" pitchFamily="2" charset="2"/>
              </a:rPr>
              <a:t>We had no control over these events/messages</a:t>
            </a:r>
          </a:p>
          <a:p>
            <a:r>
              <a:rPr lang="en-US" dirty="0">
                <a:sym typeface="Wingdings" panose="05000000000000000000" pitchFamily="2" charset="2"/>
              </a:rPr>
              <a:t>Other team couldn’t guarantee “normal” / chronological messages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ASK: how would you solve the out-of-order publishing?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5CC8-7497-FA7A-211F-0C0DB0FEA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48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47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step back. </a:t>
            </a:r>
          </a:p>
          <a:p>
            <a:r>
              <a:rPr lang="en-US" dirty="0"/>
              <a:t>We’ve mainly talked about the technical part.</a:t>
            </a:r>
          </a:p>
          <a:p>
            <a:endParaRPr lang="en-US" dirty="0"/>
          </a:p>
          <a:p>
            <a:r>
              <a:rPr lang="en-US" dirty="0"/>
              <a:t>But there’s more.</a:t>
            </a:r>
          </a:p>
          <a:p>
            <a:endParaRPr lang="en-US" dirty="0"/>
          </a:p>
          <a:p>
            <a:r>
              <a:rPr lang="en-US" dirty="0"/>
              <a:t>Friction here means that unexpected messages or ordering shouldn’t break the system or cause a burden on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74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75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1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about how far do we go in our engineering. Under engineering vs over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5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mental masturbation for developers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7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21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users: professional inspectors don’t want to answer 100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8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explain how this was easy to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59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77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gradually: by using strangler fig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35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got layered services</a:t>
            </a:r>
          </a:p>
          <a:p>
            <a:endParaRPr lang="en-US" dirty="0"/>
          </a:p>
          <a:p>
            <a:r>
              <a:rPr lang="en-US" dirty="0"/>
              <a:t>This was some time ago, I’ve learned better ways to implement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95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Eventually we did improve the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5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35">
            <a:extLst>
              <a:ext uri="{FF2B5EF4-FFF2-40B4-BE49-F238E27FC236}">
                <a16:creationId xmlns:a16="http://schemas.microsoft.com/office/drawing/2014/main" id="{7AA5EAB0-DE1C-0E19-B0CC-A67908D5E7C2}"/>
              </a:ext>
            </a:extLst>
          </p:cNvPr>
          <p:cNvSpPr/>
          <p:nvPr userDrawn="1"/>
        </p:nvSpPr>
        <p:spPr>
          <a:xfrm>
            <a:off x="524006" y="1878121"/>
            <a:ext cx="2568884" cy="15234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Choose</a:t>
            </a:r>
            <a:r>
              <a:rPr lang="en-GB" sz="1100" b="1" i="0" cap="all" baseline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 ANOTHER SLIDE LAYOUT</a:t>
            </a:r>
          </a:p>
        </p:txBody>
      </p:sp>
      <p:sp>
        <p:nvSpPr>
          <p:cNvPr id="4" name="Rechthoek 36">
            <a:extLst>
              <a:ext uri="{FF2B5EF4-FFF2-40B4-BE49-F238E27FC236}">
                <a16:creationId xmlns:a16="http://schemas.microsoft.com/office/drawing/2014/main" id="{160882DA-7EB7-927C-91FF-46F7F761721E}"/>
              </a:ext>
            </a:extLst>
          </p:cNvPr>
          <p:cNvSpPr/>
          <p:nvPr userDrawn="1"/>
        </p:nvSpPr>
        <p:spPr>
          <a:xfrm>
            <a:off x="524006" y="2163336"/>
            <a:ext cx="2568884" cy="41549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000" kern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U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Layout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button under the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‘Home’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tab to select the desired slide layout for your EXISTING slide.</a:t>
            </a:r>
          </a:p>
        </p:txBody>
      </p:sp>
      <p:sp>
        <p:nvSpPr>
          <p:cNvPr id="5" name="Rechthoek 37">
            <a:extLst>
              <a:ext uri="{FF2B5EF4-FFF2-40B4-BE49-F238E27FC236}">
                <a16:creationId xmlns:a16="http://schemas.microsoft.com/office/drawing/2014/main" id="{1A1C7BDF-9FF9-CC7A-00FA-3E63312952F3}"/>
              </a:ext>
            </a:extLst>
          </p:cNvPr>
          <p:cNvSpPr/>
          <p:nvPr userDrawn="1"/>
        </p:nvSpPr>
        <p:spPr>
          <a:xfrm>
            <a:off x="980501" y="2728378"/>
            <a:ext cx="1390942" cy="515958"/>
          </a:xfrm>
          <a:prstGeom prst="rect">
            <a:avLst/>
          </a:prstGeom>
          <a:solidFill>
            <a:srgbClr val="F9E2D9"/>
          </a:solidFill>
          <a:ln w="12700">
            <a:solidFill>
              <a:srgbClr val="D1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800" b="0" i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6" name="Rechthoek 38">
            <a:extLst>
              <a:ext uri="{FF2B5EF4-FFF2-40B4-BE49-F238E27FC236}">
                <a16:creationId xmlns:a16="http://schemas.microsoft.com/office/drawing/2014/main" id="{D2BC62E3-F6AD-4598-C0EB-79EFCD6FA96D}"/>
              </a:ext>
            </a:extLst>
          </p:cNvPr>
          <p:cNvSpPr/>
          <p:nvPr userDrawn="1"/>
        </p:nvSpPr>
        <p:spPr>
          <a:xfrm>
            <a:off x="986736" y="2975913"/>
            <a:ext cx="1384707" cy="262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000" b="0" i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7" name="Groep 39">
            <a:extLst>
              <a:ext uri="{FF2B5EF4-FFF2-40B4-BE49-F238E27FC236}">
                <a16:creationId xmlns:a16="http://schemas.microsoft.com/office/drawing/2014/main" id="{667E6553-C5B1-E946-E4E1-E14F205A95F2}"/>
              </a:ext>
            </a:extLst>
          </p:cNvPr>
          <p:cNvGrpSpPr/>
          <p:nvPr userDrawn="1"/>
        </p:nvGrpSpPr>
        <p:grpSpPr>
          <a:xfrm>
            <a:off x="1062451" y="2789715"/>
            <a:ext cx="155951" cy="131922"/>
            <a:chOff x="12968836" y="3354170"/>
            <a:chExt cx="404806" cy="342433"/>
          </a:xfrm>
        </p:grpSpPr>
        <p:sp>
          <p:nvSpPr>
            <p:cNvPr id="25" name="Rechthoek: afgeronde hoeken 61">
              <a:extLst>
                <a:ext uri="{FF2B5EF4-FFF2-40B4-BE49-F238E27FC236}">
                  <a16:creationId xmlns:a16="http://schemas.microsoft.com/office/drawing/2014/main" id="{2BAE3917-47CF-A963-46CF-1FB384913FAD}"/>
                </a:ext>
              </a:extLst>
            </p:cNvPr>
            <p:cNvSpPr/>
            <p:nvPr userDrawn="1"/>
          </p:nvSpPr>
          <p:spPr>
            <a:xfrm>
              <a:off x="12968836" y="3354170"/>
              <a:ext cx="404806" cy="342433"/>
            </a:xfrm>
            <a:prstGeom prst="roundRect">
              <a:avLst>
                <a:gd name="adj" fmla="val 2911"/>
              </a:avLst>
            </a:prstGeom>
            <a:solidFill>
              <a:schemeClr val="bg1"/>
            </a:solidFill>
            <a:ln w="12700">
              <a:solidFill>
                <a:srgbClr val="8181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6" name="Rechthoek 58">
              <a:extLst>
                <a:ext uri="{FF2B5EF4-FFF2-40B4-BE49-F238E27FC236}">
                  <a16:creationId xmlns:a16="http://schemas.microsoft.com/office/drawing/2014/main" id="{9501F24D-CAEA-8CEE-D62A-E3BBB455EBAB}"/>
                </a:ext>
              </a:extLst>
            </p:cNvPr>
            <p:cNvSpPr/>
            <p:nvPr userDrawn="1"/>
          </p:nvSpPr>
          <p:spPr>
            <a:xfrm>
              <a:off x="13025180" y="3401181"/>
              <a:ext cx="305213" cy="41563"/>
            </a:xfrm>
            <a:prstGeom prst="rect">
              <a:avLst/>
            </a:prstGeom>
            <a:solidFill>
              <a:srgbClr val="D1D1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7" name="Rechthoek 59">
              <a:extLst>
                <a:ext uri="{FF2B5EF4-FFF2-40B4-BE49-F238E27FC236}">
                  <a16:creationId xmlns:a16="http://schemas.microsoft.com/office/drawing/2014/main" id="{D6CC6C50-AB57-6FE1-B63F-1411C14C318B}"/>
                </a:ext>
              </a:extLst>
            </p:cNvPr>
            <p:cNvSpPr/>
            <p:nvPr userDrawn="1"/>
          </p:nvSpPr>
          <p:spPr>
            <a:xfrm>
              <a:off x="13025181" y="3471575"/>
              <a:ext cx="118778" cy="181691"/>
            </a:xfrm>
            <a:prstGeom prst="rect">
              <a:avLst/>
            </a:prstGeom>
            <a:solidFill>
              <a:srgbClr val="D1D1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8" name="Rechthoek 60">
              <a:extLst>
                <a:ext uri="{FF2B5EF4-FFF2-40B4-BE49-F238E27FC236}">
                  <a16:creationId xmlns:a16="http://schemas.microsoft.com/office/drawing/2014/main" id="{DF66C679-F74A-3A6D-CCA1-4C5E275B88F6}"/>
                </a:ext>
              </a:extLst>
            </p:cNvPr>
            <p:cNvSpPr/>
            <p:nvPr userDrawn="1"/>
          </p:nvSpPr>
          <p:spPr>
            <a:xfrm>
              <a:off x="13180812" y="3481982"/>
              <a:ext cx="13527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9" name="Rechthoek 61">
              <a:extLst>
                <a:ext uri="{FF2B5EF4-FFF2-40B4-BE49-F238E27FC236}">
                  <a16:creationId xmlns:a16="http://schemas.microsoft.com/office/drawing/2014/main" id="{22D32788-8DCF-0416-103C-14BF867F49D5}"/>
                </a:ext>
              </a:extLst>
            </p:cNvPr>
            <p:cNvSpPr/>
            <p:nvPr userDrawn="1"/>
          </p:nvSpPr>
          <p:spPr>
            <a:xfrm>
              <a:off x="13180812" y="3554800"/>
              <a:ext cx="6941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30" name="Rechthoek 62">
              <a:extLst>
                <a:ext uri="{FF2B5EF4-FFF2-40B4-BE49-F238E27FC236}">
                  <a16:creationId xmlns:a16="http://schemas.microsoft.com/office/drawing/2014/main" id="{7A66324C-8805-0C7D-3FAC-C3FC04FBF0D9}"/>
                </a:ext>
              </a:extLst>
            </p:cNvPr>
            <p:cNvSpPr/>
            <p:nvPr userDrawn="1"/>
          </p:nvSpPr>
          <p:spPr>
            <a:xfrm>
              <a:off x="13180812" y="3627618"/>
              <a:ext cx="6941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grpSp>
        <p:nvGrpSpPr>
          <p:cNvPr id="8" name="Groep 40">
            <a:extLst>
              <a:ext uri="{FF2B5EF4-FFF2-40B4-BE49-F238E27FC236}">
                <a16:creationId xmlns:a16="http://schemas.microsoft.com/office/drawing/2014/main" id="{F9F48981-3C74-2F8C-783D-27E6369E6617}"/>
              </a:ext>
            </a:extLst>
          </p:cNvPr>
          <p:cNvGrpSpPr/>
          <p:nvPr userDrawn="1"/>
        </p:nvGrpSpPr>
        <p:grpSpPr>
          <a:xfrm>
            <a:off x="1042896" y="3019379"/>
            <a:ext cx="166739" cy="218963"/>
            <a:chOff x="12940828" y="3950597"/>
            <a:chExt cx="432813" cy="568367"/>
          </a:xfrm>
        </p:grpSpPr>
        <p:grpSp>
          <p:nvGrpSpPr>
            <p:cNvPr id="17" name="Groep 49">
              <a:extLst>
                <a:ext uri="{FF2B5EF4-FFF2-40B4-BE49-F238E27FC236}">
                  <a16:creationId xmlns:a16="http://schemas.microsoft.com/office/drawing/2014/main" id="{BECFF58D-2228-B183-C2DD-9E002D87865D}"/>
                </a:ext>
              </a:extLst>
            </p:cNvPr>
            <p:cNvGrpSpPr/>
            <p:nvPr userDrawn="1"/>
          </p:nvGrpSpPr>
          <p:grpSpPr>
            <a:xfrm>
              <a:off x="13000382" y="4006891"/>
              <a:ext cx="373259" cy="315747"/>
              <a:chOff x="12968836" y="3354170"/>
              <a:chExt cx="404806" cy="342433"/>
            </a:xfrm>
          </p:grpSpPr>
          <p:sp>
            <p:nvSpPr>
              <p:cNvPr id="19" name="Rechthoek: afgeronde hoeken 55">
                <a:extLst>
                  <a:ext uri="{FF2B5EF4-FFF2-40B4-BE49-F238E27FC236}">
                    <a16:creationId xmlns:a16="http://schemas.microsoft.com/office/drawing/2014/main" id="{53373CBD-9F7F-E413-ECD8-21C40286FC73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0" name="Rechthoek 52">
                <a:extLst>
                  <a:ext uri="{FF2B5EF4-FFF2-40B4-BE49-F238E27FC236}">
                    <a16:creationId xmlns:a16="http://schemas.microsoft.com/office/drawing/2014/main" id="{2B5FFB39-24A9-9E1E-30C2-E48F5F80A49B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1" name="Rechthoek 53">
                <a:extLst>
                  <a:ext uri="{FF2B5EF4-FFF2-40B4-BE49-F238E27FC236}">
                    <a16:creationId xmlns:a16="http://schemas.microsoft.com/office/drawing/2014/main" id="{A29D5075-B911-A1AB-9548-AE5BD382614E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2" name="Rechthoek 54">
                <a:extLst>
                  <a:ext uri="{FF2B5EF4-FFF2-40B4-BE49-F238E27FC236}">
                    <a16:creationId xmlns:a16="http://schemas.microsoft.com/office/drawing/2014/main" id="{B346D9DF-1052-3720-FE86-C06D250791E6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3" name="Rechthoek 55">
                <a:extLst>
                  <a:ext uri="{FF2B5EF4-FFF2-40B4-BE49-F238E27FC236}">
                    <a16:creationId xmlns:a16="http://schemas.microsoft.com/office/drawing/2014/main" id="{C4A7D001-B014-3F6B-E8E3-84E988ADABB9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4" name="Rechthoek 56">
                <a:extLst>
                  <a:ext uri="{FF2B5EF4-FFF2-40B4-BE49-F238E27FC236}">
                    <a16:creationId xmlns:a16="http://schemas.microsoft.com/office/drawing/2014/main" id="{CA2DB4FA-43A9-AA18-876B-9DD45F2DD124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18" name="Boog 50">
              <a:extLst>
                <a:ext uri="{FF2B5EF4-FFF2-40B4-BE49-F238E27FC236}">
                  <a16:creationId xmlns:a16="http://schemas.microsoft.com/office/drawing/2014/main" id="{D283E939-244A-D9B5-3EF6-955CAF491B81}"/>
                </a:ext>
              </a:extLst>
            </p:cNvPr>
            <p:cNvSpPr/>
            <p:nvPr userDrawn="1"/>
          </p:nvSpPr>
          <p:spPr>
            <a:xfrm rot="17637075">
              <a:off x="12776155" y="4115270"/>
              <a:ext cx="568367" cy="239021"/>
            </a:xfrm>
            <a:prstGeom prst="arc">
              <a:avLst>
                <a:gd name="adj1" fmla="val 15959368"/>
                <a:gd name="adj2" fmla="val 1354623"/>
              </a:avLst>
            </a:prstGeom>
            <a:noFill/>
            <a:ln w="19050" cap="flat" cmpd="sng" algn="ctr">
              <a:solidFill>
                <a:srgbClr val="4D82B8"/>
              </a:solidFill>
              <a:prstDash val="solid"/>
              <a:headEnd type="arrow" w="med" len="sm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en-GB" sz="2400" b="0" i="0" noProof="0"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9" name="Tekstvak 41">
            <a:extLst>
              <a:ext uri="{FF2B5EF4-FFF2-40B4-BE49-F238E27FC236}">
                <a16:creationId xmlns:a16="http://schemas.microsoft.com/office/drawing/2014/main" id="{0A6DCE40-01A2-5577-FD39-21EB5A1F15AC}"/>
              </a:ext>
            </a:extLst>
          </p:cNvPr>
          <p:cNvSpPr txBox="1"/>
          <p:nvPr userDrawn="1"/>
        </p:nvSpPr>
        <p:spPr>
          <a:xfrm>
            <a:off x="1220865" y="2789715"/>
            <a:ext cx="896116" cy="13470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algn="l" defTabSz="12175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b="0" i="0"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Layout</a:t>
            </a:r>
            <a:endParaRPr lang="en-GB" sz="800" b="0" i="0" kern="1200"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10" name="Tekstvak 42">
            <a:extLst>
              <a:ext uri="{FF2B5EF4-FFF2-40B4-BE49-F238E27FC236}">
                <a16:creationId xmlns:a16="http://schemas.microsoft.com/office/drawing/2014/main" id="{5D19659C-E366-6210-1BF7-31C192F4D5BD}"/>
              </a:ext>
            </a:extLst>
          </p:cNvPr>
          <p:cNvSpPr txBox="1"/>
          <p:nvPr userDrawn="1"/>
        </p:nvSpPr>
        <p:spPr>
          <a:xfrm>
            <a:off x="1207436" y="3042150"/>
            <a:ext cx="1164007" cy="17814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algn="l" defTabSz="12175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b="0" kern="1200" noProof="0"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Reset</a:t>
            </a:r>
          </a:p>
        </p:txBody>
      </p:sp>
      <p:sp>
        <p:nvSpPr>
          <p:cNvPr id="11" name="Vrije vorm: vorm 52">
            <a:extLst>
              <a:ext uri="{FF2B5EF4-FFF2-40B4-BE49-F238E27FC236}">
                <a16:creationId xmlns:a16="http://schemas.microsoft.com/office/drawing/2014/main" id="{6B43411B-22E9-7F33-7145-9EF7585CE871}"/>
              </a:ext>
            </a:extLst>
          </p:cNvPr>
          <p:cNvSpPr/>
          <p:nvPr userDrawn="1"/>
        </p:nvSpPr>
        <p:spPr>
          <a:xfrm>
            <a:off x="2073612" y="2807826"/>
            <a:ext cx="97562" cy="180000"/>
          </a:xfrm>
          <a:custGeom>
            <a:avLst/>
            <a:gdLst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41194 w 880280"/>
              <a:gd name="connsiteY2" fmla="*/ 96899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27546 w 880280"/>
              <a:gd name="connsiteY2" fmla="*/ 975815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00250 w 880280"/>
              <a:gd name="connsiteY2" fmla="*/ 100311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11791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498144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0280" h="1624084">
                <a:moveTo>
                  <a:pt x="0" y="0"/>
                </a:moveTo>
                <a:lnTo>
                  <a:pt x="0" y="1262418"/>
                </a:lnTo>
                <a:lnTo>
                  <a:pt x="313898" y="996287"/>
                </a:lnTo>
                <a:lnTo>
                  <a:pt x="620973" y="1624084"/>
                </a:lnTo>
                <a:lnTo>
                  <a:pt x="839337" y="1480782"/>
                </a:lnTo>
                <a:lnTo>
                  <a:pt x="498144" y="900753"/>
                </a:lnTo>
                <a:lnTo>
                  <a:pt x="880280" y="8939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600" b="0" i="0" cap="all" baseline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12" name="Rechthoek 45">
            <a:extLst>
              <a:ext uri="{FF2B5EF4-FFF2-40B4-BE49-F238E27FC236}">
                <a16:creationId xmlns:a16="http://schemas.microsoft.com/office/drawing/2014/main" id="{6D842DC4-C08D-5616-5E86-C1A121EB27BD}"/>
              </a:ext>
            </a:extLst>
          </p:cNvPr>
          <p:cNvSpPr/>
          <p:nvPr userDrawn="1"/>
        </p:nvSpPr>
        <p:spPr>
          <a:xfrm>
            <a:off x="524005" y="370827"/>
            <a:ext cx="2568885" cy="184713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ADD NEW SLIDE</a:t>
            </a:r>
          </a:p>
        </p:txBody>
      </p:sp>
      <p:sp>
        <p:nvSpPr>
          <p:cNvPr id="13" name="Rechthoek 46">
            <a:extLst>
              <a:ext uri="{FF2B5EF4-FFF2-40B4-BE49-F238E27FC236}">
                <a16:creationId xmlns:a16="http://schemas.microsoft.com/office/drawing/2014/main" id="{45A545C7-0410-572F-ABFC-1CE5D721508C}"/>
              </a:ext>
            </a:extLst>
          </p:cNvPr>
          <p:cNvSpPr/>
          <p:nvPr userDrawn="1"/>
        </p:nvSpPr>
        <p:spPr>
          <a:xfrm>
            <a:off x="524005" y="833538"/>
            <a:ext cx="2568885" cy="4592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Use “New slide” under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‘Home’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tab to select the slide you want to add</a:t>
            </a:r>
          </a:p>
        </p:txBody>
      </p:sp>
      <p:pic>
        <p:nvPicPr>
          <p:cNvPr id="14" name="Afbeelding 47">
            <a:extLst>
              <a:ext uri="{FF2B5EF4-FFF2-40B4-BE49-F238E27FC236}">
                <a16:creationId xmlns:a16="http://schemas.microsoft.com/office/drawing/2014/main" id="{EBFB97A0-5CF6-27D9-28C3-371326755B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13875" y="1209157"/>
            <a:ext cx="557299" cy="459227"/>
          </a:xfrm>
          <a:prstGeom prst="rect">
            <a:avLst/>
          </a:prstGeom>
        </p:spPr>
      </p:pic>
      <p:sp>
        <p:nvSpPr>
          <p:cNvPr id="15" name="Vrije vorm: vorm 52">
            <a:extLst>
              <a:ext uri="{FF2B5EF4-FFF2-40B4-BE49-F238E27FC236}">
                <a16:creationId xmlns:a16="http://schemas.microsoft.com/office/drawing/2014/main" id="{C0CF167E-3E70-5C27-5BD4-717A7DCFC3A0}"/>
              </a:ext>
            </a:extLst>
          </p:cNvPr>
          <p:cNvSpPr/>
          <p:nvPr userDrawn="1"/>
        </p:nvSpPr>
        <p:spPr>
          <a:xfrm>
            <a:off x="2089747" y="1536177"/>
            <a:ext cx="97562" cy="180000"/>
          </a:xfrm>
          <a:custGeom>
            <a:avLst/>
            <a:gdLst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41194 w 880280"/>
              <a:gd name="connsiteY2" fmla="*/ 96899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27546 w 880280"/>
              <a:gd name="connsiteY2" fmla="*/ 975815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00250 w 880280"/>
              <a:gd name="connsiteY2" fmla="*/ 100311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11791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498144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0280" h="1624084">
                <a:moveTo>
                  <a:pt x="0" y="0"/>
                </a:moveTo>
                <a:lnTo>
                  <a:pt x="0" y="1262418"/>
                </a:lnTo>
                <a:lnTo>
                  <a:pt x="313898" y="996287"/>
                </a:lnTo>
                <a:lnTo>
                  <a:pt x="620973" y="1624084"/>
                </a:lnTo>
                <a:lnTo>
                  <a:pt x="839337" y="1480782"/>
                </a:lnTo>
                <a:lnTo>
                  <a:pt x="498144" y="900753"/>
                </a:lnTo>
                <a:lnTo>
                  <a:pt x="880280" y="8939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600" cap="all" baseline="0" noProof="0">
              <a:solidFill>
                <a:schemeClr val="tx1"/>
              </a:solidFill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7E8C8ED-226E-CE2B-DE68-A2EFCB99EE5D}"/>
              </a:ext>
            </a:extLst>
          </p:cNvPr>
          <p:cNvGrpSpPr/>
          <p:nvPr userDrawn="1"/>
        </p:nvGrpSpPr>
        <p:grpSpPr>
          <a:xfrm>
            <a:off x="4107470" y="377105"/>
            <a:ext cx="3593091" cy="6857999"/>
            <a:chOff x="5196064" y="280853"/>
            <a:chExt cx="3593091" cy="6857999"/>
          </a:xfrm>
        </p:grpSpPr>
        <p:sp>
          <p:nvSpPr>
            <p:cNvPr id="32" name="Rechthoek 88">
              <a:extLst>
                <a:ext uri="{FF2B5EF4-FFF2-40B4-BE49-F238E27FC236}">
                  <a16:creationId xmlns:a16="http://schemas.microsoft.com/office/drawing/2014/main" id="{E2CA7BB8-1B89-BB1C-D901-FFABBA9904D0}"/>
                </a:ext>
              </a:extLst>
            </p:cNvPr>
            <p:cNvSpPr/>
            <p:nvPr userDrawn="1"/>
          </p:nvSpPr>
          <p:spPr>
            <a:xfrm>
              <a:off x="5196064" y="280853"/>
              <a:ext cx="3593091" cy="685799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100" b="1" i="0" cap="all" baseline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</a:t>
              </a: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/format PICTURE</a:t>
              </a:r>
            </a:p>
          </p:txBody>
        </p:sp>
        <p:sp>
          <p:nvSpPr>
            <p:cNvPr id="33" name="Ovaal 89">
              <a:extLst>
                <a:ext uri="{FF2B5EF4-FFF2-40B4-BE49-F238E27FC236}">
                  <a16:creationId xmlns:a16="http://schemas.microsoft.com/office/drawing/2014/main" id="{3DAC0618-B3C6-BEC1-7E9E-73EC62D06B1D}"/>
                </a:ext>
              </a:extLst>
            </p:cNvPr>
            <p:cNvSpPr/>
            <p:nvPr userDrawn="1"/>
          </p:nvSpPr>
          <p:spPr>
            <a:xfrm>
              <a:off x="5213300" y="73076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1</a:t>
              </a:r>
            </a:p>
          </p:txBody>
        </p:sp>
        <p:sp>
          <p:nvSpPr>
            <p:cNvPr id="34" name="Rechthoek 90">
              <a:extLst>
                <a:ext uri="{FF2B5EF4-FFF2-40B4-BE49-F238E27FC236}">
                  <a16:creationId xmlns:a16="http://schemas.microsoft.com/office/drawing/2014/main" id="{5EFF3992-1BA5-8688-A727-0F4DB5DA047D}"/>
                </a:ext>
              </a:extLst>
            </p:cNvPr>
            <p:cNvSpPr/>
            <p:nvPr userDrawn="1"/>
          </p:nvSpPr>
          <p:spPr>
            <a:xfrm>
              <a:off x="5497472" y="730764"/>
              <a:ext cx="3126340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If necessary, delete the existing picture using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Backspace Key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 Click on the icon to insert a new </a:t>
              </a:r>
              <a:r>
                <a:rPr lang="en-GB" sz="1000" kern="0" dirty="0">
                  <a:ea typeface="Open Sans Light" panose="020B0606030504020204" pitchFamily="34" charset="0"/>
                  <a:cs typeface="Open Sans Light" panose="020B0606030504020204" pitchFamily="34" charset="0"/>
                </a:rPr>
                <a:t>picture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 (</a:t>
              </a:r>
              <a:r>
                <a:rPr kumimoji="0" lang="en-GB" sz="10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see example below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) or go 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 &gt; 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Pictures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.</a:t>
              </a:r>
            </a:p>
          </p:txBody>
        </p:sp>
        <p:grpSp>
          <p:nvGrpSpPr>
            <p:cNvPr id="35" name="Groep 91">
              <a:extLst>
                <a:ext uri="{FF2B5EF4-FFF2-40B4-BE49-F238E27FC236}">
                  <a16:creationId xmlns:a16="http://schemas.microsoft.com/office/drawing/2014/main" id="{04881483-6D25-9237-2DFB-E6050321451F}"/>
                </a:ext>
              </a:extLst>
            </p:cNvPr>
            <p:cNvGrpSpPr/>
            <p:nvPr userDrawn="1"/>
          </p:nvGrpSpPr>
          <p:grpSpPr>
            <a:xfrm>
              <a:off x="5483390" y="1404811"/>
              <a:ext cx="294789" cy="318834"/>
              <a:chOff x="14466489" y="1001522"/>
              <a:chExt cx="290627" cy="314333"/>
            </a:xfrm>
          </p:grpSpPr>
          <p:sp>
            <p:nvSpPr>
              <p:cNvPr id="89" name="Rechthoek 92">
                <a:extLst>
                  <a:ext uri="{FF2B5EF4-FFF2-40B4-BE49-F238E27FC236}">
                    <a16:creationId xmlns:a16="http://schemas.microsoft.com/office/drawing/2014/main" id="{70FC0B03-1795-771A-9368-F3FE548A0534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90" name="Ovaal 93">
                <a:extLst>
                  <a:ext uri="{FF2B5EF4-FFF2-40B4-BE49-F238E27FC236}">
                    <a16:creationId xmlns:a16="http://schemas.microsoft.com/office/drawing/2014/main" id="{31C17CDF-2979-60EA-8770-3751A86B1B03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91" name="Vrije vorm: vorm 101">
                <a:extLst>
                  <a:ext uri="{FF2B5EF4-FFF2-40B4-BE49-F238E27FC236}">
                    <a16:creationId xmlns:a16="http://schemas.microsoft.com/office/drawing/2014/main" id="{E4289310-C287-12F0-600B-D33A6250EEF4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92" name="Rechthoek: afgeronde hoeken 102">
                <a:extLst>
                  <a:ext uri="{FF2B5EF4-FFF2-40B4-BE49-F238E27FC236}">
                    <a16:creationId xmlns:a16="http://schemas.microsoft.com/office/drawing/2014/main" id="{0F1F39B6-B766-71EF-1093-46DC54270CF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cxnSp>
            <p:nvCxnSpPr>
              <p:cNvPr id="93" name="Rechte verbindingslijn 96">
                <a:extLst>
                  <a:ext uri="{FF2B5EF4-FFF2-40B4-BE49-F238E27FC236}">
                    <a16:creationId xmlns:a16="http://schemas.microsoft.com/office/drawing/2014/main" id="{19A1E5EF-2995-6AAB-2231-DD6FC405DC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" name="Rechte verbindingslijn 97">
                <a:extLst>
                  <a:ext uri="{FF2B5EF4-FFF2-40B4-BE49-F238E27FC236}">
                    <a16:creationId xmlns:a16="http://schemas.microsoft.com/office/drawing/2014/main" id="{D2FD82C2-0A37-78DB-F342-401D09BA18AC}"/>
                  </a:ext>
                </a:extLst>
              </p:cNvPr>
              <p:cNvCxnSpPr>
                <a:cxnSpLocks/>
                <a:stCxn id="9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6" name="Ovaal 98">
              <a:extLst>
                <a:ext uri="{FF2B5EF4-FFF2-40B4-BE49-F238E27FC236}">
                  <a16:creationId xmlns:a16="http://schemas.microsoft.com/office/drawing/2014/main" id="{49ADE0A0-C154-48C0-8898-AED346ADE56C}"/>
                </a:ext>
              </a:extLst>
            </p:cNvPr>
            <p:cNvSpPr/>
            <p:nvPr userDrawn="1"/>
          </p:nvSpPr>
          <p:spPr>
            <a:xfrm>
              <a:off x="5213300" y="185363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2</a:t>
              </a:r>
            </a:p>
          </p:txBody>
        </p:sp>
        <p:sp>
          <p:nvSpPr>
            <p:cNvPr id="37" name="Rechthoek 99">
              <a:extLst>
                <a:ext uri="{FF2B5EF4-FFF2-40B4-BE49-F238E27FC236}">
                  <a16:creationId xmlns:a16="http://schemas.microsoft.com/office/drawing/2014/main" id="{C65BAD0C-6253-CAB7-3D2E-CF9D6919F468}"/>
                </a:ext>
              </a:extLst>
            </p:cNvPr>
            <p:cNvSpPr/>
            <p:nvPr userDrawn="1"/>
          </p:nvSpPr>
          <p:spPr>
            <a:xfrm>
              <a:off x="5497472" y="185363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Select the desired picture and click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".</a:t>
              </a:r>
            </a:p>
          </p:txBody>
        </p:sp>
        <p:grpSp>
          <p:nvGrpSpPr>
            <p:cNvPr id="38" name="Groep 100">
              <a:extLst>
                <a:ext uri="{FF2B5EF4-FFF2-40B4-BE49-F238E27FC236}">
                  <a16:creationId xmlns:a16="http://schemas.microsoft.com/office/drawing/2014/main" id="{914B13AB-18C6-96E0-80CA-BEB6B1F3D80A}"/>
                </a:ext>
              </a:extLst>
            </p:cNvPr>
            <p:cNvGrpSpPr/>
            <p:nvPr userDrawn="1"/>
          </p:nvGrpSpPr>
          <p:grpSpPr>
            <a:xfrm>
              <a:off x="5505568" y="2087118"/>
              <a:ext cx="825500" cy="209550"/>
              <a:chOff x="13504624" y="2281758"/>
              <a:chExt cx="825500" cy="209550"/>
            </a:xfrm>
          </p:grpSpPr>
          <p:sp>
            <p:nvSpPr>
              <p:cNvPr id="86" name="Rechthoek 101">
                <a:extLst>
                  <a:ext uri="{FF2B5EF4-FFF2-40B4-BE49-F238E27FC236}">
                    <a16:creationId xmlns:a16="http://schemas.microsoft.com/office/drawing/2014/main" id="{E70D42FA-0FC9-DF60-0EE7-59709F59C2A3}"/>
                  </a:ext>
                </a:extLst>
              </p:cNvPr>
              <p:cNvSpPr/>
              <p:nvPr userDrawn="1"/>
            </p:nvSpPr>
            <p:spPr>
              <a:xfrm>
                <a:off x="13504624" y="2281758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Insert</a:t>
                </a:r>
              </a:p>
            </p:txBody>
          </p:sp>
          <p:cxnSp>
            <p:nvCxnSpPr>
              <p:cNvPr id="87" name="Rechte verbindingslijn 102">
                <a:extLst>
                  <a:ext uri="{FF2B5EF4-FFF2-40B4-BE49-F238E27FC236}">
                    <a16:creationId xmlns:a16="http://schemas.microsoft.com/office/drawing/2014/main" id="{6BFA4417-52EE-6430-B640-593A157445C7}"/>
                  </a:ext>
                </a:extLst>
              </p:cNvPr>
              <p:cNvCxnSpPr/>
              <p:nvPr userDrawn="1"/>
            </p:nvCxnSpPr>
            <p:spPr>
              <a:xfrm>
                <a:off x="14155269" y="2307986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88" name="Gelijkbenige driehoek 98">
                <a:extLst>
                  <a:ext uri="{FF2B5EF4-FFF2-40B4-BE49-F238E27FC236}">
                    <a16:creationId xmlns:a16="http://schemas.microsoft.com/office/drawing/2014/main" id="{1C97E361-A18F-B656-3871-9CC5A2F156DE}"/>
                  </a:ext>
                </a:extLst>
              </p:cNvPr>
              <p:cNvSpPr/>
              <p:nvPr userDrawn="1"/>
            </p:nvSpPr>
            <p:spPr>
              <a:xfrm rot="10800000">
                <a:off x="14196089" y="2359640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39" name="Ovaal 104">
              <a:extLst>
                <a:ext uri="{FF2B5EF4-FFF2-40B4-BE49-F238E27FC236}">
                  <a16:creationId xmlns:a16="http://schemas.microsoft.com/office/drawing/2014/main" id="{32AE49B8-3DD5-B7A3-5026-40EFDCD845FD}"/>
                </a:ext>
              </a:extLst>
            </p:cNvPr>
            <p:cNvSpPr/>
            <p:nvPr userDrawn="1"/>
          </p:nvSpPr>
          <p:spPr>
            <a:xfrm>
              <a:off x="5213300" y="2456621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3</a:t>
              </a:r>
            </a:p>
          </p:txBody>
        </p:sp>
        <p:sp>
          <p:nvSpPr>
            <p:cNvPr id="40" name="Rechthoek 105">
              <a:extLst>
                <a:ext uri="{FF2B5EF4-FFF2-40B4-BE49-F238E27FC236}">
                  <a16:creationId xmlns:a16="http://schemas.microsoft.com/office/drawing/2014/main" id="{71FE79F0-1D66-D6C1-ED4B-11258A9464DE}"/>
                </a:ext>
              </a:extLst>
            </p:cNvPr>
            <p:cNvSpPr/>
            <p:nvPr userDrawn="1"/>
          </p:nvSpPr>
          <p:spPr>
            <a:xfrm>
              <a:off x="5497471" y="2456622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If some layers would not be visible anymore, right-click the slide thumbnail on the left-hand side of the screen and select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Reset Slide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</a:t>
              </a:r>
            </a:p>
          </p:txBody>
        </p:sp>
        <p:sp>
          <p:nvSpPr>
            <p:cNvPr id="41" name="Ovaal 106">
              <a:extLst>
                <a:ext uri="{FF2B5EF4-FFF2-40B4-BE49-F238E27FC236}">
                  <a16:creationId xmlns:a16="http://schemas.microsoft.com/office/drawing/2014/main" id="{9E16119A-8893-A64C-450F-C2ED5547CA13}"/>
                </a:ext>
              </a:extLst>
            </p:cNvPr>
            <p:cNvSpPr/>
            <p:nvPr userDrawn="1"/>
          </p:nvSpPr>
          <p:spPr>
            <a:xfrm>
              <a:off x="5213300" y="3880557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4</a:t>
              </a:r>
            </a:p>
          </p:txBody>
        </p:sp>
        <p:sp>
          <p:nvSpPr>
            <p:cNvPr id="42" name="Rechthoek 107">
              <a:extLst>
                <a:ext uri="{FF2B5EF4-FFF2-40B4-BE49-F238E27FC236}">
                  <a16:creationId xmlns:a16="http://schemas.microsoft.com/office/drawing/2014/main" id="{62A81B02-9390-3829-DD6D-3D43D4CF493B}"/>
                </a:ext>
              </a:extLst>
            </p:cNvPr>
            <p:cNvSpPr/>
            <p:nvPr userDrawn="1"/>
          </p:nvSpPr>
          <p:spPr>
            <a:xfrm>
              <a:off x="5497472" y="3880558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resize or crop the picture, go to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Picture  Format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tab and click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Crop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button. Resize the picture using the dots and the picture frame using the corner handles.</a:t>
              </a:r>
            </a:p>
          </p:txBody>
        </p:sp>
        <p:grpSp>
          <p:nvGrpSpPr>
            <p:cNvPr id="43" name="Groep 108">
              <a:extLst>
                <a:ext uri="{FF2B5EF4-FFF2-40B4-BE49-F238E27FC236}">
                  <a16:creationId xmlns:a16="http://schemas.microsoft.com/office/drawing/2014/main" id="{49BBD001-D6FE-8AE1-DC79-23CE1A5B7117}"/>
                </a:ext>
              </a:extLst>
            </p:cNvPr>
            <p:cNvGrpSpPr/>
            <p:nvPr userDrawn="1"/>
          </p:nvGrpSpPr>
          <p:grpSpPr>
            <a:xfrm>
              <a:off x="5408593" y="4641185"/>
              <a:ext cx="622283" cy="612919"/>
              <a:chOff x="12617641" y="3403239"/>
              <a:chExt cx="752963" cy="741634"/>
            </a:xfrm>
          </p:grpSpPr>
          <p:grpSp>
            <p:nvGrpSpPr>
              <p:cNvPr id="70" name="Groep 109">
                <a:extLst>
                  <a:ext uri="{FF2B5EF4-FFF2-40B4-BE49-F238E27FC236}">
                    <a16:creationId xmlns:a16="http://schemas.microsoft.com/office/drawing/2014/main" id="{5FD0D0C7-DAB1-7C00-CBBB-6EEABCB0CCBF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73" name="Groep 112">
                  <a:extLst>
                    <a:ext uri="{FF2B5EF4-FFF2-40B4-BE49-F238E27FC236}">
                      <a16:creationId xmlns:a16="http://schemas.microsoft.com/office/drawing/2014/main" id="{9F96F6D0-2E2B-B000-24A6-B864D6849926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80" name="Groep 119">
                    <a:extLst>
                      <a:ext uri="{FF2B5EF4-FFF2-40B4-BE49-F238E27FC236}">
                        <a16:creationId xmlns:a16="http://schemas.microsoft.com/office/drawing/2014/main" id="{73BF4CF6-656D-B090-A07D-8105E43FDB2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83" name="Rechthoek 122">
                      <a:extLst>
                        <a:ext uri="{FF2B5EF4-FFF2-40B4-BE49-F238E27FC236}">
                          <a16:creationId xmlns:a16="http://schemas.microsoft.com/office/drawing/2014/main" id="{8929D8F9-7A48-427C-328D-6D4370BA58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chemeClr val="tx1"/>
                        </a:solidFill>
                        <a:latin typeface="+mn-lt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84" name="Rechthoek 123">
                      <a:extLst>
                        <a:ext uri="{FF2B5EF4-FFF2-40B4-BE49-F238E27FC236}">
                          <a16:creationId xmlns:a16="http://schemas.microsoft.com/office/drawing/2014/main" id="{83F4CBD7-D4E3-F0A3-BF48-C9F3F2E1C5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chemeClr val="tx1"/>
                        </a:solidFill>
                        <a:latin typeface="+mn-lt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85" name="Ovaal 124">
                      <a:extLst>
                        <a:ext uri="{FF2B5EF4-FFF2-40B4-BE49-F238E27FC236}">
                          <a16:creationId xmlns:a16="http://schemas.microsoft.com/office/drawing/2014/main" id="{2DAECB9A-4D4A-C811-7E0F-733868C071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chemeClr val="tx1"/>
                        </a:solidFill>
                        <a:latin typeface="+mn-lt"/>
                        <a:ea typeface="Open Sans Extrabold" panose="020B0606030504020204" pitchFamily="34" charset="0"/>
                        <a:cs typeface="Open Sans Extrabold" panose="020B0606030504020204" pitchFamily="34" charset="0"/>
                      </a:endParaRPr>
                    </a:p>
                  </p:txBody>
                </p:sp>
              </p:grpSp>
              <p:pic>
                <p:nvPicPr>
                  <p:cNvPr id="81" name="Afbeelding 120">
                    <a:extLst>
                      <a:ext uri="{FF2B5EF4-FFF2-40B4-BE49-F238E27FC236}">
                        <a16:creationId xmlns:a16="http://schemas.microsoft.com/office/drawing/2014/main" id="{1A905D3C-7439-2FF7-6787-0C798D6212F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2" name="Afbeelding 121">
                    <a:extLst>
                      <a:ext uri="{FF2B5EF4-FFF2-40B4-BE49-F238E27FC236}">
                        <a16:creationId xmlns:a16="http://schemas.microsoft.com/office/drawing/2014/main" id="{143EF0F0-7038-6A7B-6B7A-2198BA4264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4" name="Groep 113">
                  <a:extLst>
                    <a:ext uri="{FF2B5EF4-FFF2-40B4-BE49-F238E27FC236}">
                      <a16:creationId xmlns:a16="http://schemas.microsoft.com/office/drawing/2014/main" id="{36B4EEE7-E4D7-D7F0-ED61-4E9D8956EC9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8" name="Rechthoek 117">
                    <a:extLst>
                      <a:ext uri="{FF2B5EF4-FFF2-40B4-BE49-F238E27FC236}">
                        <a16:creationId xmlns:a16="http://schemas.microsoft.com/office/drawing/2014/main" id="{5DCD9E12-6900-878F-4283-CA20C8D9FD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79" name="Rechthoek 118">
                    <a:extLst>
                      <a:ext uri="{FF2B5EF4-FFF2-40B4-BE49-F238E27FC236}">
                        <a16:creationId xmlns:a16="http://schemas.microsoft.com/office/drawing/2014/main" id="{B66FF0FF-FC5B-5FF0-1730-79EAFD897FA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grpSp>
              <p:nvGrpSpPr>
                <p:cNvPr id="75" name="Groep 114">
                  <a:extLst>
                    <a:ext uri="{FF2B5EF4-FFF2-40B4-BE49-F238E27FC236}">
                      <a16:creationId xmlns:a16="http://schemas.microsoft.com/office/drawing/2014/main" id="{D47840B0-77CE-8AC5-4338-9B1DA5E4834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6" name="Rechthoek 115">
                    <a:extLst>
                      <a:ext uri="{FF2B5EF4-FFF2-40B4-BE49-F238E27FC236}">
                        <a16:creationId xmlns:a16="http://schemas.microsoft.com/office/drawing/2014/main" id="{C1D2FCD8-CB0B-2CD2-2126-3FB12DF4F9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77" name="Rechthoek 116">
                    <a:extLst>
                      <a:ext uri="{FF2B5EF4-FFF2-40B4-BE49-F238E27FC236}">
                        <a16:creationId xmlns:a16="http://schemas.microsoft.com/office/drawing/2014/main" id="{4AFA1F08-E577-6B90-1603-8EC3E51DD98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</p:grpSp>
          <p:sp>
            <p:nvSpPr>
              <p:cNvPr id="71" name="Rechthoek 110">
                <a:extLst>
                  <a:ext uri="{FF2B5EF4-FFF2-40B4-BE49-F238E27FC236}">
                    <a16:creationId xmlns:a16="http://schemas.microsoft.com/office/drawing/2014/main" id="{3F6C4447-AA3A-C4DB-A3FE-4AF48142030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Crop</a:t>
                </a:r>
              </a:p>
            </p:txBody>
          </p:sp>
          <p:sp>
            <p:nvSpPr>
              <p:cNvPr id="72" name="Gelijkbenige driehoek 78">
                <a:extLst>
                  <a:ext uri="{FF2B5EF4-FFF2-40B4-BE49-F238E27FC236}">
                    <a16:creationId xmlns:a16="http://schemas.microsoft.com/office/drawing/2014/main" id="{64D961B7-A974-F20C-9E20-DEADB1A9A55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44" name="Rechthoek 125">
              <a:extLst>
                <a:ext uri="{FF2B5EF4-FFF2-40B4-BE49-F238E27FC236}">
                  <a16:creationId xmlns:a16="http://schemas.microsoft.com/office/drawing/2014/main" id="{12952568-FB23-9878-A746-D40916E4D512}"/>
                </a:ext>
              </a:extLst>
            </p:cNvPr>
            <p:cNvSpPr/>
            <p:nvPr userDrawn="1"/>
          </p:nvSpPr>
          <p:spPr>
            <a:xfrm>
              <a:off x="5500392" y="2966947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  <p:grpSp>
          <p:nvGrpSpPr>
            <p:cNvPr id="45" name="Groep 126">
              <a:extLst>
                <a:ext uri="{FF2B5EF4-FFF2-40B4-BE49-F238E27FC236}">
                  <a16:creationId xmlns:a16="http://schemas.microsoft.com/office/drawing/2014/main" id="{BEC21166-1C47-623C-FB53-599465CCD5D8}"/>
                </a:ext>
              </a:extLst>
            </p:cNvPr>
            <p:cNvGrpSpPr/>
            <p:nvPr userDrawn="1"/>
          </p:nvGrpSpPr>
          <p:grpSpPr>
            <a:xfrm>
              <a:off x="6331409" y="3246465"/>
              <a:ext cx="1222990" cy="563933"/>
              <a:chOff x="-2485819" y="3399207"/>
              <a:chExt cx="1222990" cy="563933"/>
            </a:xfrm>
          </p:grpSpPr>
          <p:sp>
            <p:nvSpPr>
              <p:cNvPr id="49" name="Rechthoek 127">
                <a:extLst>
                  <a:ext uri="{FF2B5EF4-FFF2-40B4-BE49-F238E27FC236}">
                    <a16:creationId xmlns:a16="http://schemas.microsoft.com/office/drawing/2014/main" id="{7635320C-FFEA-1D01-2D6C-41428FE3AECC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0" name="Rechthoek 128">
                <a:extLst>
                  <a:ext uri="{FF2B5EF4-FFF2-40B4-BE49-F238E27FC236}">
                    <a16:creationId xmlns:a16="http://schemas.microsoft.com/office/drawing/2014/main" id="{34298BDE-A1F2-C24E-8631-422CCF5F983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grpSp>
            <p:nvGrpSpPr>
              <p:cNvPr id="51" name="Groep 129">
                <a:extLst>
                  <a:ext uri="{FF2B5EF4-FFF2-40B4-BE49-F238E27FC236}">
                    <a16:creationId xmlns:a16="http://schemas.microsoft.com/office/drawing/2014/main" id="{E88569B4-DA55-F238-3852-912868214E6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64" name="Rechthoek: afgeronde hoeken 61">
                  <a:extLst>
                    <a:ext uri="{FF2B5EF4-FFF2-40B4-BE49-F238E27FC236}">
                      <a16:creationId xmlns:a16="http://schemas.microsoft.com/office/drawing/2014/main" id="{308D9108-C6F5-3EAE-9F9E-2776FFEB988A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5" name="Rechthoek 143">
                  <a:extLst>
                    <a:ext uri="{FF2B5EF4-FFF2-40B4-BE49-F238E27FC236}">
                      <a16:creationId xmlns:a16="http://schemas.microsoft.com/office/drawing/2014/main" id="{50462E1D-7399-C603-C7EE-6515BCED5F77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6" name="Rechthoek 144">
                  <a:extLst>
                    <a:ext uri="{FF2B5EF4-FFF2-40B4-BE49-F238E27FC236}">
                      <a16:creationId xmlns:a16="http://schemas.microsoft.com/office/drawing/2014/main" id="{024D600E-8393-987C-805B-0963A397F43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7" name="Rechthoek 145">
                  <a:extLst>
                    <a:ext uri="{FF2B5EF4-FFF2-40B4-BE49-F238E27FC236}">
                      <a16:creationId xmlns:a16="http://schemas.microsoft.com/office/drawing/2014/main" id="{FD71CB04-EF06-2706-2139-2A77FD28B3ED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8" name="Rechthoek 146">
                  <a:extLst>
                    <a:ext uri="{FF2B5EF4-FFF2-40B4-BE49-F238E27FC236}">
                      <a16:creationId xmlns:a16="http://schemas.microsoft.com/office/drawing/2014/main" id="{1F583504-2FD5-E931-1B34-1652A9330BBB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9" name="Rechthoek 147">
                  <a:extLst>
                    <a:ext uri="{FF2B5EF4-FFF2-40B4-BE49-F238E27FC236}">
                      <a16:creationId xmlns:a16="http://schemas.microsoft.com/office/drawing/2014/main" id="{8013E00D-5A88-4289-656D-BC024A3938D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</p:grpSp>
          <p:grpSp>
            <p:nvGrpSpPr>
              <p:cNvPr id="52" name="Groep 130">
                <a:extLst>
                  <a:ext uri="{FF2B5EF4-FFF2-40B4-BE49-F238E27FC236}">
                    <a16:creationId xmlns:a16="http://schemas.microsoft.com/office/drawing/2014/main" id="{B4EAD736-FF20-8A82-DD3E-839E4E79FA50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56" name="Groep 134">
                  <a:extLst>
                    <a:ext uri="{FF2B5EF4-FFF2-40B4-BE49-F238E27FC236}">
                      <a16:creationId xmlns:a16="http://schemas.microsoft.com/office/drawing/2014/main" id="{5E734F23-FEEB-34C0-81E7-225F478704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58" name="Rechthoek: afgeronde hoeken 55">
                    <a:extLst>
                      <a:ext uri="{FF2B5EF4-FFF2-40B4-BE49-F238E27FC236}">
                        <a16:creationId xmlns:a16="http://schemas.microsoft.com/office/drawing/2014/main" id="{858115FB-09A0-40BA-B36C-40AEFF1167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59" name="Rechthoek 137">
                    <a:extLst>
                      <a:ext uri="{FF2B5EF4-FFF2-40B4-BE49-F238E27FC236}">
                        <a16:creationId xmlns:a16="http://schemas.microsoft.com/office/drawing/2014/main" id="{89F6130A-5380-8206-D7F0-56F46B164D8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0" name="Rechthoek 138">
                    <a:extLst>
                      <a:ext uri="{FF2B5EF4-FFF2-40B4-BE49-F238E27FC236}">
                        <a16:creationId xmlns:a16="http://schemas.microsoft.com/office/drawing/2014/main" id="{8AC357AB-79FD-1274-C0CC-920622152E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1" name="Rechthoek 139">
                    <a:extLst>
                      <a:ext uri="{FF2B5EF4-FFF2-40B4-BE49-F238E27FC236}">
                        <a16:creationId xmlns:a16="http://schemas.microsoft.com/office/drawing/2014/main" id="{520D026B-6872-20A6-D051-6F507B7D016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2" name="Rechthoek 140">
                    <a:extLst>
                      <a:ext uri="{FF2B5EF4-FFF2-40B4-BE49-F238E27FC236}">
                        <a16:creationId xmlns:a16="http://schemas.microsoft.com/office/drawing/2014/main" id="{7BE6E9DD-E1D8-2335-0C66-4021E56C13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3" name="Rechthoek 141">
                    <a:extLst>
                      <a:ext uri="{FF2B5EF4-FFF2-40B4-BE49-F238E27FC236}">
                        <a16:creationId xmlns:a16="http://schemas.microsoft.com/office/drawing/2014/main" id="{FB3D9161-8DD7-8070-15A7-4E97D003692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sp>
              <p:nvSpPr>
                <p:cNvPr id="57" name="Boog 135">
                  <a:extLst>
                    <a:ext uri="{FF2B5EF4-FFF2-40B4-BE49-F238E27FC236}">
                      <a16:creationId xmlns:a16="http://schemas.microsoft.com/office/drawing/2014/main" id="{49C90AC2-EF46-AAB9-1473-4D6C9444EF86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53" name="Tekstvak 131">
                <a:extLst>
                  <a:ext uri="{FF2B5EF4-FFF2-40B4-BE49-F238E27FC236}">
                    <a16:creationId xmlns:a16="http://schemas.microsoft.com/office/drawing/2014/main" id="{EBEAFD2F-5AFF-1FE0-02D8-F25B4A17BDC0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800"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Layout</a:t>
                </a:r>
                <a:endParaRPr lang="en-GB" sz="800" b="0" kern="120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4" name="Tekstvak 132">
                <a:extLst>
                  <a:ext uri="{FF2B5EF4-FFF2-40B4-BE49-F238E27FC236}">
                    <a16:creationId xmlns:a16="http://schemas.microsoft.com/office/drawing/2014/main" id="{0BF01C0A-CE80-75CE-8A80-F65EAEF2A67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800"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Reset Slide</a:t>
                </a:r>
                <a:endPara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5" name="Vrije vorm: vorm 52">
                <a:extLst>
                  <a:ext uri="{FF2B5EF4-FFF2-40B4-BE49-F238E27FC236}">
                    <a16:creationId xmlns:a16="http://schemas.microsoft.com/office/drawing/2014/main" id="{7C7F25BD-4F0C-BDCF-5685-4F3096DCC24E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31" name="Ovaal 89">
              <a:extLst>
                <a:ext uri="{FF2B5EF4-FFF2-40B4-BE49-F238E27FC236}">
                  <a16:creationId xmlns:a16="http://schemas.microsoft.com/office/drawing/2014/main" id="{2BC3C184-8E09-9A3D-8A91-6E90E18E124D}"/>
                </a:ext>
              </a:extLst>
            </p:cNvPr>
            <p:cNvSpPr/>
            <p:nvPr userDrawn="1"/>
          </p:nvSpPr>
          <p:spPr>
            <a:xfrm>
              <a:off x="5213300" y="5367145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5</a:t>
              </a:r>
            </a:p>
          </p:txBody>
        </p:sp>
        <p:sp>
          <p:nvSpPr>
            <p:cNvPr id="46" name="Rechthoek 90">
              <a:extLst>
                <a:ext uri="{FF2B5EF4-FFF2-40B4-BE49-F238E27FC236}">
                  <a16:creationId xmlns:a16="http://schemas.microsoft.com/office/drawing/2014/main" id="{33AB403F-B252-1183-0851-574749F80C5B}"/>
                </a:ext>
              </a:extLst>
            </p:cNvPr>
            <p:cNvSpPr/>
            <p:nvPr userDrawn="1"/>
          </p:nvSpPr>
          <p:spPr>
            <a:xfrm>
              <a:off x="5497472" y="5367145"/>
              <a:ext cx="3126340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make your picture to feel more blue, go to “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Format picture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” and use ”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Transparency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</a:t>
              </a:r>
            </a:p>
          </p:txBody>
        </p:sp>
      </p:grpSp>
      <p:sp>
        <p:nvSpPr>
          <p:cNvPr id="97" name="Rechthoek 42">
            <a:extLst>
              <a:ext uri="{FF2B5EF4-FFF2-40B4-BE49-F238E27FC236}">
                <a16:creationId xmlns:a16="http://schemas.microsoft.com/office/drawing/2014/main" id="{EF1FC089-0BF7-B3BD-ABA8-CA873E86990A}"/>
              </a:ext>
            </a:extLst>
          </p:cNvPr>
          <p:cNvSpPr/>
          <p:nvPr userDrawn="1"/>
        </p:nvSpPr>
        <p:spPr>
          <a:xfrm>
            <a:off x="8249737" y="377105"/>
            <a:ext cx="3153353" cy="51733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   Insert</a:t>
            </a: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/format LOGO</a:t>
            </a:r>
          </a:p>
        </p:txBody>
      </p:sp>
      <p:sp>
        <p:nvSpPr>
          <p:cNvPr id="98" name="Ovaal 43">
            <a:extLst>
              <a:ext uri="{FF2B5EF4-FFF2-40B4-BE49-F238E27FC236}">
                <a16:creationId xmlns:a16="http://schemas.microsoft.com/office/drawing/2014/main" id="{DBA8680F-828F-CC33-FFC8-7C8D495C6C2A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871406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99" name="Rechthoek 44">
            <a:extLst>
              <a:ext uri="{FF2B5EF4-FFF2-40B4-BE49-F238E27FC236}">
                <a16:creationId xmlns:a16="http://schemas.microsoft.com/office/drawing/2014/main" id="{57EE465F-670A-565D-4AFC-F07C225D9400}"/>
              </a:ext>
            </a:extLst>
          </p:cNvPr>
          <p:cNvSpPr/>
          <p:nvPr userDrawn="1"/>
        </p:nvSpPr>
        <p:spPr>
          <a:xfrm>
            <a:off x="8659365" y="871406"/>
            <a:ext cx="2903959" cy="60767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logo using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“. Click on the icon to insert a new </a:t>
            </a:r>
            <a:r>
              <a:rPr lang="en-GB" sz="1000" b="0" i="0" kern="0" dirty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logo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(see example below) or go to 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Insert&gt; Pictures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.</a:t>
            </a:r>
          </a:p>
        </p:txBody>
      </p:sp>
      <p:grpSp>
        <p:nvGrpSpPr>
          <p:cNvPr id="100" name="Groep 45">
            <a:extLst>
              <a:ext uri="{FF2B5EF4-FFF2-40B4-BE49-F238E27FC236}">
                <a16:creationId xmlns:a16="http://schemas.microsoft.com/office/drawing/2014/main" id="{5555AF64-A5F1-4E22-5DB9-AF30293FED9B}"/>
              </a:ext>
            </a:extLst>
          </p:cNvPr>
          <p:cNvGrpSpPr/>
          <p:nvPr userDrawn="1"/>
        </p:nvGrpSpPr>
        <p:grpSpPr>
          <a:xfrm>
            <a:off x="8647006" y="1493879"/>
            <a:ext cx="258711" cy="294439"/>
            <a:chOff x="14466489" y="1001522"/>
            <a:chExt cx="290627" cy="314333"/>
          </a:xfrm>
        </p:grpSpPr>
        <p:sp>
          <p:nvSpPr>
            <p:cNvPr id="152" name="Rechthoek 103">
              <a:extLst>
                <a:ext uri="{FF2B5EF4-FFF2-40B4-BE49-F238E27FC236}">
                  <a16:creationId xmlns:a16="http://schemas.microsoft.com/office/drawing/2014/main" id="{4B5378FC-FC04-B315-EFBC-EC2D52D0539B}"/>
                </a:ext>
              </a:extLst>
            </p:cNvPr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8181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3" name="Ovaal 104">
              <a:extLst>
                <a:ext uri="{FF2B5EF4-FFF2-40B4-BE49-F238E27FC236}">
                  <a16:creationId xmlns:a16="http://schemas.microsoft.com/office/drawing/2014/main" id="{5605C443-377D-DC80-B229-3A86136054E6}"/>
                </a:ext>
              </a:extLst>
            </p:cNvPr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4" name="Vrije vorm: vorm 101">
              <a:extLst>
                <a:ext uri="{FF2B5EF4-FFF2-40B4-BE49-F238E27FC236}">
                  <a16:creationId xmlns:a16="http://schemas.microsoft.com/office/drawing/2014/main" id="{191A3107-16AE-E417-3F34-2875EED882D0}"/>
                </a:ext>
              </a:extLst>
            </p:cNvPr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5" name="Rechthoek: afgeronde hoeken 102">
              <a:extLst>
                <a:ext uri="{FF2B5EF4-FFF2-40B4-BE49-F238E27FC236}">
                  <a16:creationId xmlns:a16="http://schemas.microsoft.com/office/drawing/2014/main" id="{490633C7-2519-6A8E-21FC-356CA0220060}"/>
                </a:ext>
              </a:extLst>
            </p:cNvPr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cxnSp>
          <p:nvCxnSpPr>
            <p:cNvPr id="156" name="Rechte verbindingslijn 107">
              <a:extLst>
                <a:ext uri="{FF2B5EF4-FFF2-40B4-BE49-F238E27FC236}">
                  <a16:creationId xmlns:a16="http://schemas.microsoft.com/office/drawing/2014/main" id="{B36E6E95-3509-528A-CA1B-30139A5656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" name="Rechte verbindingslijn 108">
              <a:extLst>
                <a:ext uri="{FF2B5EF4-FFF2-40B4-BE49-F238E27FC236}">
                  <a16:creationId xmlns:a16="http://schemas.microsoft.com/office/drawing/2014/main" id="{F9832814-5C6C-8D22-572A-3C4B550D1AF3}"/>
                </a:ext>
              </a:extLst>
            </p:cNvPr>
            <p:cNvCxnSpPr>
              <a:cxnSpLocks/>
              <a:stCxn id="155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1" name="Ovaal 46">
            <a:extLst>
              <a:ext uri="{FF2B5EF4-FFF2-40B4-BE49-F238E27FC236}">
                <a16:creationId xmlns:a16="http://schemas.microsoft.com/office/drawing/2014/main" id="{3318421F-3D1C-A2A1-3059-623C65245DBD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1908361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102" name="Rechthoek 47">
            <a:extLst>
              <a:ext uri="{FF2B5EF4-FFF2-40B4-BE49-F238E27FC236}">
                <a16:creationId xmlns:a16="http://schemas.microsoft.com/office/drawing/2014/main" id="{DF187F2A-F82E-894A-1E7F-9E3E9BC3E860}"/>
              </a:ext>
            </a:extLst>
          </p:cNvPr>
          <p:cNvSpPr/>
          <p:nvPr userDrawn="1"/>
        </p:nvSpPr>
        <p:spPr>
          <a:xfrm>
            <a:off x="8659365" y="1908362"/>
            <a:ext cx="2657923" cy="30136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Logo and click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103" name="Groep 48">
            <a:extLst>
              <a:ext uri="{FF2B5EF4-FFF2-40B4-BE49-F238E27FC236}">
                <a16:creationId xmlns:a16="http://schemas.microsoft.com/office/drawing/2014/main" id="{B7881583-605C-D345-9F09-FD07C91AB2D8}"/>
              </a:ext>
            </a:extLst>
          </p:cNvPr>
          <p:cNvGrpSpPr/>
          <p:nvPr userDrawn="1"/>
        </p:nvGrpSpPr>
        <p:grpSpPr>
          <a:xfrm>
            <a:off x="8666470" y="2163302"/>
            <a:ext cx="724472" cy="193517"/>
            <a:chOff x="13504624" y="2482850"/>
            <a:chExt cx="825500" cy="209550"/>
          </a:xfrm>
        </p:grpSpPr>
        <p:sp>
          <p:nvSpPr>
            <p:cNvPr id="149" name="Rechthoek 100">
              <a:extLst>
                <a:ext uri="{FF2B5EF4-FFF2-40B4-BE49-F238E27FC236}">
                  <a16:creationId xmlns:a16="http://schemas.microsoft.com/office/drawing/2014/main" id="{ADF0380F-4B06-77BB-022C-7AADD7F700AE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9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150" name="Rechte verbindingslijn 101">
              <a:extLst>
                <a:ext uri="{FF2B5EF4-FFF2-40B4-BE49-F238E27FC236}">
                  <a16:creationId xmlns:a16="http://schemas.microsoft.com/office/drawing/2014/main" id="{D0A5272E-69FC-6269-30D7-DACC4BF3AAB4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151" name="Gelijkbenige driehoek 98">
              <a:extLst>
                <a:ext uri="{FF2B5EF4-FFF2-40B4-BE49-F238E27FC236}">
                  <a16:creationId xmlns:a16="http://schemas.microsoft.com/office/drawing/2014/main" id="{EF1ECCDF-9246-EF7E-1C20-D8761DD96DAD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04" name="Ovaal 49">
            <a:extLst>
              <a:ext uri="{FF2B5EF4-FFF2-40B4-BE49-F238E27FC236}">
                <a16:creationId xmlns:a16="http://schemas.microsoft.com/office/drawing/2014/main" id="{57996E79-BCEF-EEF8-3E5C-71E7A1096B7F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262877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105" name="Rechthoek 50">
            <a:extLst>
              <a:ext uri="{FF2B5EF4-FFF2-40B4-BE49-F238E27FC236}">
                <a16:creationId xmlns:a16="http://schemas.microsoft.com/office/drawing/2014/main" id="{3FA7722A-AD09-A4A9-9D44-E537ED36B96E}"/>
              </a:ext>
            </a:extLst>
          </p:cNvPr>
          <p:cNvSpPr/>
          <p:nvPr userDrawn="1"/>
        </p:nvSpPr>
        <p:spPr>
          <a:xfrm>
            <a:off x="8659363" y="2628778"/>
            <a:ext cx="3034495" cy="42738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Right-click the slide thumbnail on the left-hand side of the screen and select "Reset Slide“.</a:t>
            </a:r>
          </a:p>
        </p:txBody>
      </p:sp>
      <p:sp>
        <p:nvSpPr>
          <p:cNvPr id="106" name="Ovaal 51">
            <a:extLst>
              <a:ext uri="{FF2B5EF4-FFF2-40B4-BE49-F238E27FC236}">
                <a16:creationId xmlns:a16="http://schemas.microsoft.com/office/drawing/2014/main" id="{4D59D6A6-A20F-1B0B-BE4A-57F91B1630D2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3849775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4</a:t>
            </a:r>
          </a:p>
        </p:txBody>
      </p:sp>
      <p:sp>
        <p:nvSpPr>
          <p:cNvPr id="107" name="Rechthoek 52">
            <a:extLst>
              <a:ext uri="{FF2B5EF4-FFF2-40B4-BE49-F238E27FC236}">
                <a16:creationId xmlns:a16="http://schemas.microsoft.com/office/drawing/2014/main" id="{FE0BC319-6172-7BC2-9F57-82CB6CE79126}"/>
              </a:ext>
            </a:extLst>
          </p:cNvPr>
          <p:cNvSpPr/>
          <p:nvPr userDrawn="1"/>
        </p:nvSpPr>
        <p:spPr>
          <a:xfrm>
            <a:off x="8659365" y="3849775"/>
            <a:ext cx="3034493" cy="90482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To resize or crop the logos, go to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 Picture  Format 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 and click the "Crop" button. Fit the logo using the button “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Fit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”:</a:t>
            </a:r>
          </a:p>
        </p:txBody>
      </p:sp>
      <p:grpSp>
        <p:nvGrpSpPr>
          <p:cNvPr id="108" name="Groep 53">
            <a:extLst>
              <a:ext uri="{FF2B5EF4-FFF2-40B4-BE49-F238E27FC236}">
                <a16:creationId xmlns:a16="http://schemas.microsoft.com/office/drawing/2014/main" id="{E250EAFB-C05B-52D8-199A-6D78F6857015}"/>
              </a:ext>
            </a:extLst>
          </p:cNvPr>
          <p:cNvGrpSpPr/>
          <p:nvPr userDrawn="1"/>
        </p:nvGrpSpPr>
        <p:grpSpPr>
          <a:xfrm>
            <a:off x="8651668" y="4393528"/>
            <a:ext cx="546125" cy="566022"/>
            <a:chOff x="12617641" y="3403239"/>
            <a:chExt cx="752963" cy="741634"/>
          </a:xfrm>
        </p:grpSpPr>
        <p:grpSp>
          <p:nvGrpSpPr>
            <p:cNvPr id="133" name="Groep 84">
              <a:extLst>
                <a:ext uri="{FF2B5EF4-FFF2-40B4-BE49-F238E27FC236}">
                  <a16:creationId xmlns:a16="http://schemas.microsoft.com/office/drawing/2014/main" id="{57E9B9C9-CAF2-D6B9-8AEF-739FC6E03F0C}"/>
                </a:ext>
              </a:extLst>
            </p:cNvPr>
            <p:cNvGrpSpPr/>
            <p:nvPr userDrawn="1"/>
          </p:nvGrpSpPr>
          <p:grpSpPr>
            <a:xfrm>
              <a:off x="12771550" y="3403239"/>
              <a:ext cx="467156" cy="448491"/>
              <a:chOff x="12782177" y="3403239"/>
              <a:chExt cx="467156" cy="448491"/>
            </a:xfrm>
          </p:grpSpPr>
          <p:grpSp>
            <p:nvGrpSpPr>
              <p:cNvPr id="136" name="Groep 87">
                <a:extLst>
                  <a:ext uri="{FF2B5EF4-FFF2-40B4-BE49-F238E27FC236}">
                    <a16:creationId xmlns:a16="http://schemas.microsoft.com/office/drawing/2014/main" id="{8146B2BC-FAAA-A129-76CB-E4B77ECA4805}"/>
                  </a:ext>
                </a:extLst>
              </p:cNvPr>
              <p:cNvGrpSpPr/>
              <p:nvPr userDrawn="1"/>
            </p:nvGrpSpPr>
            <p:grpSpPr>
              <a:xfrm>
                <a:off x="12782177" y="3403239"/>
                <a:ext cx="412972" cy="396132"/>
                <a:chOff x="13554906" y="3320109"/>
                <a:chExt cx="443912" cy="425811"/>
              </a:xfrm>
            </p:grpSpPr>
            <p:grpSp>
              <p:nvGrpSpPr>
                <p:cNvPr id="143" name="Groep 94">
                  <a:extLst>
                    <a:ext uri="{FF2B5EF4-FFF2-40B4-BE49-F238E27FC236}">
                      <a16:creationId xmlns:a16="http://schemas.microsoft.com/office/drawing/2014/main" id="{4228FDC9-0669-662F-D2C3-F2ED3C903A35}"/>
                    </a:ext>
                  </a:extLst>
                </p:cNvPr>
                <p:cNvGrpSpPr/>
                <p:nvPr userDrawn="1"/>
              </p:nvGrpSpPr>
              <p:grpSpPr>
                <a:xfrm>
                  <a:off x="13554906" y="3320109"/>
                  <a:ext cx="443912" cy="425811"/>
                  <a:chOff x="12909684" y="1276143"/>
                  <a:chExt cx="443912" cy="425811"/>
                </a:xfrm>
              </p:grpSpPr>
              <p:sp>
                <p:nvSpPr>
                  <p:cNvPr id="146" name="Rechthoek 97">
                    <a:extLst>
                      <a:ext uri="{FF2B5EF4-FFF2-40B4-BE49-F238E27FC236}">
                        <a16:creationId xmlns:a16="http://schemas.microsoft.com/office/drawing/2014/main" id="{E0294BF0-DEBB-6858-6655-07B087688E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443912" cy="425811"/>
                  </a:xfrm>
                  <a:prstGeom prst="rect">
                    <a:avLst/>
                  </a:prstGeom>
                  <a:noFill/>
                  <a:ln w="12700">
                    <a:solidFill>
                      <a:srgbClr val="81818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147" name="Rechthoek 98">
                    <a:extLst>
                      <a:ext uri="{FF2B5EF4-FFF2-40B4-BE49-F238E27FC236}">
                        <a16:creationId xmlns:a16="http://schemas.microsoft.com/office/drawing/2014/main" id="{EA7E5607-4B1F-55F3-ACA1-0D940252079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261629" cy="2578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148" name="Ovaal 99">
                    <a:extLst>
                      <a:ext uri="{FF2B5EF4-FFF2-40B4-BE49-F238E27FC236}">
                        <a16:creationId xmlns:a16="http://schemas.microsoft.com/office/drawing/2014/main" id="{0F235452-26C1-8F2F-11D2-BF6DFA70B5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69071" y="1308711"/>
                    <a:ext cx="72188" cy="72188"/>
                  </a:xfrm>
                  <a:prstGeom prst="ellipse">
                    <a:avLst/>
                  </a:prstGeom>
                  <a:solidFill>
                    <a:srgbClr val="ECC67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</p:grpSp>
            <p:pic>
              <p:nvPicPr>
                <p:cNvPr id="144" name="Afbeelding 95">
                  <a:extLst>
                    <a:ext uri="{FF2B5EF4-FFF2-40B4-BE49-F238E27FC236}">
                      <a16:creationId xmlns:a16="http://schemas.microsoft.com/office/drawing/2014/main" id="{BE4CA3E0-C858-7F09-0B1F-7C8F350C9BE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567296" y="3424992"/>
                  <a:ext cx="173367" cy="140220"/>
                </a:xfrm>
                <a:prstGeom prst="rect">
                  <a:avLst/>
                </a:prstGeom>
              </p:spPr>
            </p:pic>
            <p:pic>
              <p:nvPicPr>
                <p:cNvPr id="145" name="Afbeelding 96">
                  <a:extLst>
                    <a:ext uri="{FF2B5EF4-FFF2-40B4-BE49-F238E27FC236}">
                      <a16:creationId xmlns:a16="http://schemas.microsoft.com/office/drawing/2014/main" id="{26686189-557C-9A25-6F5F-F77FA51EBC1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3635599" y="3453788"/>
                  <a:ext cx="173367" cy="111424"/>
                </a:xfrm>
                <a:prstGeom prst="rect">
                  <a:avLst/>
                </a:prstGeom>
              </p:spPr>
            </p:pic>
          </p:grpSp>
          <p:grpSp>
            <p:nvGrpSpPr>
              <p:cNvPr id="137" name="Groep 88">
                <a:extLst>
                  <a:ext uri="{FF2B5EF4-FFF2-40B4-BE49-F238E27FC236}">
                    <a16:creationId xmlns:a16="http://schemas.microsoft.com/office/drawing/2014/main" id="{B4A034C5-0F9D-3BDD-5893-BBC6D8518A18}"/>
                  </a:ext>
                </a:extLst>
              </p:cNvPr>
              <p:cNvGrpSpPr/>
              <p:nvPr userDrawn="1"/>
            </p:nvGrpSpPr>
            <p:grpSpPr>
              <a:xfrm>
                <a:off x="13103513" y="3705268"/>
                <a:ext cx="145820" cy="146462"/>
                <a:chOff x="13096169" y="3602278"/>
                <a:chExt cx="145820" cy="146462"/>
              </a:xfrm>
            </p:grpSpPr>
            <p:sp>
              <p:nvSpPr>
                <p:cNvPr id="141" name="Rechthoek 92">
                  <a:extLst>
                    <a:ext uri="{FF2B5EF4-FFF2-40B4-BE49-F238E27FC236}">
                      <a16:creationId xmlns:a16="http://schemas.microsoft.com/office/drawing/2014/main" id="{05A248EE-DA31-F493-1280-ED6881A831FB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42" name="Rechthoek 93">
                  <a:extLst>
                    <a:ext uri="{FF2B5EF4-FFF2-40B4-BE49-F238E27FC236}">
                      <a16:creationId xmlns:a16="http://schemas.microsoft.com/office/drawing/2014/main" id="{8ABCB064-E062-5947-DA94-400BD3562A73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grpSp>
            <p:nvGrpSpPr>
              <p:cNvPr id="138" name="Groep 89">
                <a:extLst>
                  <a:ext uri="{FF2B5EF4-FFF2-40B4-BE49-F238E27FC236}">
                    <a16:creationId xmlns:a16="http://schemas.microsoft.com/office/drawing/2014/main" id="{F41174BE-F24E-11A6-5B0B-1E3B3B2C0182}"/>
                  </a:ext>
                </a:extLst>
              </p:cNvPr>
              <p:cNvGrpSpPr/>
              <p:nvPr userDrawn="1"/>
            </p:nvGrpSpPr>
            <p:grpSpPr>
              <a:xfrm rot="10800000">
                <a:off x="13061402" y="3665637"/>
                <a:ext cx="145820" cy="146462"/>
                <a:chOff x="13096169" y="3602278"/>
                <a:chExt cx="145820" cy="146462"/>
              </a:xfrm>
            </p:grpSpPr>
            <p:sp>
              <p:nvSpPr>
                <p:cNvPr id="139" name="Rechthoek 90">
                  <a:extLst>
                    <a:ext uri="{FF2B5EF4-FFF2-40B4-BE49-F238E27FC236}">
                      <a16:creationId xmlns:a16="http://schemas.microsoft.com/office/drawing/2014/main" id="{0F438BCE-5D30-87F6-B183-A5E64EDF2402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40" name="Rechthoek 91">
                  <a:extLst>
                    <a:ext uri="{FF2B5EF4-FFF2-40B4-BE49-F238E27FC236}">
                      <a16:creationId xmlns:a16="http://schemas.microsoft.com/office/drawing/2014/main" id="{73D204E1-B3EC-255A-BFF0-AED029B75667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</p:grpSp>
        <p:sp>
          <p:nvSpPr>
            <p:cNvPr id="134" name="Rechthoek 85">
              <a:extLst>
                <a:ext uri="{FF2B5EF4-FFF2-40B4-BE49-F238E27FC236}">
                  <a16:creationId xmlns:a16="http://schemas.microsoft.com/office/drawing/2014/main" id="{4EA17DDC-0DC0-21EC-9C0C-8746268006C4}"/>
                </a:ext>
              </a:extLst>
            </p:cNvPr>
            <p:cNvSpPr/>
            <p:nvPr userDrawn="1"/>
          </p:nvSpPr>
          <p:spPr>
            <a:xfrm>
              <a:off x="12617641" y="3889890"/>
              <a:ext cx="752963" cy="16117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9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Crop</a:t>
              </a:r>
            </a:p>
          </p:txBody>
        </p:sp>
        <p:sp>
          <p:nvSpPr>
            <p:cNvPr id="135" name="Gelijkbenige driehoek 78">
              <a:extLst>
                <a:ext uri="{FF2B5EF4-FFF2-40B4-BE49-F238E27FC236}">
                  <a16:creationId xmlns:a16="http://schemas.microsoft.com/office/drawing/2014/main" id="{F45331D0-AC2D-8CA6-1608-86CFB739A164}"/>
                </a:ext>
              </a:extLst>
            </p:cNvPr>
            <p:cNvSpPr/>
            <p:nvPr userDrawn="1"/>
          </p:nvSpPr>
          <p:spPr>
            <a:xfrm rot="10800000">
              <a:off x="12950688" y="4093726"/>
              <a:ext cx="86866" cy="51147"/>
            </a:xfrm>
            <a:prstGeom prst="triangle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09" name="Rechthoek 54">
            <a:extLst>
              <a:ext uri="{FF2B5EF4-FFF2-40B4-BE49-F238E27FC236}">
                <a16:creationId xmlns:a16="http://schemas.microsoft.com/office/drawing/2014/main" id="{C37AF0C8-8DB7-D9F9-FCD0-3CBBA76630BA}"/>
              </a:ext>
            </a:extLst>
          </p:cNvPr>
          <p:cNvSpPr/>
          <p:nvPr userDrawn="1"/>
        </p:nvSpPr>
        <p:spPr>
          <a:xfrm>
            <a:off x="8661928" y="2978146"/>
            <a:ext cx="1087555" cy="664834"/>
          </a:xfrm>
          <a:prstGeom prst="rect">
            <a:avLst/>
          </a:prstGeom>
          <a:pattFill prst="wdUpDiag">
            <a:fgClr>
              <a:srgbClr val="E0E0E0"/>
            </a:fgClr>
            <a:bgClr>
              <a:srgbClr val="ECECEC"/>
            </a:bgClr>
          </a:pattFill>
          <a:ln w="12700">
            <a:solidFill>
              <a:srgbClr val="D3D3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000" b="0" i="0" noProof="0">
              <a:solidFill>
                <a:schemeClr val="tx1"/>
              </a:solidFill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110" name="Groep 55">
            <a:extLst>
              <a:ext uri="{FF2B5EF4-FFF2-40B4-BE49-F238E27FC236}">
                <a16:creationId xmlns:a16="http://schemas.microsoft.com/office/drawing/2014/main" id="{BB35D0B6-C7B1-FC2A-F679-8396BC9AB3E1}"/>
              </a:ext>
            </a:extLst>
          </p:cNvPr>
          <p:cNvGrpSpPr/>
          <p:nvPr userDrawn="1"/>
        </p:nvGrpSpPr>
        <p:grpSpPr>
          <a:xfrm>
            <a:off x="9391241" y="3236277"/>
            <a:ext cx="1073315" cy="520784"/>
            <a:chOff x="-2485819" y="3399207"/>
            <a:chExt cx="1222990" cy="563933"/>
          </a:xfrm>
        </p:grpSpPr>
        <p:sp>
          <p:nvSpPr>
            <p:cNvPr id="112" name="Rechthoek 57">
              <a:extLst>
                <a:ext uri="{FF2B5EF4-FFF2-40B4-BE49-F238E27FC236}">
                  <a16:creationId xmlns:a16="http://schemas.microsoft.com/office/drawing/2014/main" id="{8B404EDF-C825-1F7D-E450-246964170601}"/>
                </a:ext>
              </a:extLst>
            </p:cNvPr>
            <p:cNvSpPr/>
            <p:nvPr userDrawn="1"/>
          </p:nvSpPr>
          <p:spPr>
            <a:xfrm>
              <a:off x="-2485819" y="3399207"/>
              <a:ext cx="1176476" cy="5048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3" name="Rechthoek 58">
              <a:extLst>
                <a:ext uri="{FF2B5EF4-FFF2-40B4-BE49-F238E27FC236}">
                  <a16:creationId xmlns:a16="http://schemas.microsoft.com/office/drawing/2014/main" id="{F93649ED-7241-6325-CD6F-5626094B3DA4}"/>
                </a:ext>
              </a:extLst>
            </p:cNvPr>
            <p:cNvSpPr/>
            <p:nvPr userDrawn="1"/>
          </p:nvSpPr>
          <p:spPr>
            <a:xfrm>
              <a:off x="-2479584" y="3652838"/>
              <a:ext cx="1164007" cy="246701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114" name="Groep 59">
              <a:extLst>
                <a:ext uri="{FF2B5EF4-FFF2-40B4-BE49-F238E27FC236}">
                  <a16:creationId xmlns:a16="http://schemas.microsoft.com/office/drawing/2014/main" id="{81684A58-922F-CFFE-F92E-8F0D8B80F823}"/>
                </a:ext>
              </a:extLst>
            </p:cNvPr>
            <p:cNvGrpSpPr/>
            <p:nvPr userDrawn="1"/>
          </p:nvGrpSpPr>
          <p:grpSpPr>
            <a:xfrm>
              <a:off x="-2403869" y="3460544"/>
              <a:ext cx="155951" cy="131922"/>
              <a:chOff x="12968836" y="3354170"/>
              <a:chExt cx="404806" cy="342433"/>
            </a:xfrm>
          </p:grpSpPr>
          <p:sp>
            <p:nvSpPr>
              <p:cNvPr id="127" name="Rechthoek: afgeronde hoeken 61">
                <a:extLst>
                  <a:ext uri="{FF2B5EF4-FFF2-40B4-BE49-F238E27FC236}">
                    <a16:creationId xmlns:a16="http://schemas.microsoft.com/office/drawing/2014/main" id="{F50B080D-50E2-B781-736B-74C9AC650B0E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28" name="Rechthoek 74">
                <a:extLst>
                  <a:ext uri="{FF2B5EF4-FFF2-40B4-BE49-F238E27FC236}">
                    <a16:creationId xmlns:a16="http://schemas.microsoft.com/office/drawing/2014/main" id="{A9BC7418-EF31-C73A-F7A9-22BCE9D0605F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29" name="Rechthoek 75">
                <a:extLst>
                  <a:ext uri="{FF2B5EF4-FFF2-40B4-BE49-F238E27FC236}">
                    <a16:creationId xmlns:a16="http://schemas.microsoft.com/office/drawing/2014/main" id="{95D40506-0BD0-9808-1FF3-29C857C8FB58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0" name="Rechthoek 81">
                <a:extLst>
                  <a:ext uri="{FF2B5EF4-FFF2-40B4-BE49-F238E27FC236}">
                    <a16:creationId xmlns:a16="http://schemas.microsoft.com/office/drawing/2014/main" id="{ADC29E71-459F-A663-C315-02AB6724A6D0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1" name="Rechthoek 82">
                <a:extLst>
                  <a:ext uri="{FF2B5EF4-FFF2-40B4-BE49-F238E27FC236}">
                    <a16:creationId xmlns:a16="http://schemas.microsoft.com/office/drawing/2014/main" id="{2ED88D07-1C51-B994-E33E-D84178AAE710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2" name="Rechthoek 83">
                <a:extLst>
                  <a:ext uri="{FF2B5EF4-FFF2-40B4-BE49-F238E27FC236}">
                    <a16:creationId xmlns:a16="http://schemas.microsoft.com/office/drawing/2014/main" id="{7CE71B10-0B9A-F20A-4F90-AEA4EB50C1C3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115" name="Groep 60">
              <a:extLst>
                <a:ext uri="{FF2B5EF4-FFF2-40B4-BE49-F238E27FC236}">
                  <a16:creationId xmlns:a16="http://schemas.microsoft.com/office/drawing/2014/main" id="{0C787891-CF3E-823B-84F1-43A2223DFB45}"/>
                </a:ext>
              </a:extLst>
            </p:cNvPr>
            <p:cNvGrpSpPr/>
            <p:nvPr userDrawn="1"/>
          </p:nvGrpSpPr>
          <p:grpSpPr>
            <a:xfrm>
              <a:off x="-2423424" y="3690208"/>
              <a:ext cx="166739" cy="218963"/>
              <a:chOff x="12940828" y="3950597"/>
              <a:chExt cx="432813" cy="568367"/>
            </a:xfrm>
          </p:grpSpPr>
          <p:grpSp>
            <p:nvGrpSpPr>
              <p:cNvPr id="119" name="Groep 64">
                <a:extLst>
                  <a:ext uri="{FF2B5EF4-FFF2-40B4-BE49-F238E27FC236}">
                    <a16:creationId xmlns:a16="http://schemas.microsoft.com/office/drawing/2014/main" id="{0384331F-5E6D-0037-A038-F9BB6B2088D5}"/>
                  </a:ext>
                </a:extLst>
              </p:cNvPr>
              <p:cNvGrpSpPr/>
              <p:nvPr userDrawn="1"/>
            </p:nvGrpSpPr>
            <p:grpSpPr>
              <a:xfrm>
                <a:off x="13000382" y="4006891"/>
                <a:ext cx="373259" cy="315747"/>
                <a:chOff x="12968836" y="3354170"/>
                <a:chExt cx="404806" cy="342433"/>
              </a:xfrm>
            </p:grpSpPr>
            <p:sp>
              <p:nvSpPr>
                <p:cNvPr id="121" name="Rechthoek: afgeronde hoeken 55">
                  <a:extLst>
                    <a:ext uri="{FF2B5EF4-FFF2-40B4-BE49-F238E27FC236}">
                      <a16:creationId xmlns:a16="http://schemas.microsoft.com/office/drawing/2014/main" id="{90135ABC-5785-AAC6-342D-71DD585741BA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2" name="Rechthoek 68">
                  <a:extLst>
                    <a:ext uri="{FF2B5EF4-FFF2-40B4-BE49-F238E27FC236}">
                      <a16:creationId xmlns:a16="http://schemas.microsoft.com/office/drawing/2014/main" id="{086F7D18-61DB-06C6-B0E7-BD7047E2B867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3" name="Rechthoek 69">
                  <a:extLst>
                    <a:ext uri="{FF2B5EF4-FFF2-40B4-BE49-F238E27FC236}">
                      <a16:creationId xmlns:a16="http://schemas.microsoft.com/office/drawing/2014/main" id="{507BBB1B-0A13-F41E-FA43-C05887841AF2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4" name="Rechthoek 70">
                  <a:extLst>
                    <a:ext uri="{FF2B5EF4-FFF2-40B4-BE49-F238E27FC236}">
                      <a16:creationId xmlns:a16="http://schemas.microsoft.com/office/drawing/2014/main" id="{B9334DEA-5C0F-306D-1FA9-B3378A1A2D5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5" name="Rechthoek 71">
                  <a:extLst>
                    <a:ext uri="{FF2B5EF4-FFF2-40B4-BE49-F238E27FC236}">
                      <a16:creationId xmlns:a16="http://schemas.microsoft.com/office/drawing/2014/main" id="{554BA073-1076-0FAC-8677-7AD3EF9B4F1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6" name="Rechthoek 72">
                  <a:extLst>
                    <a:ext uri="{FF2B5EF4-FFF2-40B4-BE49-F238E27FC236}">
                      <a16:creationId xmlns:a16="http://schemas.microsoft.com/office/drawing/2014/main" id="{2E227ACC-F9BF-A828-7098-0F256062F7F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120" name="Boog 65">
                <a:extLst>
                  <a:ext uri="{FF2B5EF4-FFF2-40B4-BE49-F238E27FC236}">
                    <a16:creationId xmlns:a16="http://schemas.microsoft.com/office/drawing/2014/main" id="{047C5EA8-4514-E570-A0F8-148F839871AF}"/>
                  </a:ext>
                </a:extLst>
              </p:cNvPr>
              <p:cNvSpPr/>
              <p:nvPr userDrawn="1"/>
            </p:nvSpPr>
            <p:spPr>
              <a:xfrm rot="17637075">
                <a:off x="12776155" y="4115270"/>
                <a:ext cx="568367" cy="239021"/>
              </a:xfrm>
              <a:prstGeom prst="arc">
                <a:avLst>
                  <a:gd name="adj1" fmla="val 15959368"/>
                  <a:gd name="adj2" fmla="val 1354623"/>
                </a:avLst>
              </a:prstGeom>
              <a:noFill/>
              <a:ln w="19050" cap="flat" cmpd="sng" algn="ctr">
                <a:solidFill>
                  <a:srgbClr val="4D82B8"/>
                </a:solidFill>
                <a:prstDash val="solid"/>
                <a:headEnd type="arrow" w="med" len="sm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en-GB" sz="24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116" name="Tekstvak 61">
              <a:extLst>
                <a:ext uri="{FF2B5EF4-FFF2-40B4-BE49-F238E27FC236}">
                  <a16:creationId xmlns:a16="http://schemas.microsoft.com/office/drawing/2014/main" id="{85EF6E1E-0E67-18F7-CFC0-3E79F95AEA47}"/>
                </a:ext>
              </a:extLst>
            </p:cNvPr>
            <p:cNvSpPr txBox="1"/>
            <p:nvPr userDrawn="1"/>
          </p:nvSpPr>
          <p:spPr>
            <a:xfrm>
              <a:off x="-2245455" y="3460544"/>
              <a:ext cx="896116" cy="13470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Layout</a:t>
              </a:r>
              <a:endParaRPr lang="en-GB" sz="800" b="0" i="0" kern="120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7" name="Tekstvak 62">
              <a:extLst>
                <a:ext uri="{FF2B5EF4-FFF2-40B4-BE49-F238E27FC236}">
                  <a16:creationId xmlns:a16="http://schemas.microsoft.com/office/drawing/2014/main" id="{372E6D3C-206D-E99A-4A62-137C1F51047B}"/>
                </a:ext>
              </a:extLst>
            </p:cNvPr>
            <p:cNvSpPr txBox="1"/>
            <p:nvPr userDrawn="1"/>
          </p:nvSpPr>
          <p:spPr>
            <a:xfrm>
              <a:off x="-2258884" y="3712980"/>
              <a:ext cx="909545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Reset Slide</a:t>
              </a:r>
              <a:endParaRPr lang="en-GB" sz="800" b="0" i="0" kern="120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8" name="Vrije vorm: vorm 52">
              <a:extLst>
                <a:ext uri="{FF2B5EF4-FFF2-40B4-BE49-F238E27FC236}">
                  <a16:creationId xmlns:a16="http://schemas.microsoft.com/office/drawing/2014/main" id="{D7465F6B-C835-BA89-D7BB-3A92E5B6EFBC}"/>
                </a:ext>
              </a:extLst>
            </p:cNvPr>
            <p:cNvSpPr/>
            <p:nvPr userDrawn="1"/>
          </p:nvSpPr>
          <p:spPr>
            <a:xfrm>
              <a:off x="-1360391" y="3783140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b="0" i="0" cap="all" baseline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pic>
        <p:nvPicPr>
          <p:cNvPr id="111" name="Afbeelding 56">
            <a:extLst>
              <a:ext uri="{FF2B5EF4-FFF2-40B4-BE49-F238E27FC236}">
                <a16:creationId xmlns:a16="http://schemas.microsoft.com/office/drawing/2014/main" id="{CA32A482-4486-7030-7B24-B104C1F2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1428" y="4357683"/>
            <a:ext cx="853220" cy="1000283"/>
          </a:xfrm>
          <a:prstGeom prst="rect">
            <a:avLst/>
          </a:prstGeom>
        </p:spPr>
      </p:pic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AA7713E-59AD-9C31-61B5-F4EDBB44C464}"/>
              </a:ext>
            </a:extLst>
          </p:cNvPr>
          <p:cNvGrpSpPr/>
          <p:nvPr userDrawn="1"/>
        </p:nvGrpSpPr>
        <p:grpSpPr>
          <a:xfrm>
            <a:off x="592358" y="3585969"/>
            <a:ext cx="2826017" cy="2449918"/>
            <a:chOff x="1049842" y="3489717"/>
            <a:chExt cx="2826017" cy="2449918"/>
          </a:xfrm>
        </p:grpSpPr>
        <p:sp>
          <p:nvSpPr>
            <p:cNvPr id="161" name="Rechthoek 11">
              <a:extLst>
                <a:ext uri="{FF2B5EF4-FFF2-40B4-BE49-F238E27FC236}">
                  <a16:creationId xmlns:a16="http://schemas.microsoft.com/office/drawing/2014/main" id="{9C9757CF-46EE-0B02-BA7A-72161AFAE834}"/>
                </a:ext>
              </a:extLst>
            </p:cNvPr>
            <p:cNvSpPr/>
            <p:nvPr userDrawn="1"/>
          </p:nvSpPr>
          <p:spPr>
            <a:xfrm>
              <a:off x="1049842" y="3489717"/>
              <a:ext cx="2487689" cy="15234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CHOOSE </a:t>
              </a:r>
              <a:r>
                <a:rPr lang="en-GB" sz="1100" b="1" i="0" cap="all" baseline="0" noProof="0" dirty="0" err="1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TEXt</a:t>
              </a: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 LEVELS</a:t>
              </a:r>
            </a:p>
          </p:txBody>
        </p:sp>
        <p:sp>
          <p:nvSpPr>
            <p:cNvPr id="162" name="Ovaal 12">
              <a:extLst>
                <a:ext uri="{FF2B5EF4-FFF2-40B4-BE49-F238E27FC236}">
                  <a16:creationId xmlns:a16="http://schemas.microsoft.com/office/drawing/2014/main" id="{992D7582-3928-47C2-3ACE-BF1CAF73C3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02920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63" name="Ovaal 95">
              <a:extLst>
                <a:ext uri="{FF2B5EF4-FFF2-40B4-BE49-F238E27FC236}">
                  <a16:creationId xmlns:a16="http://schemas.microsoft.com/office/drawing/2014/main" id="{4FDCC340-53E4-B9FA-EE24-4884956E36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272681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4" name="Rechthoek 96">
              <a:extLst>
                <a:ext uri="{FF2B5EF4-FFF2-40B4-BE49-F238E27FC236}">
                  <a16:creationId xmlns:a16="http://schemas.microsoft.com/office/drawing/2014/main" id="{04A88B77-5543-4CBA-0853-058E39471C41}"/>
                </a:ext>
              </a:extLst>
            </p:cNvPr>
            <p:cNvSpPr/>
            <p:nvPr userDrawn="1"/>
          </p:nvSpPr>
          <p:spPr>
            <a:xfrm>
              <a:off x="1053894" y="4637337"/>
              <a:ext cx="2821965" cy="33479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kern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U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se the 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List </a:t>
              </a:r>
              <a:r>
                <a:rPr lang="en-GB" sz="1000" b="1" kern="0"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L</a:t>
              </a:r>
              <a:r>
                <a:rPr kumimoji="0" lang="en-GB" sz="1000" b="1" i="0" u="none" strike="noStrike" kern="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evel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 buttons under the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Start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tab, to select a text level. Choose from:</a:t>
              </a:r>
            </a:p>
          </p:txBody>
        </p:sp>
        <p:grpSp>
          <p:nvGrpSpPr>
            <p:cNvPr id="165" name="VOORBEELD">
              <a:extLst>
                <a:ext uri="{FF2B5EF4-FFF2-40B4-BE49-F238E27FC236}">
                  <a16:creationId xmlns:a16="http://schemas.microsoft.com/office/drawing/2014/main" id="{312210A3-1907-D046-4925-428995275EFD}"/>
                </a:ext>
              </a:extLst>
            </p:cNvPr>
            <p:cNvGrpSpPr/>
            <p:nvPr userDrawn="1"/>
          </p:nvGrpSpPr>
          <p:grpSpPr>
            <a:xfrm>
              <a:off x="1052906" y="3839672"/>
              <a:ext cx="2484625" cy="604518"/>
              <a:chOff x="-3605171" y="458674"/>
              <a:chExt cx="2484625" cy="558875"/>
            </a:xfrm>
          </p:grpSpPr>
          <p:sp>
            <p:nvSpPr>
              <p:cNvPr id="168" name="Rechthoek 100">
                <a:extLst>
                  <a:ext uri="{FF2B5EF4-FFF2-40B4-BE49-F238E27FC236}">
                    <a16:creationId xmlns:a16="http://schemas.microsoft.com/office/drawing/2014/main" id="{8768675B-B4C6-7968-9AAC-CA4A2D747F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69" name="Rechthoek 101">
                <a:extLst>
                  <a:ext uri="{FF2B5EF4-FFF2-40B4-BE49-F238E27FC236}">
                    <a16:creationId xmlns:a16="http://schemas.microsoft.com/office/drawing/2014/main" id="{E9473973-41F1-B0BF-0E41-D1AB7EFF3EF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2"/>
                  </a:solidFill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0" name="Groep 102">
                <a:extLst>
                  <a:ext uri="{FF2B5EF4-FFF2-40B4-BE49-F238E27FC236}">
                    <a16:creationId xmlns:a16="http://schemas.microsoft.com/office/drawing/2014/main" id="{0B72D57B-B119-0469-8105-7E5852331F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1" name="Groep 133">
                  <a:extLst>
                    <a:ext uri="{FF2B5EF4-FFF2-40B4-BE49-F238E27FC236}">
                      <a16:creationId xmlns:a16="http://schemas.microsoft.com/office/drawing/2014/main" id="{BA1BE622-DD99-0C64-FB7B-8AB11E3ADB4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03" name="Rechte verbindingslijn 135">
                    <a:extLst>
                      <a:ext uri="{FF2B5EF4-FFF2-40B4-BE49-F238E27FC236}">
                        <a16:creationId xmlns:a16="http://schemas.microsoft.com/office/drawing/2014/main" id="{6C467F51-470E-CDD3-614E-B177407198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4" name="Rechte verbindingslijn 136">
                    <a:extLst>
                      <a:ext uri="{FF2B5EF4-FFF2-40B4-BE49-F238E27FC236}">
                        <a16:creationId xmlns:a16="http://schemas.microsoft.com/office/drawing/2014/main" id="{F3800EFC-37C8-8607-0ED2-4AAC897561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137">
                    <a:extLst>
                      <a:ext uri="{FF2B5EF4-FFF2-40B4-BE49-F238E27FC236}">
                        <a16:creationId xmlns:a16="http://schemas.microsoft.com/office/drawing/2014/main" id="{09418562-CF45-566C-656A-9DA2A138B6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138">
                    <a:extLst>
                      <a:ext uri="{FF2B5EF4-FFF2-40B4-BE49-F238E27FC236}">
                        <a16:creationId xmlns:a16="http://schemas.microsoft.com/office/drawing/2014/main" id="{330A2C20-340E-9199-7D17-2FA5B46EC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139">
                    <a:extLst>
                      <a:ext uri="{FF2B5EF4-FFF2-40B4-BE49-F238E27FC236}">
                        <a16:creationId xmlns:a16="http://schemas.microsoft.com/office/drawing/2014/main" id="{6A0681A9-8EE6-92C5-B348-796F7465A1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2" name="Pijl: rechts 129">
                  <a:extLst>
                    <a:ext uri="{FF2B5EF4-FFF2-40B4-BE49-F238E27FC236}">
                      <a16:creationId xmlns:a16="http://schemas.microsoft.com/office/drawing/2014/main" id="{D2E09A55-DAFB-92E8-B723-98EB9F375CB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1" name="Groep 103">
                <a:extLst>
                  <a:ext uri="{FF2B5EF4-FFF2-40B4-BE49-F238E27FC236}">
                    <a16:creationId xmlns:a16="http://schemas.microsoft.com/office/drawing/2014/main" id="{490D8191-31A8-FC8A-FDCD-5193F7DDFA7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94" name="Groep 126">
                  <a:extLst>
                    <a:ext uri="{FF2B5EF4-FFF2-40B4-BE49-F238E27FC236}">
                      <a16:creationId xmlns:a16="http://schemas.microsoft.com/office/drawing/2014/main" id="{1BBA635F-EC5E-368D-4F2F-4E73506CBCA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96" name="Rechte verbindingslijn 128">
                    <a:extLst>
                      <a:ext uri="{FF2B5EF4-FFF2-40B4-BE49-F238E27FC236}">
                        <a16:creationId xmlns:a16="http://schemas.microsoft.com/office/drawing/2014/main" id="{11F8EFF1-32F6-9606-EE6A-E95EDDD81F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29">
                    <a:extLst>
                      <a:ext uri="{FF2B5EF4-FFF2-40B4-BE49-F238E27FC236}">
                        <a16:creationId xmlns:a16="http://schemas.microsoft.com/office/drawing/2014/main" id="{FD58F350-6E10-D449-0E44-0097AB63AE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30">
                    <a:extLst>
                      <a:ext uri="{FF2B5EF4-FFF2-40B4-BE49-F238E27FC236}">
                        <a16:creationId xmlns:a16="http://schemas.microsoft.com/office/drawing/2014/main" id="{EEBB5200-2169-1AD5-195E-8C95F62BCD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31">
                    <a:extLst>
                      <a:ext uri="{FF2B5EF4-FFF2-40B4-BE49-F238E27FC236}">
                        <a16:creationId xmlns:a16="http://schemas.microsoft.com/office/drawing/2014/main" id="{8C6E3AE6-CB2C-F3EE-3C67-081E0F16BFB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32">
                    <a:extLst>
                      <a:ext uri="{FF2B5EF4-FFF2-40B4-BE49-F238E27FC236}">
                        <a16:creationId xmlns:a16="http://schemas.microsoft.com/office/drawing/2014/main" id="{0AED1AB1-34DE-3003-CFE0-185CEB51F81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5" name="Pijl: rechts 122">
                  <a:extLst>
                    <a:ext uri="{FF2B5EF4-FFF2-40B4-BE49-F238E27FC236}">
                      <a16:creationId xmlns:a16="http://schemas.microsoft.com/office/drawing/2014/main" id="{F85FFDEE-7747-1860-C6CA-104C865FC6A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72" name="Rechte verbindingslijn 104">
                <a:extLst>
                  <a:ext uri="{FF2B5EF4-FFF2-40B4-BE49-F238E27FC236}">
                    <a16:creationId xmlns:a16="http://schemas.microsoft.com/office/drawing/2014/main" id="{CABEFB0F-033A-23DB-E3A6-E65E1AB2E3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73" name="Rechte verbindingslijn 105">
                <a:extLst>
                  <a:ext uri="{FF2B5EF4-FFF2-40B4-BE49-F238E27FC236}">
                    <a16:creationId xmlns:a16="http://schemas.microsoft.com/office/drawing/2014/main" id="{95823E9A-F375-5C58-DCD4-995F94B8CFA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74" name="Rechthoek 106">
                <a:extLst>
                  <a:ext uri="{FF2B5EF4-FFF2-40B4-BE49-F238E27FC236}">
                    <a16:creationId xmlns:a16="http://schemas.microsoft.com/office/drawing/2014/main" id="{09B5F2A6-2FF2-6705-D380-4C0E56C7E542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1276132" cy="19637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rPr>
                  <a:t>Increase List Level</a:t>
                </a:r>
              </a:p>
            </p:txBody>
          </p:sp>
          <p:sp>
            <p:nvSpPr>
              <p:cNvPr id="175" name="Rechthoek 107">
                <a:extLst>
                  <a:ext uri="{FF2B5EF4-FFF2-40B4-BE49-F238E27FC236}">
                    <a16:creationId xmlns:a16="http://schemas.microsoft.com/office/drawing/2014/main" id="{A48B863A-989F-AE83-6536-D48E7970AC5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1439357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rPr>
                  <a:t>Decrease List Level</a:t>
                </a:r>
              </a:p>
            </p:txBody>
          </p:sp>
          <p:grpSp>
            <p:nvGrpSpPr>
              <p:cNvPr id="176" name="Groep 108">
                <a:extLst>
                  <a:ext uri="{FF2B5EF4-FFF2-40B4-BE49-F238E27FC236}">
                    <a16:creationId xmlns:a16="http://schemas.microsoft.com/office/drawing/2014/main" id="{BFD4D4FD-D1E6-4F1B-7692-A5886049EE4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86" name="Rechthoek 118">
                  <a:extLst>
                    <a:ext uri="{FF2B5EF4-FFF2-40B4-BE49-F238E27FC236}">
                      <a16:creationId xmlns:a16="http://schemas.microsoft.com/office/drawing/2014/main" id="{14DE4449-2655-76D3-3273-9FB83A0B5C76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chemeClr val="tx2"/>
                    </a:solidFill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19">
                  <a:extLst>
                    <a:ext uri="{FF2B5EF4-FFF2-40B4-BE49-F238E27FC236}">
                      <a16:creationId xmlns:a16="http://schemas.microsoft.com/office/drawing/2014/main" id="{AB16CBEC-463F-E912-C02E-90E77A119A0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9" name="Rechte verbindingslijn 121">
                    <a:extLst>
                      <a:ext uri="{FF2B5EF4-FFF2-40B4-BE49-F238E27FC236}">
                        <a16:creationId xmlns:a16="http://schemas.microsoft.com/office/drawing/2014/main" id="{EA018869-979F-82DE-917E-74FBE31283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22">
                    <a:extLst>
                      <a:ext uri="{FF2B5EF4-FFF2-40B4-BE49-F238E27FC236}">
                        <a16:creationId xmlns:a16="http://schemas.microsoft.com/office/drawing/2014/main" id="{C4D75939-7BDE-6FAD-0017-C235212260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23">
                    <a:extLst>
                      <a:ext uri="{FF2B5EF4-FFF2-40B4-BE49-F238E27FC236}">
                        <a16:creationId xmlns:a16="http://schemas.microsoft.com/office/drawing/2014/main" id="{8306F5CE-E91B-A211-57B1-8C9D6B93AE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24">
                    <a:extLst>
                      <a:ext uri="{FF2B5EF4-FFF2-40B4-BE49-F238E27FC236}">
                        <a16:creationId xmlns:a16="http://schemas.microsoft.com/office/drawing/2014/main" id="{FC7AAB56-AB96-4557-A106-56C132C6DCB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25">
                    <a:extLst>
                      <a:ext uri="{FF2B5EF4-FFF2-40B4-BE49-F238E27FC236}">
                        <a16:creationId xmlns:a16="http://schemas.microsoft.com/office/drawing/2014/main" id="{1510CD74-FA4A-C65A-0200-BB77B955A1A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15">
                  <a:extLst>
                    <a:ext uri="{FF2B5EF4-FFF2-40B4-BE49-F238E27FC236}">
                      <a16:creationId xmlns:a16="http://schemas.microsoft.com/office/drawing/2014/main" id="{F6FFFBE6-09BB-05CB-4CEF-A77C277520A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7" name="Groep 109">
                <a:extLst>
                  <a:ext uri="{FF2B5EF4-FFF2-40B4-BE49-F238E27FC236}">
                    <a16:creationId xmlns:a16="http://schemas.microsoft.com/office/drawing/2014/main" id="{28485F03-AEB2-6643-ED24-1E46AD3BD8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78" name="Rechthoek 110">
                  <a:extLst>
                    <a:ext uri="{FF2B5EF4-FFF2-40B4-BE49-F238E27FC236}">
                      <a16:creationId xmlns:a16="http://schemas.microsoft.com/office/drawing/2014/main" id="{350DD1B4-2607-5881-5C3A-0F11994C774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chemeClr val="tx2"/>
                    </a:solidFill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9" name="Groep 111">
                  <a:extLst>
                    <a:ext uri="{FF2B5EF4-FFF2-40B4-BE49-F238E27FC236}">
                      <a16:creationId xmlns:a16="http://schemas.microsoft.com/office/drawing/2014/main" id="{74B83E49-2C72-E076-93C6-AB0FB005746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1" name="Rechte verbindingslijn 113">
                    <a:extLst>
                      <a:ext uri="{FF2B5EF4-FFF2-40B4-BE49-F238E27FC236}">
                        <a16:creationId xmlns:a16="http://schemas.microsoft.com/office/drawing/2014/main" id="{0B0C6AC2-50B5-D8E3-5464-7CF3CA219C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14">
                    <a:extLst>
                      <a:ext uri="{FF2B5EF4-FFF2-40B4-BE49-F238E27FC236}">
                        <a16:creationId xmlns:a16="http://schemas.microsoft.com/office/drawing/2014/main" id="{BF6D0328-B901-66B6-4DAD-E9E3446531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15">
                    <a:extLst>
                      <a:ext uri="{FF2B5EF4-FFF2-40B4-BE49-F238E27FC236}">
                        <a16:creationId xmlns:a16="http://schemas.microsoft.com/office/drawing/2014/main" id="{291CA769-1381-42F0-C838-6968C37428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16">
                    <a:extLst>
                      <a:ext uri="{FF2B5EF4-FFF2-40B4-BE49-F238E27FC236}">
                        <a16:creationId xmlns:a16="http://schemas.microsoft.com/office/drawing/2014/main" id="{680702EB-16E8-07F9-1AFC-C840F9D61E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17">
                    <a:extLst>
                      <a:ext uri="{FF2B5EF4-FFF2-40B4-BE49-F238E27FC236}">
                        <a16:creationId xmlns:a16="http://schemas.microsoft.com/office/drawing/2014/main" id="{1A6C1201-A710-01E7-690C-8F6CD05AA9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07">
                  <a:extLst>
                    <a:ext uri="{FF2B5EF4-FFF2-40B4-BE49-F238E27FC236}">
                      <a16:creationId xmlns:a16="http://schemas.microsoft.com/office/drawing/2014/main" id="{4640279D-765E-2FE6-639D-660F0D15AEF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66" name="Ovaal 98">
              <a:extLst>
                <a:ext uri="{FF2B5EF4-FFF2-40B4-BE49-F238E27FC236}">
                  <a16:creationId xmlns:a16="http://schemas.microsoft.com/office/drawing/2014/main" id="{8DEA10D9-D2FA-7739-F45D-F9BEF9FC17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516158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7" name="Ovaal 99">
              <a:extLst>
                <a:ext uri="{FF2B5EF4-FFF2-40B4-BE49-F238E27FC236}">
                  <a16:creationId xmlns:a16="http://schemas.microsoft.com/office/drawing/2014/main" id="{B2AC2634-C7A7-C4C8-0C59-B0DD5B02F4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759635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4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7AFF27F-4CD7-56F9-5260-64795DA4D7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80168" b="66684"/>
          <a:stretch/>
        </p:blipFill>
        <p:spPr>
          <a:xfrm>
            <a:off x="827791" y="5038945"/>
            <a:ext cx="1442605" cy="100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5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13">
            <a:extLst>
              <a:ext uri="{FF2B5EF4-FFF2-40B4-BE49-F238E27FC236}">
                <a16:creationId xmlns:a16="http://schemas.microsoft.com/office/drawing/2014/main" id="{F383121F-D477-F400-20DF-03284DF2C5F3}"/>
              </a:ext>
            </a:extLst>
          </p:cNvPr>
          <p:cNvSpPr/>
          <p:nvPr userDrawn="1"/>
        </p:nvSpPr>
        <p:spPr>
          <a:xfrm>
            <a:off x="296479" y="573720"/>
            <a:ext cx="3310039" cy="339405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INSERT/FORMAT </a:t>
            </a:r>
            <a:r>
              <a:rPr lang="en-GB" sz="1100" b="1" i="0" cap="all" baseline="0" noProof="0" dirty="0" err="1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</a:t>
            </a:r>
            <a:endParaRPr lang="en-GB" sz="1100" b="1" i="0" cap="all" baseline="0" noProof="0" dirty="0">
              <a:solidFill>
                <a:schemeClr val="accent1"/>
              </a:solidFill>
              <a:latin typeface="+mj-lt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Ovaal 14">
            <a:extLst>
              <a:ext uri="{FF2B5EF4-FFF2-40B4-BE49-F238E27FC236}">
                <a16:creationId xmlns:a16="http://schemas.microsoft.com/office/drawing/2014/main" id="{FA3F9459-7ECC-3819-7BC7-994B974FC1B5}"/>
              </a:ext>
            </a:extLst>
          </p:cNvPr>
          <p:cNvSpPr/>
          <p:nvPr userDrawn="1"/>
        </p:nvSpPr>
        <p:spPr>
          <a:xfrm>
            <a:off x="479057" y="103904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5" name="Rechthoek 15">
            <a:extLst>
              <a:ext uri="{FF2B5EF4-FFF2-40B4-BE49-F238E27FC236}">
                <a16:creationId xmlns:a16="http://schemas.microsoft.com/office/drawing/2014/main" id="{B3A561B2-AAEC-B347-6CE7-5DE6D19F78B1}"/>
              </a:ext>
            </a:extLst>
          </p:cNvPr>
          <p:cNvSpPr/>
          <p:nvPr userDrawn="1"/>
        </p:nvSpPr>
        <p:spPr>
          <a:xfrm>
            <a:off x="763229" y="1039043"/>
            <a:ext cx="283137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table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table (</a:t>
            </a:r>
            <a:r>
              <a:rPr kumimoji="0" lang="en-GB" sz="10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).</a:t>
            </a:r>
          </a:p>
        </p:txBody>
      </p:sp>
      <p:sp>
        <p:nvSpPr>
          <p:cNvPr id="6" name="Ovaal 16">
            <a:extLst>
              <a:ext uri="{FF2B5EF4-FFF2-40B4-BE49-F238E27FC236}">
                <a16:creationId xmlns:a16="http://schemas.microsoft.com/office/drawing/2014/main" id="{96BBDE81-3136-AC35-B91D-C4ECE6DCEB57}"/>
              </a:ext>
            </a:extLst>
          </p:cNvPr>
          <p:cNvSpPr/>
          <p:nvPr userDrawn="1"/>
        </p:nvSpPr>
        <p:spPr>
          <a:xfrm>
            <a:off x="479057" y="2098004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7" name="Rechthoek 17">
            <a:extLst>
              <a:ext uri="{FF2B5EF4-FFF2-40B4-BE49-F238E27FC236}">
                <a16:creationId xmlns:a16="http://schemas.microsoft.com/office/drawing/2014/main" id="{B6435EF8-6358-64E8-92CB-26875C75FB41}"/>
              </a:ext>
            </a:extLst>
          </p:cNvPr>
          <p:cNvSpPr/>
          <p:nvPr userDrawn="1"/>
        </p:nvSpPr>
        <p:spPr>
          <a:xfrm>
            <a:off x="763229" y="2098005"/>
            <a:ext cx="2837357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table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8" name="Groep 18">
            <a:extLst>
              <a:ext uri="{FF2B5EF4-FFF2-40B4-BE49-F238E27FC236}">
                <a16:creationId xmlns:a16="http://schemas.microsoft.com/office/drawing/2014/main" id="{5BC39839-4B18-C410-A188-AC5670F7065C}"/>
              </a:ext>
            </a:extLst>
          </p:cNvPr>
          <p:cNvGrpSpPr/>
          <p:nvPr userDrawn="1"/>
        </p:nvGrpSpPr>
        <p:grpSpPr>
          <a:xfrm>
            <a:off x="771325" y="2359798"/>
            <a:ext cx="825500" cy="209550"/>
            <a:chOff x="13504624" y="2482850"/>
            <a:chExt cx="825500" cy="209550"/>
          </a:xfrm>
        </p:grpSpPr>
        <p:sp>
          <p:nvSpPr>
            <p:cNvPr id="26" name="Rechthoek 36">
              <a:extLst>
                <a:ext uri="{FF2B5EF4-FFF2-40B4-BE49-F238E27FC236}">
                  <a16:creationId xmlns:a16="http://schemas.microsoft.com/office/drawing/2014/main" id="{AD064BCF-9B8E-CFFD-6960-23C9E08B4B03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  <a:endParaRPr lang="en-GB" sz="900" b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cxnSp>
          <p:nvCxnSpPr>
            <p:cNvPr id="27" name="Rechte verbindingslijn 37">
              <a:extLst>
                <a:ext uri="{FF2B5EF4-FFF2-40B4-BE49-F238E27FC236}">
                  <a16:creationId xmlns:a16="http://schemas.microsoft.com/office/drawing/2014/main" id="{8ED81785-ED56-0068-9B04-5BE378501C9F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28" name="Gelijkbenige driehoek 56">
              <a:extLst>
                <a:ext uri="{FF2B5EF4-FFF2-40B4-BE49-F238E27FC236}">
                  <a16:creationId xmlns:a16="http://schemas.microsoft.com/office/drawing/2014/main" id="{842D9FF2-3018-CD84-CDA4-E51572102BDD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sp>
        <p:nvSpPr>
          <p:cNvPr id="9" name="Ovaal 19">
            <a:extLst>
              <a:ext uri="{FF2B5EF4-FFF2-40B4-BE49-F238E27FC236}">
                <a16:creationId xmlns:a16="http://schemas.microsoft.com/office/drawing/2014/main" id="{079C79A1-1C2B-C9EE-9101-ED75C353D2D5}"/>
              </a:ext>
            </a:extLst>
          </p:cNvPr>
          <p:cNvSpPr/>
          <p:nvPr userDrawn="1"/>
        </p:nvSpPr>
        <p:spPr>
          <a:xfrm>
            <a:off x="479057" y="274940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10" name="Rechthoek 20">
            <a:extLst>
              <a:ext uri="{FF2B5EF4-FFF2-40B4-BE49-F238E27FC236}">
                <a16:creationId xmlns:a16="http://schemas.microsoft.com/office/drawing/2014/main" id="{3833F01A-9206-ED89-C157-A64F31EF83CB}"/>
              </a:ext>
            </a:extLst>
          </p:cNvPr>
          <p:cNvSpPr/>
          <p:nvPr/>
        </p:nvSpPr>
        <p:spPr>
          <a:xfrm>
            <a:off x="769205" y="2749408"/>
            <a:ext cx="2831381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Change the table layout by clicking on the table elements that you wish to change and navigating to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 Layout 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or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 Design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grpSp>
        <p:nvGrpSpPr>
          <p:cNvPr id="11" name="Groep 21">
            <a:extLst>
              <a:ext uri="{FF2B5EF4-FFF2-40B4-BE49-F238E27FC236}">
                <a16:creationId xmlns:a16="http://schemas.microsoft.com/office/drawing/2014/main" id="{29213923-378A-ABBC-FE35-4AC578B36781}"/>
              </a:ext>
            </a:extLst>
          </p:cNvPr>
          <p:cNvGrpSpPr/>
          <p:nvPr userDrawn="1"/>
        </p:nvGrpSpPr>
        <p:grpSpPr>
          <a:xfrm>
            <a:off x="771325" y="1567549"/>
            <a:ext cx="426684" cy="356478"/>
            <a:chOff x="-3261070" y="3620931"/>
            <a:chExt cx="143928" cy="118477"/>
          </a:xfrm>
        </p:grpSpPr>
        <p:sp>
          <p:nvSpPr>
            <p:cNvPr id="12" name="Rechthoek 22">
              <a:extLst>
                <a:ext uri="{FF2B5EF4-FFF2-40B4-BE49-F238E27FC236}">
                  <a16:creationId xmlns:a16="http://schemas.microsoft.com/office/drawing/2014/main" id="{8C3EC6BF-1E0B-4D04-EC90-E8E41C9F2FC4}"/>
                </a:ext>
              </a:extLst>
            </p:cNvPr>
            <p:cNvSpPr/>
            <p:nvPr userDrawn="1"/>
          </p:nvSpPr>
          <p:spPr>
            <a:xfrm>
              <a:off x="-3261070" y="3643881"/>
              <a:ext cx="142985" cy="95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13" name="Groep 23">
              <a:extLst>
                <a:ext uri="{FF2B5EF4-FFF2-40B4-BE49-F238E27FC236}">
                  <a16:creationId xmlns:a16="http://schemas.microsoft.com/office/drawing/2014/main" id="{755B4393-1046-36ED-DC2A-508937C192CC}"/>
                </a:ext>
              </a:extLst>
            </p:cNvPr>
            <p:cNvGrpSpPr/>
            <p:nvPr userDrawn="1"/>
          </p:nvGrpSpPr>
          <p:grpSpPr>
            <a:xfrm>
              <a:off x="-3261070" y="3622063"/>
              <a:ext cx="141113" cy="117345"/>
              <a:chOff x="1094874" y="-878306"/>
              <a:chExt cx="867364" cy="613611"/>
            </a:xfrm>
          </p:grpSpPr>
          <p:cxnSp>
            <p:nvCxnSpPr>
              <p:cNvPr id="19" name="Rechte verbindingslijn 29">
                <a:extLst>
                  <a:ext uri="{FF2B5EF4-FFF2-40B4-BE49-F238E27FC236}">
                    <a16:creationId xmlns:a16="http://schemas.microsoft.com/office/drawing/2014/main" id="{D64992DE-A887-D126-8429-9FC7C3222C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94874" y="-878305"/>
                <a:ext cx="0" cy="613610"/>
              </a:xfrm>
              <a:prstGeom prst="line">
                <a:avLst/>
              </a:prstGeom>
              <a:ln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Rechte verbindingslijn 30">
                <a:extLst>
                  <a:ext uri="{FF2B5EF4-FFF2-40B4-BE49-F238E27FC236}">
                    <a16:creationId xmlns:a16="http://schemas.microsoft.com/office/drawing/2014/main" id="{3FD292FE-0EF8-D778-C7B9-6875B565468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62238" y="-878306"/>
                <a:ext cx="0" cy="613611"/>
              </a:xfrm>
              <a:prstGeom prst="line">
                <a:avLst/>
              </a:prstGeom>
              <a:ln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ep 31">
                <a:extLst>
                  <a:ext uri="{FF2B5EF4-FFF2-40B4-BE49-F238E27FC236}">
                    <a16:creationId xmlns:a16="http://schemas.microsoft.com/office/drawing/2014/main" id="{B9AD93BC-FCA6-9070-E334-F208BDB04819}"/>
                  </a:ext>
                </a:extLst>
              </p:cNvPr>
              <p:cNvGrpSpPr/>
              <p:nvPr userDrawn="1"/>
            </p:nvGrpSpPr>
            <p:grpSpPr>
              <a:xfrm>
                <a:off x="1270535" y="-878306"/>
                <a:ext cx="526983" cy="613611"/>
                <a:chOff x="1270535" y="-745959"/>
                <a:chExt cx="526983" cy="481264"/>
              </a:xfrm>
            </p:grpSpPr>
            <p:cxnSp>
              <p:nvCxnSpPr>
                <p:cNvPr id="22" name="Rechte verbindingslijn 32">
                  <a:extLst>
                    <a:ext uri="{FF2B5EF4-FFF2-40B4-BE49-F238E27FC236}">
                      <a16:creationId xmlns:a16="http://schemas.microsoft.com/office/drawing/2014/main" id="{204738C0-4924-3515-E0B0-B75D15E9971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46196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Rechte verbindingslijn 33">
                  <a:extLst>
                    <a:ext uri="{FF2B5EF4-FFF2-40B4-BE49-F238E27FC236}">
                      <a16:creationId xmlns:a16="http://schemas.microsoft.com/office/drawing/2014/main" id="{EDF95495-833B-A57A-5D65-CEF2CB57FF7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270535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Rechte verbindingslijn 34">
                  <a:extLst>
                    <a:ext uri="{FF2B5EF4-FFF2-40B4-BE49-F238E27FC236}">
                      <a16:creationId xmlns:a16="http://schemas.microsoft.com/office/drawing/2014/main" id="{73F996CC-8EC2-CD74-AAC2-AE5F798090A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621857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Rechte verbindingslijn 35">
                  <a:extLst>
                    <a:ext uri="{FF2B5EF4-FFF2-40B4-BE49-F238E27FC236}">
                      <a16:creationId xmlns:a16="http://schemas.microsoft.com/office/drawing/2014/main" id="{C036C979-B970-D1FA-4362-927E6642362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797518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" name="Rechte verbindingslijn 24">
              <a:extLst>
                <a:ext uri="{FF2B5EF4-FFF2-40B4-BE49-F238E27FC236}">
                  <a16:creationId xmlns:a16="http://schemas.microsoft.com/office/drawing/2014/main" id="{792CB51D-63D1-0F20-5633-47A7CC13811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0471" y="3739408"/>
              <a:ext cx="143329" cy="0"/>
            </a:xfrm>
            <a:prstGeom prst="line">
              <a:avLst/>
            </a:prstGeom>
            <a:ln w="6350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hte verbindingslijn 25">
              <a:extLst>
                <a:ext uri="{FF2B5EF4-FFF2-40B4-BE49-F238E27FC236}">
                  <a16:creationId xmlns:a16="http://schemas.microsoft.com/office/drawing/2014/main" id="{A2515274-3F5C-C478-230F-C2504B77C9A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713352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Rechte verbindingslijn 26">
              <a:extLst>
                <a:ext uri="{FF2B5EF4-FFF2-40B4-BE49-F238E27FC236}">
                  <a16:creationId xmlns:a16="http://schemas.microsoft.com/office/drawing/2014/main" id="{C8E1546B-5D22-893D-C4E1-401E52DCA35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89677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chte verbindingslijn 27">
              <a:extLst>
                <a:ext uri="{FF2B5EF4-FFF2-40B4-BE49-F238E27FC236}">
                  <a16:creationId xmlns:a16="http://schemas.microsoft.com/office/drawing/2014/main" id="{B238AC62-F8C3-D053-D5F4-29E4C508324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63621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hthoek 28">
              <a:extLst>
                <a:ext uri="{FF2B5EF4-FFF2-40B4-BE49-F238E27FC236}">
                  <a16:creationId xmlns:a16="http://schemas.microsoft.com/office/drawing/2014/main" id="{DFFA00E7-F31A-7F64-D3BC-30FC8D069E6C}"/>
                </a:ext>
              </a:extLst>
            </p:cNvPr>
            <p:cNvSpPr/>
            <p:nvPr userDrawn="1"/>
          </p:nvSpPr>
          <p:spPr>
            <a:xfrm>
              <a:off x="-3261070" y="3620931"/>
              <a:ext cx="142893" cy="24910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31" name="Rechthoek 15">
            <a:extLst>
              <a:ext uri="{FF2B5EF4-FFF2-40B4-BE49-F238E27FC236}">
                <a16:creationId xmlns:a16="http://schemas.microsoft.com/office/drawing/2014/main" id="{4F7331D1-059B-8FFE-EE3C-176FCBF03797}"/>
              </a:ext>
            </a:extLst>
          </p:cNvPr>
          <p:cNvSpPr/>
          <p:nvPr userDrawn="1"/>
        </p:nvSpPr>
        <p:spPr>
          <a:xfrm>
            <a:off x="4205198" y="3309601"/>
            <a:ext cx="3425847" cy="17526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EDIT CHART data</a:t>
            </a:r>
          </a:p>
        </p:txBody>
      </p:sp>
      <p:sp>
        <p:nvSpPr>
          <p:cNvPr id="32" name="Ovaal 16">
            <a:extLst>
              <a:ext uri="{FF2B5EF4-FFF2-40B4-BE49-F238E27FC236}">
                <a16:creationId xmlns:a16="http://schemas.microsoft.com/office/drawing/2014/main" id="{A446ECCA-327C-6734-9640-C7487A46790F}"/>
              </a:ext>
            </a:extLst>
          </p:cNvPr>
          <p:cNvSpPr/>
          <p:nvPr userDrawn="1"/>
        </p:nvSpPr>
        <p:spPr>
          <a:xfrm>
            <a:off x="4387776" y="3774199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33" name="Rechthoek 17">
            <a:extLst>
              <a:ext uri="{FF2B5EF4-FFF2-40B4-BE49-F238E27FC236}">
                <a16:creationId xmlns:a16="http://schemas.microsoft.com/office/drawing/2014/main" id="{68F6FA49-DB0E-9A33-AB8F-CA21D249F0DF}"/>
              </a:ext>
            </a:extLst>
          </p:cNvPr>
          <p:cNvSpPr/>
          <p:nvPr userDrawn="1"/>
        </p:nvSpPr>
        <p:spPr>
          <a:xfrm>
            <a:off x="4671948" y="3774200"/>
            <a:ext cx="2944682" cy="32768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Right click on the chart and select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Edit Data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34" name="Groep 18">
            <a:extLst>
              <a:ext uri="{FF2B5EF4-FFF2-40B4-BE49-F238E27FC236}">
                <a16:creationId xmlns:a16="http://schemas.microsoft.com/office/drawing/2014/main" id="{4BA79200-086A-312B-A158-1F6FB2BB70DC}"/>
              </a:ext>
            </a:extLst>
          </p:cNvPr>
          <p:cNvGrpSpPr/>
          <p:nvPr userDrawn="1"/>
        </p:nvGrpSpPr>
        <p:grpSpPr>
          <a:xfrm>
            <a:off x="4676542" y="4213992"/>
            <a:ext cx="1495189" cy="563933"/>
            <a:chOff x="-3314821" y="3310415"/>
            <a:chExt cx="1495189" cy="563933"/>
          </a:xfrm>
        </p:grpSpPr>
        <p:sp>
          <p:nvSpPr>
            <p:cNvPr id="50" name="Rechthoek 34">
              <a:extLst>
                <a:ext uri="{FF2B5EF4-FFF2-40B4-BE49-F238E27FC236}">
                  <a16:creationId xmlns:a16="http://schemas.microsoft.com/office/drawing/2014/main" id="{ABDCB1EC-C733-43F2-0A9F-3E2CA6CD7428}"/>
                </a:ext>
              </a:extLst>
            </p:cNvPr>
            <p:cNvSpPr/>
            <p:nvPr userDrawn="1"/>
          </p:nvSpPr>
          <p:spPr>
            <a:xfrm>
              <a:off x="-3314821" y="3310415"/>
              <a:ext cx="1403797" cy="50485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51" name="Rechthoek 35">
              <a:extLst>
                <a:ext uri="{FF2B5EF4-FFF2-40B4-BE49-F238E27FC236}">
                  <a16:creationId xmlns:a16="http://schemas.microsoft.com/office/drawing/2014/main" id="{86C832D9-791F-8A95-4912-AA73EE275618}"/>
                </a:ext>
              </a:extLst>
            </p:cNvPr>
            <p:cNvSpPr/>
            <p:nvPr userDrawn="1"/>
          </p:nvSpPr>
          <p:spPr>
            <a:xfrm>
              <a:off x="-3304719" y="3564140"/>
              <a:ext cx="1387813" cy="246608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  <p:sp>
          <p:nvSpPr>
            <p:cNvPr id="52" name="Tekstvak 36">
              <a:extLst>
                <a:ext uri="{FF2B5EF4-FFF2-40B4-BE49-F238E27FC236}">
                  <a16:creationId xmlns:a16="http://schemas.microsoft.com/office/drawing/2014/main" id="{F46C70C3-D182-0C01-0BC5-5B1C0A5703F3}"/>
                </a:ext>
              </a:extLst>
            </p:cNvPr>
            <p:cNvSpPr txBox="1"/>
            <p:nvPr userDrawn="1"/>
          </p:nvSpPr>
          <p:spPr>
            <a:xfrm>
              <a:off x="-3122115" y="3369117"/>
              <a:ext cx="1258624" cy="13749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Change </a:t>
              </a:r>
              <a:r>
                <a:rPr lang="en-GB" sz="800">
                  <a:ea typeface="Open Sans Light" panose="020B0606030504020204" pitchFamily="34" charset="0"/>
                  <a:cs typeface="Open Sans Light" panose="020B0606030504020204" pitchFamily="34" charset="0"/>
                </a:rPr>
                <a:t>C</a:t>
              </a: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hart </a:t>
              </a:r>
              <a:r>
                <a:rPr lang="en-GB" sz="800">
                  <a:ea typeface="Open Sans Light" panose="020B0606030504020204" pitchFamily="34" charset="0"/>
                  <a:cs typeface="Open Sans Light" panose="020B0606030504020204" pitchFamily="34" charset="0"/>
                </a:rPr>
                <a:t>T</a:t>
              </a:r>
              <a:r>
                <a:rPr lang="en-GB" sz="800" b="0" kern="120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ype</a:t>
              </a:r>
            </a:p>
          </p:txBody>
        </p:sp>
        <p:sp>
          <p:nvSpPr>
            <p:cNvPr id="53" name="Tekstvak 37">
              <a:extLst>
                <a:ext uri="{FF2B5EF4-FFF2-40B4-BE49-F238E27FC236}">
                  <a16:creationId xmlns:a16="http://schemas.microsoft.com/office/drawing/2014/main" id="{E91FEC0E-EA99-FEC8-1C2C-1D201CE7B02D}"/>
                </a:ext>
              </a:extLst>
            </p:cNvPr>
            <p:cNvSpPr txBox="1"/>
            <p:nvPr userDrawn="1"/>
          </p:nvSpPr>
          <p:spPr>
            <a:xfrm>
              <a:off x="-3115840" y="3624236"/>
              <a:ext cx="1296208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Edit Data</a:t>
              </a:r>
            </a:p>
          </p:txBody>
        </p:sp>
        <p:sp>
          <p:nvSpPr>
            <p:cNvPr id="54" name="Vrije vorm: vorm 61">
              <a:extLst>
                <a:ext uri="{FF2B5EF4-FFF2-40B4-BE49-F238E27FC236}">
                  <a16:creationId xmlns:a16="http://schemas.microsoft.com/office/drawing/2014/main" id="{23FA15A7-1CA5-0811-5F29-C8CEBB2F0D61}"/>
                </a:ext>
              </a:extLst>
            </p:cNvPr>
            <p:cNvSpPr/>
            <p:nvPr userDrawn="1"/>
          </p:nvSpPr>
          <p:spPr>
            <a:xfrm>
              <a:off x="-1959834" y="3694348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55" name="Groep 39">
              <a:extLst>
                <a:ext uri="{FF2B5EF4-FFF2-40B4-BE49-F238E27FC236}">
                  <a16:creationId xmlns:a16="http://schemas.microsoft.com/office/drawing/2014/main" id="{59D3FE20-8974-ECDB-08AB-ABA353222C1B}"/>
                </a:ext>
              </a:extLst>
            </p:cNvPr>
            <p:cNvGrpSpPr/>
            <p:nvPr userDrawn="1"/>
          </p:nvGrpSpPr>
          <p:grpSpPr>
            <a:xfrm>
              <a:off x="-3261976" y="3361742"/>
              <a:ext cx="139861" cy="152244"/>
              <a:chOff x="12574450" y="6053892"/>
              <a:chExt cx="169232" cy="184215"/>
            </a:xfrm>
          </p:grpSpPr>
          <p:sp>
            <p:nvSpPr>
              <p:cNvPr id="75" name="Rechthoek 59">
                <a:extLst>
                  <a:ext uri="{FF2B5EF4-FFF2-40B4-BE49-F238E27FC236}">
                    <a16:creationId xmlns:a16="http://schemas.microsoft.com/office/drawing/2014/main" id="{5F5DE921-04CD-4883-D594-6F469ABA9362}"/>
                  </a:ext>
                </a:extLst>
              </p:cNvPr>
              <p:cNvSpPr/>
              <p:nvPr userDrawn="1"/>
            </p:nvSpPr>
            <p:spPr>
              <a:xfrm>
                <a:off x="12574450" y="6111529"/>
                <a:ext cx="46293" cy="12657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76" name="Rechthoek 60">
                <a:extLst>
                  <a:ext uri="{FF2B5EF4-FFF2-40B4-BE49-F238E27FC236}">
                    <a16:creationId xmlns:a16="http://schemas.microsoft.com/office/drawing/2014/main" id="{1474BD08-54BB-582F-2F61-FA8390880FD8}"/>
                  </a:ext>
                </a:extLst>
              </p:cNvPr>
              <p:cNvSpPr/>
              <p:nvPr userDrawn="1"/>
            </p:nvSpPr>
            <p:spPr>
              <a:xfrm>
                <a:off x="12635427" y="6053892"/>
                <a:ext cx="46293" cy="184215"/>
              </a:xfrm>
              <a:prstGeom prst="rect">
                <a:avLst/>
              </a:prstGeom>
              <a:solidFill>
                <a:srgbClr val="EDC8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77" name="Rechthoek 61">
                <a:extLst>
                  <a:ext uri="{FF2B5EF4-FFF2-40B4-BE49-F238E27FC236}">
                    <a16:creationId xmlns:a16="http://schemas.microsoft.com/office/drawing/2014/main" id="{92AC2952-DD60-7ED5-9345-411D603E445A}"/>
                  </a:ext>
                </a:extLst>
              </p:cNvPr>
              <p:cNvSpPr/>
              <p:nvPr userDrawn="1"/>
            </p:nvSpPr>
            <p:spPr>
              <a:xfrm>
                <a:off x="12697389" y="6094907"/>
                <a:ext cx="46293" cy="14320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56" name="Groep 40">
              <a:extLst>
                <a:ext uri="{FF2B5EF4-FFF2-40B4-BE49-F238E27FC236}">
                  <a16:creationId xmlns:a16="http://schemas.microsoft.com/office/drawing/2014/main" id="{FE6F8A0D-6D9E-AD83-B72E-C49B58A5FA21}"/>
                </a:ext>
              </a:extLst>
            </p:cNvPr>
            <p:cNvGrpSpPr/>
            <p:nvPr userDrawn="1"/>
          </p:nvGrpSpPr>
          <p:grpSpPr>
            <a:xfrm>
              <a:off x="-3261070" y="3635199"/>
              <a:ext cx="168905" cy="104490"/>
              <a:chOff x="-3261070" y="3620931"/>
              <a:chExt cx="193920" cy="119965"/>
            </a:xfrm>
          </p:grpSpPr>
          <p:sp>
            <p:nvSpPr>
              <p:cNvPr id="57" name="Rechthoek 41">
                <a:extLst>
                  <a:ext uri="{FF2B5EF4-FFF2-40B4-BE49-F238E27FC236}">
                    <a16:creationId xmlns:a16="http://schemas.microsoft.com/office/drawing/2014/main" id="{7B33F846-BACF-D927-E527-44CF16BE149B}"/>
                  </a:ext>
                </a:extLst>
              </p:cNvPr>
              <p:cNvSpPr/>
              <p:nvPr userDrawn="1"/>
            </p:nvSpPr>
            <p:spPr>
              <a:xfrm>
                <a:off x="-3261070" y="3643881"/>
                <a:ext cx="142985" cy="952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58" name="Groep 42">
                <a:extLst>
                  <a:ext uri="{FF2B5EF4-FFF2-40B4-BE49-F238E27FC236}">
                    <a16:creationId xmlns:a16="http://schemas.microsoft.com/office/drawing/2014/main" id="{3447F9FD-048A-C259-47DA-8DAF14888231}"/>
                  </a:ext>
                </a:extLst>
              </p:cNvPr>
              <p:cNvGrpSpPr/>
              <p:nvPr userDrawn="1"/>
            </p:nvGrpSpPr>
            <p:grpSpPr>
              <a:xfrm>
                <a:off x="-3261070" y="3622063"/>
                <a:ext cx="141113" cy="117345"/>
                <a:chOff x="1094874" y="-878306"/>
                <a:chExt cx="867364" cy="613611"/>
              </a:xfrm>
            </p:grpSpPr>
            <p:cxnSp>
              <p:nvCxnSpPr>
                <p:cNvPr id="68" name="Rechte verbindingslijn 52">
                  <a:extLst>
                    <a:ext uri="{FF2B5EF4-FFF2-40B4-BE49-F238E27FC236}">
                      <a16:creationId xmlns:a16="http://schemas.microsoft.com/office/drawing/2014/main" id="{D9E00AC6-171A-07E4-4AD1-4D63F764DAD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094874" y="-878305"/>
                  <a:ext cx="0" cy="613610"/>
                </a:xfrm>
                <a:prstGeom prst="line">
                  <a:avLst/>
                </a:prstGeom>
                <a:ln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Rechte verbindingslijn 53">
                  <a:extLst>
                    <a:ext uri="{FF2B5EF4-FFF2-40B4-BE49-F238E27FC236}">
                      <a16:creationId xmlns:a16="http://schemas.microsoft.com/office/drawing/2014/main" id="{6FF7A10B-9ADA-4F35-D43A-912A455805C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962238" y="-878306"/>
                  <a:ext cx="0" cy="613611"/>
                </a:xfrm>
                <a:prstGeom prst="line">
                  <a:avLst/>
                </a:prstGeom>
                <a:ln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0" name="Groep 54">
                  <a:extLst>
                    <a:ext uri="{FF2B5EF4-FFF2-40B4-BE49-F238E27FC236}">
                      <a16:creationId xmlns:a16="http://schemas.microsoft.com/office/drawing/2014/main" id="{A8B8A5F6-57B7-5610-75B7-F3401ED3A7FD}"/>
                    </a:ext>
                  </a:extLst>
                </p:cNvPr>
                <p:cNvGrpSpPr/>
                <p:nvPr userDrawn="1"/>
              </p:nvGrpSpPr>
              <p:grpSpPr>
                <a:xfrm>
                  <a:off x="1270535" y="-878306"/>
                  <a:ext cx="526983" cy="613611"/>
                  <a:chOff x="1270535" y="-745959"/>
                  <a:chExt cx="526983" cy="481264"/>
                </a:xfrm>
              </p:grpSpPr>
              <p:cxnSp>
                <p:nvCxnSpPr>
                  <p:cNvPr id="71" name="Rechte verbindingslijn 55">
                    <a:extLst>
                      <a:ext uri="{FF2B5EF4-FFF2-40B4-BE49-F238E27FC236}">
                        <a16:creationId xmlns:a16="http://schemas.microsoft.com/office/drawing/2014/main" id="{E775D3EB-422F-28AA-A2EB-E5DCA7B5044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446196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Rechte verbindingslijn 56">
                    <a:extLst>
                      <a:ext uri="{FF2B5EF4-FFF2-40B4-BE49-F238E27FC236}">
                        <a16:creationId xmlns:a16="http://schemas.microsoft.com/office/drawing/2014/main" id="{2680D621-F4CC-9FF7-37CB-525671B76398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270535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Rechte verbindingslijn 57">
                    <a:extLst>
                      <a:ext uri="{FF2B5EF4-FFF2-40B4-BE49-F238E27FC236}">
                        <a16:creationId xmlns:a16="http://schemas.microsoft.com/office/drawing/2014/main" id="{0A2162AE-BE84-6CBE-54C1-A8C67CDC4088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621857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Rechte verbindingslijn 58">
                    <a:extLst>
                      <a:ext uri="{FF2B5EF4-FFF2-40B4-BE49-F238E27FC236}">
                        <a16:creationId xmlns:a16="http://schemas.microsoft.com/office/drawing/2014/main" id="{0635CD7B-1E81-4F36-2205-6ADBDAFFF00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797518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9" name="Rechte verbindingslijn 43">
                <a:extLst>
                  <a:ext uri="{FF2B5EF4-FFF2-40B4-BE49-F238E27FC236}">
                    <a16:creationId xmlns:a16="http://schemas.microsoft.com/office/drawing/2014/main" id="{B0E2287C-BC03-FC4E-03E8-8625A3C394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0471" y="3739408"/>
                <a:ext cx="143329" cy="0"/>
              </a:xfrm>
              <a:prstGeom prst="line">
                <a:avLst/>
              </a:prstGeom>
              <a:ln w="6350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Rechte verbindingslijn 44">
                <a:extLst>
                  <a:ext uri="{FF2B5EF4-FFF2-40B4-BE49-F238E27FC236}">
                    <a16:creationId xmlns:a16="http://schemas.microsoft.com/office/drawing/2014/main" id="{77E3AB3C-F441-F673-8F97-E8DDB48355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713352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Rechte verbindingslijn 45">
                <a:extLst>
                  <a:ext uri="{FF2B5EF4-FFF2-40B4-BE49-F238E27FC236}">
                    <a16:creationId xmlns:a16="http://schemas.microsoft.com/office/drawing/2014/main" id="{F0FC0F64-16C5-819A-6AF9-0FC90FACB2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89677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Rechte verbindingslijn 46">
                <a:extLst>
                  <a:ext uri="{FF2B5EF4-FFF2-40B4-BE49-F238E27FC236}">
                    <a16:creationId xmlns:a16="http://schemas.microsoft.com/office/drawing/2014/main" id="{776280DA-E3A7-3073-1BA8-3AA8F22C129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63621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hthoek 47">
                <a:extLst>
                  <a:ext uri="{FF2B5EF4-FFF2-40B4-BE49-F238E27FC236}">
                    <a16:creationId xmlns:a16="http://schemas.microsoft.com/office/drawing/2014/main" id="{D89A7569-D590-CDE5-E880-46EDDC7D5324}"/>
                  </a:ext>
                </a:extLst>
              </p:cNvPr>
              <p:cNvSpPr/>
              <p:nvPr userDrawn="1"/>
            </p:nvSpPr>
            <p:spPr>
              <a:xfrm>
                <a:off x="-3261070" y="3620931"/>
                <a:ext cx="142893" cy="24910"/>
              </a:xfrm>
              <a:prstGeom prst="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64" name="Groep 48">
                <a:extLst>
                  <a:ext uri="{FF2B5EF4-FFF2-40B4-BE49-F238E27FC236}">
                    <a16:creationId xmlns:a16="http://schemas.microsoft.com/office/drawing/2014/main" id="{E553D1A1-6591-E987-1C8D-917658EF3EDD}"/>
                  </a:ext>
                </a:extLst>
              </p:cNvPr>
              <p:cNvGrpSpPr/>
              <p:nvPr userDrawn="1"/>
            </p:nvGrpSpPr>
            <p:grpSpPr>
              <a:xfrm rot="2700000">
                <a:off x="-3158000" y="3650045"/>
                <a:ext cx="34350" cy="147351"/>
                <a:chOff x="3148392" y="-836646"/>
                <a:chExt cx="132124" cy="596095"/>
              </a:xfrm>
              <a:solidFill>
                <a:srgbClr val="3399FF"/>
              </a:solidFill>
            </p:grpSpPr>
            <p:sp>
              <p:nvSpPr>
                <p:cNvPr id="65" name="Rechthoek 49">
                  <a:extLst>
                    <a:ext uri="{FF2B5EF4-FFF2-40B4-BE49-F238E27FC236}">
                      <a16:creationId xmlns:a16="http://schemas.microsoft.com/office/drawing/2014/main" id="{BCA1B5C0-5BFC-D7C8-CD3C-908B9C794FC5}"/>
                    </a:ext>
                  </a:extLst>
                </p:cNvPr>
                <p:cNvSpPr/>
                <p:nvPr userDrawn="1"/>
              </p:nvSpPr>
              <p:spPr>
                <a:xfrm>
                  <a:off x="3148632" y="-725510"/>
                  <a:ext cx="131884" cy="281356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6" name="Rechthoek: afgeronde bovenhoeken 74">
                  <a:extLst>
                    <a:ext uri="{FF2B5EF4-FFF2-40B4-BE49-F238E27FC236}">
                      <a16:creationId xmlns:a16="http://schemas.microsoft.com/office/drawing/2014/main" id="{705EDC8F-650C-FE82-B1EE-D1B4594E9029}"/>
                    </a:ext>
                  </a:extLst>
                </p:cNvPr>
                <p:cNvSpPr/>
                <p:nvPr userDrawn="1"/>
              </p:nvSpPr>
              <p:spPr>
                <a:xfrm>
                  <a:off x="3148556" y="-836646"/>
                  <a:ext cx="131882" cy="8761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7" name="Gelijkbenige driehoek 75">
                  <a:extLst>
                    <a:ext uri="{FF2B5EF4-FFF2-40B4-BE49-F238E27FC236}">
                      <a16:creationId xmlns:a16="http://schemas.microsoft.com/office/drawing/2014/main" id="{DE481B04-0019-42A4-71AC-4E16AEA5C1C2}"/>
                    </a:ext>
                  </a:extLst>
                </p:cNvPr>
                <p:cNvSpPr/>
                <p:nvPr userDrawn="1"/>
              </p:nvSpPr>
              <p:spPr>
                <a:xfrm rot="10800000">
                  <a:off x="3148392" y="-420304"/>
                  <a:ext cx="131887" cy="179753"/>
                </a:xfrm>
                <a:prstGeom prst="triangle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</p:grpSp>
      </p:grpSp>
      <p:sp>
        <p:nvSpPr>
          <p:cNvPr id="35" name="Rechthoek 19">
            <a:extLst>
              <a:ext uri="{FF2B5EF4-FFF2-40B4-BE49-F238E27FC236}">
                <a16:creationId xmlns:a16="http://schemas.microsoft.com/office/drawing/2014/main" id="{6B32B0D0-C5E5-CD66-40DA-A12A47264306}"/>
              </a:ext>
            </a:extLst>
          </p:cNvPr>
          <p:cNvSpPr/>
          <p:nvPr userDrawn="1"/>
        </p:nvSpPr>
        <p:spPr>
          <a:xfrm>
            <a:off x="4205199" y="573720"/>
            <a:ext cx="3431480" cy="339405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 err="1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/FORMAT CHART</a:t>
            </a:r>
          </a:p>
        </p:txBody>
      </p:sp>
      <p:sp>
        <p:nvSpPr>
          <p:cNvPr id="36" name="Ovaal 20">
            <a:extLst>
              <a:ext uri="{FF2B5EF4-FFF2-40B4-BE49-F238E27FC236}">
                <a16:creationId xmlns:a16="http://schemas.microsoft.com/office/drawing/2014/main" id="{86688A8A-7F63-A3EF-C87C-22B2372D21EC}"/>
              </a:ext>
            </a:extLst>
          </p:cNvPr>
          <p:cNvSpPr/>
          <p:nvPr userDrawn="1"/>
        </p:nvSpPr>
        <p:spPr>
          <a:xfrm>
            <a:off x="4399728" y="103904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37" name="Rechthoek 21">
            <a:extLst>
              <a:ext uri="{FF2B5EF4-FFF2-40B4-BE49-F238E27FC236}">
                <a16:creationId xmlns:a16="http://schemas.microsoft.com/office/drawing/2014/main" id="{9BEAB157-D717-EFCC-5061-A7C54047DA28}"/>
              </a:ext>
            </a:extLst>
          </p:cNvPr>
          <p:cNvSpPr/>
          <p:nvPr userDrawn="1"/>
        </p:nvSpPr>
        <p:spPr>
          <a:xfrm>
            <a:off x="4683900" y="1039043"/>
            <a:ext cx="294468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chart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chart (</a:t>
            </a:r>
            <a:r>
              <a:rPr kumimoji="0" lang="en-GB" sz="1000" b="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).</a:t>
            </a:r>
          </a:p>
        </p:txBody>
      </p:sp>
      <p:sp>
        <p:nvSpPr>
          <p:cNvPr id="38" name="Ovaal 22">
            <a:extLst>
              <a:ext uri="{FF2B5EF4-FFF2-40B4-BE49-F238E27FC236}">
                <a16:creationId xmlns:a16="http://schemas.microsoft.com/office/drawing/2014/main" id="{414771FE-285E-A7A8-5A6A-9E94834667C8}"/>
              </a:ext>
            </a:extLst>
          </p:cNvPr>
          <p:cNvSpPr/>
          <p:nvPr userDrawn="1"/>
        </p:nvSpPr>
        <p:spPr>
          <a:xfrm>
            <a:off x="4399728" y="210119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39" name="Rechthoek 23">
            <a:extLst>
              <a:ext uri="{FF2B5EF4-FFF2-40B4-BE49-F238E27FC236}">
                <a16:creationId xmlns:a16="http://schemas.microsoft.com/office/drawing/2014/main" id="{F673C304-3F70-8176-52EE-D212B1EBB6BC}"/>
              </a:ext>
            </a:extLst>
          </p:cNvPr>
          <p:cNvSpPr/>
          <p:nvPr userDrawn="1"/>
        </p:nvSpPr>
        <p:spPr>
          <a:xfrm>
            <a:off x="4683900" y="2101194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chart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40" name="Groep 24">
            <a:extLst>
              <a:ext uri="{FF2B5EF4-FFF2-40B4-BE49-F238E27FC236}">
                <a16:creationId xmlns:a16="http://schemas.microsoft.com/office/drawing/2014/main" id="{9289F267-0A5F-01DC-5D92-A16A0F42E23B}"/>
              </a:ext>
            </a:extLst>
          </p:cNvPr>
          <p:cNvGrpSpPr/>
          <p:nvPr userDrawn="1"/>
        </p:nvGrpSpPr>
        <p:grpSpPr>
          <a:xfrm>
            <a:off x="4691996" y="2355064"/>
            <a:ext cx="825500" cy="209550"/>
            <a:chOff x="13504624" y="2482850"/>
            <a:chExt cx="825500" cy="209550"/>
          </a:xfrm>
        </p:grpSpPr>
        <p:sp>
          <p:nvSpPr>
            <p:cNvPr id="47" name="Rechthoek 31">
              <a:extLst>
                <a:ext uri="{FF2B5EF4-FFF2-40B4-BE49-F238E27FC236}">
                  <a16:creationId xmlns:a16="http://schemas.microsoft.com/office/drawing/2014/main" id="{9632954C-3261-D806-CCEE-FC31F604658D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48" name="Rechte verbindingslijn 32">
              <a:extLst>
                <a:ext uri="{FF2B5EF4-FFF2-40B4-BE49-F238E27FC236}">
                  <a16:creationId xmlns:a16="http://schemas.microsoft.com/office/drawing/2014/main" id="{72E92AFB-460D-048A-FBF1-42EB743E9F18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49" name="Gelijkbenige driehoek 56">
              <a:extLst>
                <a:ext uri="{FF2B5EF4-FFF2-40B4-BE49-F238E27FC236}">
                  <a16:creationId xmlns:a16="http://schemas.microsoft.com/office/drawing/2014/main" id="{6E35988C-E4BF-ABCC-4B06-CDA45AD9DFB5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grpSp>
        <p:nvGrpSpPr>
          <p:cNvPr id="41" name="Groep 25">
            <a:extLst>
              <a:ext uri="{FF2B5EF4-FFF2-40B4-BE49-F238E27FC236}">
                <a16:creationId xmlns:a16="http://schemas.microsoft.com/office/drawing/2014/main" id="{6005F037-211E-34B2-B7C1-71BB8635576D}"/>
              </a:ext>
            </a:extLst>
          </p:cNvPr>
          <p:cNvGrpSpPr/>
          <p:nvPr userDrawn="1"/>
        </p:nvGrpSpPr>
        <p:grpSpPr>
          <a:xfrm>
            <a:off x="4677890" y="1563189"/>
            <a:ext cx="289372" cy="314992"/>
            <a:chOff x="7322769" y="-310267"/>
            <a:chExt cx="289372" cy="314992"/>
          </a:xfrm>
        </p:grpSpPr>
        <p:sp>
          <p:nvSpPr>
            <p:cNvPr id="44" name="Rechthoek 28">
              <a:extLst>
                <a:ext uri="{FF2B5EF4-FFF2-40B4-BE49-F238E27FC236}">
                  <a16:creationId xmlns:a16="http://schemas.microsoft.com/office/drawing/2014/main" id="{DAA8078B-60B2-962E-129F-41138F4ABED7}"/>
                </a:ext>
              </a:extLst>
            </p:cNvPr>
            <p:cNvSpPr/>
            <p:nvPr userDrawn="1"/>
          </p:nvSpPr>
          <p:spPr>
            <a:xfrm>
              <a:off x="7322769" y="-211712"/>
              <a:ext cx="79156" cy="216437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45" name="Rechthoek 29">
              <a:extLst>
                <a:ext uri="{FF2B5EF4-FFF2-40B4-BE49-F238E27FC236}">
                  <a16:creationId xmlns:a16="http://schemas.microsoft.com/office/drawing/2014/main" id="{C2831373-768E-3B1E-F497-869379441BCC}"/>
                </a:ext>
              </a:extLst>
            </p:cNvPr>
            <p:cNvSpPr/>
            <p:nvPr userDrawn="1"/>
          </p:nvSpPr>
          <p:spPr>
            <a:xfrm>
              <a:off x="7427035" y="-310267"/>
              <a:ext cx="79156" cy="31499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46" name="Rechthoek 30">
              <a:extLst>
                <a:ext uri="{FF2B5EF4-FFF2-40B4-BE49-F238E27FC236}">
                  <a16:creationId xmlns:a16="http://schemas.microsoft.com/office/drawing/2014/main" id="{45537740-F73D-6233-D4EB-9F440A4627C1}"/>
                </a:ext>
              </a:extLst>
            </p:cNvPr>
            <p:cNvSpPr/>
            <p:nvPr userDrawn="1"/>
          </p:nvSpPr>
          <p:spPr>
            <a:xfrm>
              <a:off x="7532985" y="-240134"/>
              <a:ext cx="79156" cy="244859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42" name="Ovaal 26">
            <a:extLst>
              <a:ext uri="{FF2B5EF4-FFF2-40B4-BE49-F238E27FC236}">
                <a16:creationId xmlns:a16="http://schemas.microsoft.com/office/drawing/2014/main" id="{17060202-77A9-C3DE-6666-CA62DA218141}"/>
              </a:ext>
            </a:extLst>
          </p:cNvPr>
          <p:cNvSpPr/>
          <p:nvPr userDrawn="1"/>
        </p:nvSpPr>
        <p:spPr>
          <a:xfrm>
            <a:off x="4399728" y="2743990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43" name="Rechthoek 27">
            <a:extLst>
              <a:ext uri="{FF2B5EF4-FFF2-40B4-BE49-F238E27FC236}">
                <a16:creationId xmlns:a16="http://schemas.microsoft.com/office/drawing/2014/main" id="{697731E1-A781-71D5-794D-9EBAF31E8E8A}"/>
              </a:ext>
            </a:extLst>
          </p:cNvPr>
          <p:cNvSpPr/>
          <p:nvPr userDrawn="1"/>
        </p:nvSpPr>
        <p:spPr>
          <a:xfrm>
            <a:off x="4683900" y="2743991"/>
            <a:ext cx="2944682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Change the chart format by clicking on the chart elements that you wish to format and navigating to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Chart Tools - Format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sp>
        <p:nvSpPr>
          <p:cNvPr id="79" name="Rechthoek 4">
            <a:extLst>
              <a:ext uri="{FF2B5EF4-FFF2-40B4-BE49-F238E27FC236}">
                <a16:creationId xmlns:a16="http://schemas.microsoft.com/office/drawing/2014/main" id="{EB670DD3-EF08-1F37-6099-95572D1BDE7A}"/>
              </a:ext>
            </a:extLst>
          </p:cNvPr>
          <p:cNvSpPr/>
          <p:nvPr userDrawn="1"/>
        </p:nvSpPr>
        <p:spPr>
          <a:xfrm>
            <a:off x="8233823" y="573721"/>
            <a:ext cx="3410513" cy="497262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INSERT/FORMAT VIDEO</a:t>
            </a:r>
          </a:p>
        </p:txBody>
      </p:sp>
      <p:sp>
        <p:nvSpPr>
          <p:cNvPr id="80" name="Ovaal 5">
            <a:extLst>
              <a:ext uri="{FF2B5EF4-FFF2-40B4-BE49-F238E27FC236}">
                <a16:creationId xmlns:a16="http://schemas.microsoft.com/office/drawing/2014/main" id="{28ABBA10-7B01-9AED-4E43-8E36CDBB3EE5}"/>
              </a:ext>
            </a:extLst>
          </p:cNvPr>
          <p:cNvSpPr/>
          <p:nvPr userDrawn="1"/>
        </p:nvSpPr>
        <p:spPr>
          <a:xfrm>
            <a:off x="8233823" y="1039045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1" name="Rechthoek 6">
            <a:extLst>
              <a:ext uri="{FF2B5EF4-FFF2-40B4-BE49-F238E27FC236}">
                <a16:creationId xmlns:a16="http://schemas.microsoft.com/office/drawing/2014/main" id="{E127A06D-CD4D-6608-629C-8CFD3AF4C179}"/>
              </a:ext>
            </a:extLst>
          </p:cNvPr>
          <p:cNvSpPr/>
          <p:nvPr userDrawn="1"/>
        </p:nvSpPr>
        <p:spPr>
          <a:xfrm>
            <a:off x="8517995" y="1039045"/>
            <a:ext cx="294468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If necessary, delete the existing video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 Click on the icon to insert a new video (</a:t>
            </a:r>
            <a:r>
              <a:rPr kumimoji="0" lang="en-GB" sz="1000" b="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</p:txBody>
      </p:sp>
      <p:sp>
        <p:nvSpPr>
          <p:cNvPr id="82" name="Ovaal 7">
            <a:extLst>
              <a:ext uri="{FF2B5EF4-FFF2-40B4-BE49-F238E27FC236}">
                <a16:creationId xmlns:a16="http://schemas.microsoft.com/office/drawing/2014/main" id="{67B9B717-20F0-E761-AA57-FA9A229FFA5D}"/>
              </a:ext>
            </a:extLst>
          </p:cNvPr>
          <p:cNvSpPr/>
          <p:nvPr userDrawn="1"/>
        </p:nvSpPr>
        <p:spPr>
          <a:xfrm>
            <a:off x="8233823" y="2101192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3" name="Rechthoek 8">
            <a:extLst>
              <a:ext uri="{FF2B5EF4-FFF2-40B4-BE49-F238E27FC236}">
                <a16:creationId xmlns:a16="http://schemas.microsoft.com/office/drawing/2014/main" id="{C2879FDC-9345-8AC3-D420-04234DDB6C87}"/>
              </a:ext>
            </a:extLst>
          </p:cNvPr>
          <p:cNvSpPr/>
          <p:nvPr userDrawn="1"/>
        </p:nvSpPr>
        <p:spPr>
          <a:xfrm>
            <a:off x="8517995" y="2101193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Select the desired video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</a:t>
            </a:r>
          </a:p>
        </p:txBody>
      </p:sp>
      <p:grpSp>
        <p:nvGrpSpPr>
          <p:cNvPr id="84" name="Groep 9">
            <a:extLst>
              <a:ext uri="{FF2B5EF4-FFF2-40B4-BE49-F238E27FC236}">
                <a16:creationId xmlns:a16="http://schemas.microsoft.com/office/drawing/2014/main" id="{747AD54E-108D-9826-FDB4-FAF050B1D98E}"/>
              </a:ext>
            </a:extLst>
          </p:cNvPr>
          <p:cNvGrpSpPr/>
          <p:nvPr userDrawn="1"/>
        </p:nvGrpSpPr>
        <p:grpSpPr>
          <a:xfrm>
            <a:off x="8526091" y="2352297"/>
            <a:ext cx="825500" cy="209550"/>
            <a:chOff x="13504624" y="2482850"/>
            <a:chExt cx="825500" cy="209550"/>
          </a:xfrm>
        </p:grpSpPr>
        <p:sp>
          <p:nvSpPr>
            <p:cNvPr id="133" name="Rechthoek 58">
              <a:extLst>
                <a:ext uri="{FF2B5EF4-FFF2-40B4-BE49-F238E27FC236}">
                  <a16:creationId xmlns:a16="http://schemas.microsoft.com/office/drawing/2014/main" id="{F5833978-551C-3BB0-EFFA-8EF026A89DD7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rPr>
                <a:t>Insert</a:t>
              </a:r>
            </a:p>
          </p:txBody>
        </p:sp>
        <p:cxnSp>
          <p:nvCxnSpPr>
            <p:cNvPr id="134" name="Rechte verbindingslijn 59">
              <a:extLst>
                <a:ext uri="{FF2B5EF4-FFF2-40B4-BE49-F238E27FC236}">
                  <a16:creationId xmlns:a16="http://schemas.microsoft.com/office/drawing/2014/main" id="{DC07EF9F-2F32-6CDC-9D73-9DF40FCC278C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135" name="Gelijkbenige driehoek 98">
              <a:extLst>
                <a:ext uri="{FF2B5EF4-FFF2-40B4-BE49-F238E27FC236}">
                  <a16:creationId xmlns:a16="http://schemas.microsoft.com/office/drawing/2014/main" id="{09C4F95F-9D48-7F5F-B123-577E8752EC19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85" name="Ovaal 10">
            <a:extLst>
              <a:ext uri="{FF2B5EF4-FFF2-40B4-BE49-F238E27FC236}">
                <a16:creationId xmlns:a16="http://schemas.microsoft.com/office/drawing/2014/main" id="{DDA19F6D-AB1B-79DF-2C67-4420558D0F2D}"/>
              </a:ext>
            </a:extLst>
          </p:cNvPr>
          <p:cNvSpPr/>
          <p:nvPr userDrawn="1"/>
        </p:nvSpPr>
        <p:spPr>
          <a:xfrm>
            <a:off x="8233823" y="274398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Rechthoek 11">
            <a:extLst>
              <a:ext uri="{FF2B5EF4-FFF2-40B4-BE49-F238E27FC236}">
                <a16:creationId xmlns:a16="http://schemas.microsoft.com/office/drawing/2014/main" id="{B6072254-350C-6680-B77D-B1868AE1D6E2}"/>
              </a:ext>
            </a:extLst>
          </p:cNvPr>
          <p:cNvSpPr/>
          <p:nvPr userDrawn="1"/>
        </p:nvSpPr>
        <p:spPr>
          <a:xfrm>
            <a:off x="8517994" y="2743988"/>
            <a:ext cx="3042035" cy="46279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Right-click the slide thumbnail on the left-hand side of the screen and select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Reset Slide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</a:t>
            </a:r>
          </a:p>
        </p:txBody>
      </p:sp>
      <p:sp>
        <p:nvSpPr>
          <p:cNvPr id="87" name="Ovaal 12">
            <a:extLst>
              <a:ext uri="{FF2B5EF4-FFF2-40B4-BE49-F238E27FC236}">
                <a16:creationId xmlns:a16="http://schemas.microsoft.com/office/drawing/2014/main" id="{0409C9BC-8E88-1D96-DD70-2817C197A0F5}"/>
              </a:ext>
            </a:extLst>
          </p:cNvPr>
          <p:cNvSpPr/>
          <p:nvPr userDrawn="1"/>
        </p:nvSpPr>
        <p:spPr>
          <a:xfrm>
            <a:off x="8233823" y="407484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8" name="Rechthoek 13">
            <a:extLst>
              <a:ext uri="{FF2B5EF4-FFF2-40B4-BE49-F238E27FC236}">
                <a16:creationId xmlns:a16="http://schemas.microsoft.com/office/drawing/2014/main" id="{A29001A2-7A09-A5DC-CCB8-80960CD26F90}"/>
              </a:ext>
            </a:extLst>
          </p:cNvPr>
          <p:cNvSpPr/>
          <p:nvPr/>
        </p:nvSpPr>
        <p:spPr>
          <a:xfrm>
            <a:off x="8517995" y="4074848"/>
            <a:ext cx="2944682" cy="97979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To resize or crop the video, go to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Video Format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 tab and click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Crop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 button. Resize the picture using the dots and the picture frame using the corner handles. </a:t>
            </a:r>
          </a:p>
        </p:txBody>
      </p:sp>
      <p:grpSp>
        <p:nvGrpSpPr>
          <p:cNvPr id="89" name="Groep 14">
            <a:extLst>
              <a:ext uri="{FF2B5EF4-FFF2-40B4-BE49-F238E27FC236}">
                <a16:creationId xmlns:a16="http://schemas.microsoft.com/office/drawing/2014/main" id="{B440204C-CC9A-CAA0-B40D-47259CE32437}"/>
              </a:ext>
            </a:extLst>
          </p:cNvPr>
          <p:cNvGrpSpPr/>
          <p:nvPr userDrawn="1"/>
        </p:nvGrpSpPr>
        <p:grpSpPr>
          <a:xfrm>
            <a:off x="8513218" y="4777925"/>
            <a:ext cx="622283" cy="612919"/>
            <a:chOff x="12617641" y="3403239"/>
            <a:chExt cx="752963" cy="741634"/>
          </a:xfrm>
        </p:grpSpPr>
        <p:grpSp>
          <p:nvGrpSpPr>
            <p:cNvPr id="117" name="Groep 42">
              <a:extLst>
                <a:ext uri="{FF2B5EF4-FFF2-40B4-BE49-F238E27FC236}">
                  <a16:creationId xmlns:a16="http://schemas.microsoft.com/office/drawing/2014/main" id="{77AE73E4-485C-0639-F8D5-B27AF72872F6}"/>
                </a:ext>
              </a:extLst>
            </p:cNvPr>
            <p:cNvGrpSpPr/>
            <p:nvPr userDrawn="1"/>
          </p:nvGrpSpPr>
          <p:grpSpPr>
            <a:xfrm>
              <a:off x="12771550" y="3403239"/>
              <a:ext cx="467156" cy="448491"/>
              <a:chOff x="12782177" y="3403239"/>
              <a:chExt cx="467156" cy="448491"/>
            </a:xfrm>
          </p:grpSpPr>
          <p:grpSp>
            <p:nvGrpSpPr>
              <p:cNvPr id="120" name="Groep 45">
                <a:extLst>
                  <a:ext uri="{FF2B5EF4-FFF2-40B4-BE49-F238E27FC236}">
                    <a16:creationId xmlns:a16="http://schemas.microsoft.com/office/drawing/2014/main" id="{90BA5294-7564-37DF-8F9F-AF05AE5011ED}"/>
                  </a:ext>
                </a:extLst>
              </p:cNvPr>
              <p:cNvGrpSpPr/>
              <p:nvPr userDrawn="1"/>
            </p:nvGrpSpPr>
            <p:grpSpPr>
              <a:xfrm>
                <a:off x="12782177" y="3403239"/>
                <a:ext cx="412972" cy="396132"/>
                <a:chOff x="13554906" y="3320109"/>
                <a:chExt cx="443912" cy="425811"/>
              </a:xfrm>
            </p:grpSpPr>
            <p:grpSp>
              <p:nvGrpSpPr>
                <p:cNvPr id="127" name="Groep 52">
                  <a:extLst>
                    <a:ext uri="{FF2B5EF4-FFF2-40B4-BE49-F238E27FC236}">
                      <a16:creationId xmlns:a16="http://schemas.microsoft.com/office/drawing/2014/main" id="{EC2C2AB5-05FD-CB2B-E31C-3447588F6AF3}"/>
                    </a:ext>
                  </a:extLst>
                </p:cNvPr>
                <p:cNvGrpSpPr/>
                <p:nvPr userDrawn="1"/>
              </p:nvGrpSpPr>
              <p:grpSpPr>
                <a:xfrm>
                  <a:off x="13554906" y="3320109"/>
                  <a:ext cx="443912" cy="425811"/>
                  <a:chOff x="12909684" y="1276143"/>
                  <a:chExt cx="443912" cy="425811"/>
                </a:xfrm>
              </p:grpSpPr>
              <p:sp>
                <p:nvSpPr>
                  <p:cNvPr id="130" name="Rechthoek 55">
                    <a:extLst>
                      <a:ext uri="{FF2B5EF4-FFF2-40B4-BE49-F238E27FC236}">
                        <a16:creationId xmlns:a16="http://schemas.microsoft.com/office/drawing/2014/main" id="{7B6A0297-650F-2D8E-EC27-9FA047C7BB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443912" cy="425811"/>
                  </a:xfrm>
                  <a:prstGeom prst="rect">
                    <a:avLst/>
                  </a:prstGeom>
                  <a:noFill/>
                  <a:ln w="12700">
                    <a:solidFill>
                      <a:srgbClr val="81818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700" b="0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" name="Rechthoek 56">
                    <a:extLst>
                      <a:ext uri="{FF2B5EF4-FFF2-40B4-BE49-F238E27FC236}">
                        <a16:creationId xmlns:a16="http://schemas.microsoft.com/office/drawing/2014/main" id="{A3D7F077-1CA8-2C11-526A-ECE875678D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261629" cy="2578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700" b="0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" name="Ovaal 57">
                    <a:extLst>
                      <a:ext uri="{FF2B5EF4-FFF2-40B4-BE49-F238E27FC236}">
                        <a16:creationId xmlns:a16="http://schemas.microsoft.com/office/drawing/2014/main" id="{97C13683-A624-78CD-C47A-81C7AE90C6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69071" y="1308711"/>
                    <a:ext cx="72188" cy="72188"/>
                  </a:xfrm>
                  <a:prstGeom prst="ellipse">
                    <a:avLst/>
                  </a:prstGeom>
                  <a:solidFill>
                    <a:srgbClr val="ECC67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900" b="1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128" name="Afbeelding 53">
                  <a:extLst>
                    <a:ext uri="{FF2B5EF4-FFF2-40B4-BE49-F238E27FC236}">
                      <a16:creationId xmlns:a16="http://schemas.microsoft.com/office/drawing/2014/main" id="{8E7A3D55-6E24-FA18-D6C9-50A1DD0C6B9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567296" y="3424992"/>
                  <a:ext cx="173367" cy="140220"/>
                </a:xfrm>
                <a:prstGeom prst="rect">
                  <a:avLst/>
                </a:prstGeom>
              </p:spPr>
            </p:pic>
            <p:pic>
              <p:nvPicPr>
                <p:cNvPr id="129" name="Afbeelding 54">
                  <a:extLst>
                    <a:ext uri="{FF2B5EF4-FFF2-40B4-BE49-F238E27FC236}">
                      <a16:creationId xmlns:a16="http://schemas.microsoft.com/office/drawing/2014/main" id="{CFDC8700-1D9B-E8C9-F047-8D66EF4F0E2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3635599" y="3453788"/>
                  <a:ext cx="173367" cy="111424"/>
                </a:xfrm>
                <a:prstGeom prst="rect">
                  <a:avLst/>
                </a:prstGeom>
              </p:spPr>
            </p:pic>
          </p:grpSp>
          <p:grpSp>
            <p:nvGrpSpPr>
              <p:cNvPr id="121" name="Groep 46">
                <a:extLst>
                  <a:ext uri="{FF2B5EF4-FFF2-40B4-BE49-F238E27FC236}">
                    <a16:creationId xmlns:a16="http://schemas.microsoft.com/office/drawing/2014/main" id="{B7DA2DD7-0346-19D5-7835-8327E3206428}"/>
                  </a:ext>
                </a:extLst>
              </p:cNvPr>
              <p:cNvGrpSpPr/>
              <p:nvPr userDrawn="1"/>
            </p:nvGrpSpPr>
            <p:grpSpPr>
              <a:xfrm>
                <a:off x="13103513" y="3705268"/>
                <a:ext cx="145820" cy="146462"/>
                <a:chOff x="13096169" y="3602278"/>
                <a:chExt cx="145820" cy="146462"/>
              </a:xfrm>
            </p:grpSpPr>
            <p:sp>
              <p:nvSpPr>
                <p:cNvPr id="125" name="Rechthoek 50">
                  <a:extLst>
                    <a:ext uri="{FF2B5EF4-FFF2-40B4-BE49-F238E27FC236}">
                      <a16:creationId xmlns:a16="http://schemas.microsoft.com/office/drawing/2014/main" id="{BB686B94-5C8C-79F4-12C1-32DA8BF14177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6" name="Rechthoek 51">
                  <a:extLst>
                    <a:ext uri="{FF2B5EF4-FFF2-40B4-BE49-F238E27FC236}">
                      <a16:creationId xmlns:a16="http://schemas.microsoft.com/office/drawing/2014/main" id="{681549D7-7D9F-10CD-FCB9-6B037AA47945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47">
                <a:extLst>
                  <a:ext uri="{FF2B5EF4-FFF2-40B4-BE49-F238E27FC236}">
                    <a16:creationId xmlns:a16="http://schemas.microsoft.com/office/drawing/2014/main" id="{07DD3098-A8EC-A681-E268-C5282CFD7E6C}"/>
                  </a:ext>
                </a:extLst>
              </p:cNvPr>
              <p:cNvGrpSpPr/>
              <p:nvPr userDrawn="1"/>
            </p:nvGrpSpPr>
            <p:grpSpPr>
              <a:xfrm rot="10800000">
                <a:off x="13061402" y="3665637"/>
                <a:ext cx="145820" cy="146462"/>
                <a:chOff x="13096169" y="3602278"/>
                <a:chExt cx="145820" cy="146462"/>
              </a:xfrm>
            </p:grpSpPr>
            <p:sp>
              <p:nvSpPr>
                <p:cNvPr id="123" name="Rechthoek 48">
                  <a:extLst>
                    <a:ext uri="{FF2B5EF4-FFF2-40B4-BE49-F238E27FC236}">
                      <a16:creationId xmlns:a16="http://schemas.microsoft.com/office/drawing/2014/main" id="{AFFD5681-E628-7F50-0865-65EBF79D5EF8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" name="Rechthoek 49">
                  <a:extLst>
                    <a:ext uri="{FF2B5EF4-FFF2-40B4-BE49-F238E27FC236}">
                      <a16:creationId xmlns:a16="http://schemas.microsoft.com/office/drawing/2014/main" id="{3D2F3E61-F978-0952-BD3D-0566820FF00A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18" name="Rechthoek 43">
              <a:extLst>
                <a:ext uri="{FF2B5EF4-FFF2-40B4-BE49-F238E27FC236}">
                  <a16:creationId xmlns:a16="http://schemas.microsoft.com/office/drawing/2014/main" id="{B47B3A61-39F1-FFE5-15BD-639094474A3C}"/>
                </a:ext>
              </a:extLst>
            </p:cNvPr>
            <p:cNvSpPr/>
            <p:nvPr userDrawn="1"/>
          </p:nvSpPr>
          <p:spPr>
            <a:xfrm>
              <a:off x="12617641" y="3889890"/>
              <a:ext cx="752963" cy="16117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rPr>
                <a:t>Crop</a:t>
              </a:r>
            </a:p>
          </p:txBody>
        </p:sp>
        <p:sp>
          <p:nvSpPr>
            <p:cNvPr id="119" name="Gelijkbenige driehoek 78">
              <a:extLst>
                <a:ext uri="{FF2B5EF4-FFF2-40B4-BE49-F238E27FC236}">
                  <a16:creationId xmlns:a16="http://schemas.microsoft.com/office/drawing/2014/main" id="{06F82BBA-5ED2-0C6C-9AE4-CF50FF8D71DD}"/>
                </a:ext>
              </a:extLst>
            </p:cNvPr>
            <p:cNvSpPr/>
            <p:nvPr userDrawn="1"/>
          </p:nvSpPr>
          <p:spPr>
            <a:xfrm rot="10800000">
              <a:off x="12950688" y="4093726"/>
              <a:ext cx="86866" cy="51147"/>
            </a:xfrm>
            <a:prstGeom prst="triangle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90" name="Rechthoek 15">
            <a:extLst>
              <a:ext uri="{FF2B5EF4-FFF2-40B4-BE49-F238E27FC236}">
                <a16:creationId xmlns:a16="http://schemas.microsoft.com/office/drawing/2014/main" id="{B715018C-822F-78B3-134B-E3F50A376FBD}"/>
              </a:ext>
            </a:extLst>
          </p:cNvPr>
          <p:cNvSpPr/>
          <p:nvPr userDrawn="1"/>
        </p:nvSpPr>
        <p:spPr>
          <a:xfrm>
            <a:off x="8525262" y="3154745"/>
            <a:ext cx="1239216" cy="719917"/>
          </a:xfrm>
          <a:prstGeom prst="rect">
            <a:avLst/>
          </a:prstGeom>
          <a:pattFill prst="wdUpDiag">
            <a:fgClr>
              <a:srgbClr val="E0E0E0"/>
            </a:fgClr>
            <a:bgClr>
              <a:srgbClr val="ECECEC"/>
            </a:bgClr>
          </a:pattFill>
          <a:ln w="12700">
            <a:solidFill>
              <a:srgbClr val="D3D3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900" b="0" i="1" noProof="0">
              <a:solidFill>
                <a:schemeClr val="bg1">
                  <a:alpha val="60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grpSp>
        <p:nvGrpSpPr>
          <p:cNvPr id="91" name="Groep 16">
            <a:extLst>
              <a:ext uri="{FF2B5EF4-FFF2-40B4-BE49-F238E27FC236}">
                <a16:creationId xmlns:a16="http://schemas.microsoft.com/office/drawing/2014/main" id="{4F02C02E-7DA5-064B-45E7-F8FE19383C1B}"/>
              </a:ext>
            </a:extLst>
          </p:cNvPr>
          <p:cNvGrpSpPr/>
          <p:nvPr userDrawn="1"/>
        </p:nvGrpSpPr>
        <p:grpSpPr>
          <a:xfrm>
            <a:off x="9351591" y="3339804"/>
            <a:ext cx="1222990" cy="563933"/>
            <a:chOff x="-2485819" y="3399207"/>
            <a:chExt cx="1222990" cy="563933"/>
          </a:xfrm>
        </p:grpSpPr>
        <p:sp>
          <p:nvSpPr>
            <p:cNvPr id="96" name="Rechthoek 21">
              <a:extLst>
                <a:ext uri="{FF2B5EF4-FFF2-40B4-BE49-F238E27FC236}">
                  <a16:creationId xmlns:a16="http://schemas.microsoft.com/office/drawing/2014/main" id="{1FA29C84-97CA-9529-6A79-6DFB4F121FF4}"/>
                </a:ext>
              </a:extLst>
            </p:cNvPr>
            <p:cNvSpPr/>
            <p:nvPr userDrawn="1"/>
          </p:nvSpPr>
          <p:spPr>
            <a:xfrm>
              <a:off x="-2485819" y="3399207"/>
              <a:ext cx="1176476" cy="5048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7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7" name="Rechthoek 22">
              <a:extLst>
                <a:ext uri="{FF2B5EF4-FFF2-40B4-BE49-F238E27FC236}">
                  <a16:creationId xmlns:a16="http://schemas.microsoft.com/office/drawing/2014/main" id="{21F74046-9A46-C8E8-32D0-C40ADB9BC68B}"/>
                </a:ext>
              </a:extLst>
            </p:cNvPr>
            <p:cNvSpPr/>
            <p:nvPr userDrawn="1"/>
          </p:nvSpPr>
          <p:spPr>
            <a:xfrm>
              <a:off x="-2479584" y="3652838"/>
              <a:ext cx="1164007" cy="246701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grpSp>
          <p:nvGrpSpPr>
            <p:cNvPr id="98" name="Groep 23">
              <a:extLst>
                <a:ext uri="{FF2B5EF4-FFF2-40B4-BE49-F238E27FC236}">
                  <a16:creationId xmlns:a16="http://schemas.microsoft.com/office/drawing/2014/main" id="{562626D4-67AB-DC93-8072-477E7CB3E616}"/>
                </a:ext>
              </a:extLst>
            </p:cNvPr>
            <p:cNvGrpSpPr/>
            <p:nvPr userDrawn="1"/>
          </p:nvGrpSpPr>
          <p:grpSpPr>
            <a:xfrm>
              <a:off x="-2403869" y="3460544"/>
              <a:ext cx="155951" cy="131922"/>
              <a:chOff x="12968836" y="3354170"/>
              <a:chExt cx="404806" cy="342433"/>
            </a:xfrm>
          </p:grpSpPr>
          <p:sp>
            <p:nvSpPr>
              <p:cNvPr id="111" name="Rechthoek: afgeronde hoeken 61">
                <a:extLst>
                  <a:ext uri="{FF2B5EF4-FFF2-40B4-BE49-F238E27FC236}">
                    <a16:creationId xmlns:a16="http://schemas.microsoft.com/office/drawing/2014/main" id="{D8DA2187-59A7-7ACE-4B0F-888BF754415E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7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37">
                <a:extLst>
                  <a:ext uri="{FF2B5EF4-FFF2-40B4-BE49-F238E27FC236}">
                    <a16:creationId xmlns:a16="http://schemas.microsoft.com/office/drawing/2014/main" id="{9354DC54-06A3-7BB5-5C75-D03FD26264D5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Rechthoek 38">
                <a:extLst>
                  <a:ext uri="{FF2B5EF4-FFF2-40B4-BE49-F238E27FC236}">
                    <a16:creationId xmlns:a16="http://schemas.microsoft.com/office/drawing/2014/main" id="{4AC07E6A-41AB-A5B5-7A10-6BAAD09E5232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Rechthoek 39">
                <a:extLst>
                  <a:ext uri="{FF2B5EF4-FFF2-40B4-BE49-F238E27FC236}">
                    <a16:creationId xmlns:a16="http://schemas.microsoft.com/office/drawing/2014/main" id="{F48911D4-CDF4-8D22-1C64-AE87DFA50220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 40">
                <a:extLst>
                  <a:ext uri="{FF2B5EF4-FFF2-40B4-BE49-F238E27FC236}">
                    <a16:creationId xmlns:a16="http://schemas.microsoft.com/office/drawing/2014/main" id="{52540333-35A3-2C5F-6F0D-1A84B6DD418A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Rechthoek 41">
                <a:extLst>
                  <a:ext uri="{FF2B5EF4-FFF2-40B4-BE49-F238E27FC236}">
                    <a16:creationId xmlns:a16="http://schemas.microsoft.com/office/drawing/2014/main" id="{08DA2819-C947-0331-248B-98E6909BEB98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9" name="Groep 24">
              <a:extLst>
                <a:ext uri="{FF2B5EF4-FFF2-40B4-BE49-F238E27FC236}">
                  <a16:creationId xmlns:a16="http://schemas.microsoft.com/office/drawing/2014/main" id="{967D2C25-26C5-7759-0605-97EC99464860}"/>
                </a:ext>
              </a:extLst>
            </p:cNvPr>
            <p:cNvGrpSpPr/>
            <p:nvPr userDrawn="1"/>
          </p:nvGrpSpPr>
          <p:grpSpPr>
            <a:xfrm>
              <a:off x="-2423424" y="3690208"/>
              <a:ext cx="166739" cy="218963"/>
              <a:chOff x="12940828" y="3950597"/>
              <a:chExt cx="432813" cy="568367"/>
            </a:xfrm>
          </p:grpSpPr>
          <p:grpSp>
            <p:nvGrpSpPr>
              <p:cNvPr id="103" name="Groep 28">
                <a:extLst>
                  <a:ext uri="{FF2B5EF4-FFF2-40B4-BE49-F238E27FC236}">
                    <a16:creationId xmlns:a16="http://schemas.microsoft.com/office/drawing/2014/main" id="{8B8A26DB-7BEB-BBAC-5061-9C1822ACE58E}"/>
                  </a:ext>
                </a:extLst>
              </p:cNvPr>
              <p:cNvGrpSpPr/>
              <p:nvPr userDrawn="1"/>
            </p:nvGrpSpPr>
            <p:grpSpPr>
              <a:xfrm>
                <a:off x="13000382" y="4006891"/>
                <a:ext cx="373259" cy="315747"/>
                <a:chOff x="12968836" y="3354170"/>
                <a:chExt cx="404806" cy="342433"/>
              </a:xfrm>
            </p:grpSpPr>
            <p:sp>
              <p:nvSpPr>
                <p:cNvPr id="105" name="Rechthoek: afgeronde hoeken 55">
                  <a:extLst>
                    <a:ext uri="{FF2B5EF4-FFF2-40B4-BE49-F238E27FC236}">
                      <a16:creationId xmlns:a16="http://schemas.microsoft.com/office/drawing/2014/main" id="{2E302E54-5F7A-72E9-A260-B1266D8E2041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700" b="0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6" name="Rechthoek 31">
                  <a:extLst>
                    <a:ext uri="{FF2B5EF4-FFF2-40B4-BE49-F238E27FC236}">
                      <a16:creationId xmlns:a16="http://schemas.microsoft.com/office/drawing/2014/main" id="{75C027DA-C10F-3F03-D196-A48AF4B39EE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7" name="Rechthoek 32">
                  <a:extLst>
                    <a:ext uri="{FF2B5EF4-FFF2-40B4-BE49-F238E27FC236}">
                      <a16:creationId xmlns:a16="http://schemas.microsoft.com/office/drawing/2014/main" id="{567D9501-40F7-4FD0-F31F-82D79951B75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33">
                  <a:extLst>
                    <a:ext uri="{FF2B5EF4-FFF2-40B4-BE49-F238E27FC236}">
                      <a16:creationId xmlns:a16="http://schemas.microsoft.com/office/drawing/2014/main" id="{8EBCDED5-0272-A566-3288-ADD073F17A8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34">
                  <a:extLst>
                    <a:ext uri="{FF2B5EF4-FFF2-40B4-BE49-F238E27FC236}">
                      <a16:creationId xmlns:a16="http://schemas.microsoft.com/office/drawing/2014/main" id="{9E433D02-9850-5819-DEAD-6B5B7974A5B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0" name="Rechthoek 35">
                  <a:extLst>
                    <a:ext uri="{FF2B5EF4-FFF2-40B4-BE49-F238E27FC236}">
                      <a16:creationId xmlns:a16="http://schemas.microsoft.com/office/drawing/2014/main" id="{9AF257B8-917E-CB4E-8AB3-48F8BB4995E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4" name="Boog 29">
                <a:extLst>
                  <a:ext uri="{FF2B5EF4-FFF2-40B4-BE49-F238E27FC236}">
                    <a16:creationId xmlns:a16="http://schemas.microsoft.com/office/drawing/2014/main" id="{7E37086D-C17A-417A-AD66-E83FF8B9F23F}"/>
                  </a:ext>
                </a:extLst>
              </p:cNvPr>
              <p:cNvSpPr/>
              <p:nvPr userDrawn="1"/>
            </p:nvSpPr>
            <p:spPr>
              <a:xfrm rot="17637075">
                <a:off x="12776155" y="4115270"/>
                <a:ext cx="568367" cy="239021"/>
              </a:xfrm>
              <a:prstGeom prst="arc">
                <a:avLst>
                  <a:gd name="adj1" fmla="val 15959368"/>
                  <a:gd name="adj2" fmla="val 1354623"/>
                </a:avLst>
              </a:prstGeom>
              <a:noFill/>
              <a:ln w="19050" cap="flat" cmpd="sng" algn="ctr">
                <a:solidFill>
                  <a:srgbClr val="4D82B8"/>
                </a:solidFill>
                <a:prstDash val="solid"/>
                <a:headEnd type="arrow" w="med" len="sm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en-GB" sz="2000" noProof="0">
                  <a:latin typeface="+mn-lt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0" name="Tekstvak 25">
              <a:extLst>
                <a:ext uri="{FF2B5EF4-FFF2-40B4-BE49-F238E27FC236}">
                  <a16:creationId xmlns:a16="http://schemas.microsoft.com/office/drawing/2014/main" id="{BE9CABEB-2BA7-636B-3631-758DA5D49516}"/>
                </a:ext>
              </a:extLst>
            </p:cNvPr>
            <p:cNvSpPr txBox="1"/>
            <p:nvPr userDrawn="1"/>
          </p:nvSpPr>
          <p:spPr>
            <a:xfrm>
              <a:off x="-2245455" y="3460544"/>
              <a:ext cx="896116" cy="13470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noProof="0">
                  <a:latin typeface="+mn-lt"/>
                  <a:cs typeface="Calibri" panose="020F0502020204030204" pitchFamily="34" charset="0"/>
                </a:rPr>
                <a:t>Layout</a:t>
              </a:r>
              <a:endParaRPr lang="en-GB" sz="800" b="0" kern="1200" noProof="0">
                <a:latin typeface="+mn-lt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1" name="Tekstvak 26">
              <a:extLst>
                <a:ext uri="{FF2B5EF4-FFF2-40B4-BE49-F238E27FC236}">
                  <a16:creationId xmlns:a16="http://schemas.microsoft.com/office/drawing/2014/main" id="{C5EC5B50-E205-772D-06A3-F93C6CEE28DF}"/>
                </a:ext>
              </a:extLst>
            </p:cNvPr>
            <p:cNvSpPr txBox="1"/>
            <p:nvPr userDrawn="1"/>
          </p:nvSpPr>
          <p:spPr>
            <a:xfrm>
              <a:off x="-2258884" y="3712980"/>
              <a:ext cx="909545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+mn-ea"/>
                  <a:cs typeface="Calibri" panose="020F0502020204030204" pitchFamily="34" charset="0"/>
                </a:rPr>
                <a:t>Reset Slide</a:t>
              </a:r>
            </a:p>
          </p:txBody>
        </p:sp>
        <p:sp>
          <p:nvSpPr>
            <p:cNvPr id="102" name="Vrije vorm: vorm 52">
              <a:extLst>
                <a:ext uri="{FF2B5EF4-FFF2-40B4-BE49-F238E27FC236}">
                  <a16:creationId xmlns:a16="http://schemas.microsoft.com/office/drawing/2014/main" id="{855AA689-4DC4-8C52-4494-998BCD2131E4}"/>
                </a:ext>
              </a:extLst>
            </p:cNvPr>
            <p:cNvSpPr/>
            <p:nvPr userDrawn="1"/>
          </p:nvSpPr>
          <p:spPr>
            <a:xfrm>
              <a:off x="-1360391" y="3783140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400" cap="all" baseline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92" name="Groep 17">
            <a:extLst>
              <a:ext uri="{FF2B5EF4-FFF2-40B4-BE49-F238E27FC236}">
                <a16:creationId xmlns:a16="http://schemas.microsoft.com/office/drawing/2014/main" id="{19435F8F-DE69-B2B7-69E9-2D0F8C00EC25}"/>
              </a:ext>
            </a:extLst>
          </p:cNvPr>
          <p:cNvGrpSpPr/>
          <p:nvPr userDrawn="1"/>
        </p:nvGrpSpPr>
        <p:grpSpPr>
          <a:xfrm>
            <a:off x="8513218" y="1562504"/>
            <a:ext cx="311450" cy="313414"/>
            <a:chOff x="-3310781" y="1231352"/>
            <a:chExt cx="311450" cy="313414"/>
          </a:xfrm>
        </p:grpSpPr>
        <p:sp>
          <p:nvSpPr>
            <p:cNvPr id="93" name="Rechthoek 18">
              <a:extLst>
                <a:ext uri="{FF2B5EF4-FFF2-40B4-BE49-F238E27FC236}">
                  <a16:creationId xmlns:a16="http://schemas.microsoft.com/office/drawing/2014/main" id="{E54A38D2-A154-8D9F-07B3-3CEBCD0C3D43}"/>
                </a:ext>
              </a:extLst>
            </p:cNvPr>
            <p:cNvSpPr/>
            <p:nvPr userDrawn="1"/>
          </p:nvSpPr>
          <p:spPr>
            <a:xfrm>
              <a:off x="-3310781" y="1231352"/>
              <a:ext cx="308978" cy="308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4" name="Vrije vorm 112">
              <a:extLst>
                <a:ext uri="{FF2B5EF4-FFF2-40B4-BE49-F238E27FC236}">
                  <a16:creationId xmlns:a16="http://schemas.microsoft.com/office/drawing/2014/main" id="{F2B866CF-B03E-899F-C441-B75AE2F0F4A3}"/>
                </a:ext>
              </a:extLst>
            </p:cNvPr>
            <p:cNvSpPr/>
            <p:nvPr userDrawn="1"/>
          </p:nvSpPr>
          <p:spPr>
            <a:xfrm>
              <a:off x="-3308309" y="1231352"/>
              <a:ext cx="308978" cy="46965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5" name="Vrije vorm 113">
              <a:extLst>
                <a:ext uri="{FF2B5EF4-FFF2-40B4-BE49-F238E27FC236}">
                  <a16:creationId xmlns:a16="http://schemas.microsoft.com/office/drawing/2014/main" id="{83833112-C52E-180A-4532-4395C880EEAB}"/>
                </a:ext>
              </a:extLst>
            </p:cNvPr>
            <p:cNvSpPr/>
            <p:nvPr userDrawn="1"/>
          </p:nvSpPr>
          <p:spPr>
            <a:xfrm>
              <a:off x="-3309640" y="1497801"/>
              <a:ext cx="308978" cy="46965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85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front end of a car&#10;&#10;AI-generated content may be incorrect.">
            <a:extLst>
              <a:ext uri="{FF2B5EF4-FFF2-40B4-BE49-F238E27FC236}">
                <a16:creationId xmlns:a16="http://schemas.microsoft.com/office/drawing/2014/main" id="{C68D1BDA-B264-D102-6FBA-3A035CFAB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Freeform 43">
            <a:extLst>
              <a:ext uri="{FF2B5EF4-FFF2-40B4-BE49-F238E27FC236}">
                <a16:creationId xmlns:a16="http://schemas.microsoft.com/office/drawing/2014/main" id="{48A77048-23C1-6E76-05E3-4B50D174EACB}"/>
              </a:ext>
            </a:extLst>
          </p:cNvPr>
          <p:cNvSpPr/>
          <p:nvPr userDrawn="1"/>
        </p:nvSpPr>
        <p:spPr>
          <a:xfrm>
            <a:off x="1013460" y="5497447"/>
            <a:ext cx="2038011" cy="560453"/>
          </a:xfrm>
          <a:custGeom>
            <a:avLst/>
            <a:gdLst>
              <a:gd name="connsiteX0" fmla="*/ 2709652 w 3047999"/>
              <a:gd name="connsiteY0" fmla="*/ 800707 h 838200"/>
              <a:gd name="connsiteX1" fmla="*/ 2709652 w 3047999"/>
              <a:gd name="connsiteY1" fmla="*/ 822496 h 838200"/>
              <a:gd name="connsiteX2" fmla="*/ 2730179 w 3047999"/>
              <a:gd name="connsiteY2" fmla="*/ 822496 h 838200"/>
              <a:gd name="connsiteX3" fmla="*/ 2739113 w 3047999"/>
              <a:gd name="connsiteY3" fmla="*/ 820155 h 838200"/>
              <a:gd name="connsiteX4" fmla="*/ 2742171 w 3047999"/>
              <a:gd name="connsiteY4" fmla="*/ 811957 h 838200"/>
              <a:gd name="connsiteX5" fmla="*/ 2738980 w 3047999"/>
              <a:gd name="connsiteY5" fmla="*/ 803342 h 838200"/>
              <a:gd name="connsiteX6" fmla="*/ 2729569 w 3047999"/>
              <a:gd name="connsiteY6" fmla="*/ 800707 h 838200"/>
              <a:gd name="connsiteX7" fmla="*/ 1730225 w 3047999"/>
              <a:gd name="connsiteY7" fmla="*/ 771894 h 838200"/>
              <a:gd name="connsiteX8" fmla="*/ 1718338 w 3047999"/>
              <a:gd name="connsiteY8" fmla="*/ 803720 h 838200"/>
              <a:gd name="connsiteX9" fmla="*/ 1742112 w 3047999"/>
              <a:gd name="connsiteY9" fmla="*/ 803720 h 838200"/>
              <a:gd name="connsiteX10" fmla="*/ 2636729 w 3047999"/>
              <a:gd name="connsiteY10" fmla="*/ 767963 h 838200"/>
              <a:gd name="connsiteX11" fmla="*/ 2623347 w 3047999"/>
              <a:gd name="connsiteY11" fmla="*/ 771246 h 838200"/>
              <a:gd name="connsiteX12" fmla="*/ 2613936 w 3047999"/>
              <a:gd name="connsiteY12" fmla="*/ 780572 h 838200"/>
              <a:gd name="connsiteX13" fmla="*/ 2610459 w 3047999"/>
              <a:gd name="connsiteY13" fmla="*/ 794623 h 838200"/>
              <a:gd name="connsiteX14" fmla="*/ 2613936 w 3047999"/>
              <a:gd name="connsiteY14" fmla="*/ 808800 h 838200"/>
              <a:gd name="connsiteX15" fmla="*/ 2623413 w 3047999"/>
              <a:gd name="connsiteY15" fmla="*/ 818126 h 838200"/>
              <a:gd name="connsiteX16" fmla="*/ 2636729 w 3047999"/>
              <a:gd name="connsiteY16" fmla="*/ 821409 h 838200"/>
              <a:gd name="connsiteX17" fmla="*/ 2649874 w 3047999"/>
              <a:gd name="connsiteY17" fmla="*/ 818126 h 838200"/>
              <a:gd name="connsiteX18" fmla="*/ 2649855 w 3047999"/>
              <a:gd name="connsiteY18" fmla="*/ 818126 h 838200"/>
              <a:gd name="connsiteX19" fmla="*/ 2659265 w 3047999"/>
              <a:gd name="connsiteY19" fmla="*/ 808800 h 838200"/>
              <a:gd name="connsiteX20" fmla="*/ 2662751 w 3047999"/>
              <a:gd name="connsiteY20" fmla="*/ 794623 h 838200"/>
              <a:gd name="connsiteX21" fmla="*/ 2659332 w 3047999"/>
              <a:gd name="connsiteY21" fmla="*/ 780572 h 838200"/>
              <a:gd name="connsiteX22" fmla="*/ 2649979 w 3047999"/>
              <a:gd name="connsiteY22" fmla="*/ 771246 h 838200"/>
              <a:gd name="connsiteX23" fmla="*/ 2636729 w 3047999"/>
              <a:gd name="connsiteY23" fmla="*/ 767963 h 838200"/>
              <a:gd name="connsiteX24" fmla="*/ 1394040 w 3047999"/>
              <a:gd name="connsiteY24" fmla="*/ 767963 h 838200"/>
              <a:gd name="connsiteX25" fmla="*/ 1380658 w 3047999"/>
              <a:gd name="connsiteY25" fmla="*/ 771246 h 838200"/>
              <a:gd name="connsiteX26" fmla="*/ 1371247 w 3047999"/>
              <a:gd name="connsiteY26" fmla="*/ 780572 h 838200"/>
              <a:gd name="connsiteX27" fmla="*/ 1367770 w 3047999"/>
              <a:gd name="connsiteY27" fmla="*/ 794623 h 838200"/>
              <a:gd name="connsiteX28" fmla="*/ 1371247 w 3047999"/>
              <a:gd name="connsiteY28" fmla="*/ 808800 h 838200"/>
              <a:gd name="connsiteX29" fmla="*/ 1380724 w 3047999"/>
              <a:gd name="connsiteY29" fmla="*/ 818126 h 838200"/>
              <a:gd name="connsiteX30" fmla="*/ 1394040 w 3047999"/>
              <a:gd name="connsiteY30" fmla="*/ 821409 h 838200"/>
              <a:gd name="connsiteX31" fmla="*/ 1407185 w 3047999"/>
              <a:gd name="connsiteY31" fmla="*/ 818126 h 838200"/>
              <a:gd name="connsiteX32" fmla="*/ 1407166 w 3047999"/>
              <a:gd name="connsiteY32" fmla="*/ 818126 h 838200"/>
              <a:gd name="connsiteX33" fmla="*/ 1416576 w 3047999"/>
              <a:gd name="connsiteY33" fmla="*/ 808800 h 838200"/>
              <a:gd name="connsiteX34" fmla="*/ 1420063 w 3047999"/>
              <a:gd name="connsiteY34" fmla="*/ 794623 h 838200"/>
              <a:gd name="connsiteX35" fmla="*/ 1416643 w 3047999"/>
              <a:gd name="connsiteY35" fmla="*/ 780572 h 838200"/>
              <a:gd name="connsiteX36" fmla="*/ 1407289 w 3047999"/>
              <a:gd name="connsiteY36" fmla="*/ 771246 h 838200"/>
              <a:gd name="connsiteX37" fmla="*/ 1394040 w 3047999"/>
              <a:gd name="connsiteY37" fmla="*/ 767963 h 838200"/>
              <a:gd name="connsiteX38" fmla="*/ 2071220 w 3047999"/>
              <a:gd name="connsiteY38" fmla="*/ 767943 h 838200"/>
              <a:gd name="connsiteX39" fmla="*/ 2071220 w 3047999"/>
              <a:gd name="connsiteY39" fmla="*/ 792825 h 838200"/>
              <a:gd name="connsiteX40" fmla="*/ 2086108 w 3047999"/>
              <a:gd name="connsiteY40" fmla="*/ 792825 h 838200"/>
              <a:gd name="connsiteX41" fmla="*/ 2097090 w 3047999"/>
              <a:gd name="connsiteY41" fmla="*/ 789835 h 838200"/>
              <a:gd name="connsiteX42" fmla="*/ 2101119 w 3047999"/>
              <a:gd name="connsiteY42" fmla="*/ 780384 h 838200"/>
              <a:gd name="connsiteX43" fmla="*/ 2097157 w 3047999"/>
              <a:gd name="connsiteY43" fmla="*/ 770744 h 838200"/>
              <a:gd name="connsiteX44" fmla="*/ 2086108 w 3047999"/>
              <a:gd name="connsiteY44" fmla="*/ 767943 h 838200"/>
              <a:gd name="connsiteX45" fmla="*/ 1986848 w 3047999"/>
              <a:gd name="connsiteY45" fmla="*/ 767943 h 838200"/>
              <a:gd name="connsiteX46" fmla="*/ 1986848 w 3047999"/>
              <a:gd name="connsiteY46" fmla="*/ 821200 h 838200"/>
              <a:gd name="connsiteX47" fmla="*/ 1997773 w 3047999"/>
              <a:gd name="connsiteY47" fmla="*/ 821200 h 838200"/>
              <a:gd name="connsiteX48" fmla="*/ 1997792 w 3047999"/>
              <a:gd name="connsiteY48" fmla="*/ 821179 h 838200"/>
              <a:gd name="connsiteX49" fmla="*/ 2017462 w 3047999"/>
              <a:gd name="connsiteY49" fmla="*/ 814007 h 838200"/>
              <a:gd name="connsiteX50" fmla="*/ 2024291 w 3047999"/>
              <a:gd name="connsiteY50" fmla="*/ 794142 h 838200"/>
              <a:gd name="connsiteX51" fmla="*/ 2021291 w 3047999"/>
              <a:gd name="connsiteY51" fmla="*/ 780613 h 838200"/>
              <a:gd name="connsiteX52" fmla="*/ 2012528 w 3047999"/>
              <a:gd name="connsiteY52" fmla="*/ 771288 h 838200"/>
              <a:gd name="connsiteX53" fmla="*/ 1998964 w 3047999"/>
              <a:gd name="connsiteY53" fmla="*/ 767943 h 838200"/>
              <a:gd name="connsiteX54" fmla="*/ 1801015 w 3047999"/>
              <a:gd name="connsiteY54" fmla="*/ 767943 h 838200"/>
              <a:gd name="connsiteX55" fmla="*/ 1801015 w 3047999"/>
              <a:gd name="connsiteY55" fmla="*/ 792825 h 838200"/>
              <a:gd name="connsiteX56" fmla="*/ 1815903 w 3047999"/>
              <a:gd name="connsiteY56" fmla="*/ 792825 h 838200"/>
              <a:gd name="connsiteX57" fmla="*/ 1826885 w 3047999"/>
              <a:gd name="connsiteY57" fmla="*/ 789835 h 838200"/>
              <a:gd name="connsiteX58" fmla="*/ 1830914 w 3047999"/>
              <a:gd name="connsiteY58" fmla="*/ 780384 h 838200"/>
              <a:gd name="connsiteX59" fmla="*/ 1826952 w 3047999"/>
              <a:gd name="connsiteY59" fmla="*/ 770744 h 838200"/>
              <a:gd name="connsiteX60" fmla="*/ 1815903 w 3047999"/>
              <a:gd name="connsiteY60" fmla="*/ 767943 h 838200"/>
              <a:gd name="connsiteX61" fmla="*/ 2709690 w 3047999"/>
              <a:gd name="connsiteY61" fmla="*/ 766625 h 838200"/>
              <a:gd name="connsiteX62" fmla="*/ 2709690 w 3047999"/>
              <a:gd name="connsiteY62" fmla="*/ 786719 h 838200"/>
              <a:gd name="connsiteX63" fmla="*/ 2729112 w 3047999"/>
              <a:gd name="connsiteY63" fmla="*/ 786719 h 838200"/>
              <a:gd name="connsiteX64" fmla="*/ 2736675 w 3047999"/>
              <a:gd name="connsiteY64" fmla="*/ 784335 h 838200"/>
              <a:gd name="connsiteX65" fmla="*/ 2739446 w 3047999"/>
              <a:gd name="connsiteY65" fmla="*/ 776682 h 838200"/>
              <a:gd name="connsiteX66" fmla="*/ 2736741 w 3047999"/>
              <a:gd name="connsiteY66" fmla="*/ 768779 h 838200"/>
              <a:gd name="connsiteX67" fmla="*/ 2728521 w 3047999"/>
              <a:gd name="connsiteY67" fmla="*/ 766625 h 838200"/>
              <a:gd name="connsiteX68" fmla="*/ 2964027 w 3047999"/>
              <a:gd name="connsiteY68" fmla="*/ 752741 h 838200"/>
              <a:gd name="connsiteX69" fmla="*/ 2983458 w 3047999"/>
              <a:gd name="connsiteY69" fmla="*/ 752741 h 838200"/>
              <a:gd name="connsiteX70" fmla="*/ 3003737 w 3047999"/>
              <a:gd name="connsiteY70" fmla="*/ 787555 h 838200"/>
              <a:gd name="connsiteX71" fmla="*/ 3024730 w 3047999"/>
              <a:gd name="connsiteY71" fmla="*/ 752741 h 838200"/>
              <a:gd name="connsiteX72" fmla="*/ 3044037 w 3047999"/>
              <a:gd name="connsiteY72" fmla="*/ 752741 h 838200"/>
              <a:gd name="connsiteX73" fmla="*/ 3012605 w 3047999"/>
              <a:gd name="connsiteY73" fmla="*/ 804556 h 838200"/>
              <a:gd name="connsiteX74" fmla="*/ 3012605 w 3047999"/>
              <a:gd name="connsiteY74" fmla="*/ 836380 h 838200"/>
              <a:gd name="connsiteX75" fmla="*/ 2994726 w 3047999"/>
              <a:gd name="connsiteY75" fmla="*/ 836380 h 838200"/>
              <a:gd name="connsiteX76" fmla="*/ 2994726 w 3047999"/>
              <a:gd name="connsiteY76" fmla="*/ 804556 h 838200"/>
              <a:gd name="connsiteX77" fmla="*/ 2994745 w 3047999"/>
              <a:gd name="connsiteY77" fmla="*/ 804556 h 838200"/>
              <a:gd name="connsiteX78" fmla="*/ 2892399 w 3047999"/>
              <a:gd name="connsiteY78" fmla="*/ 752741 h 838200"/>
              <a:gd name="connsiteX79" fmla="*/ 2959598 w 3047999"/>
              <a:gd name="connsiteY79" fmla="*/ 752741 h 838200"/>
              <a:gd name="connsiteX80" fmla="*/ 2959598 w 3047999"/>
              <a:gd name="connsiteY80" fmla="*/ 767943 h 838200"/>
              <a:gd name="connsiteX81" fmla="*/ 2935128 w 3047999"/>
              <a:gd name="connsiteY81" fmla="*/ 767943 h 838200"/>
              <a:gd name="connsiteX82" fmla="*/ 2935128 w 3047999"/>
              <a:gd name="connsiteY82" fmla="*/ 836380 h 838200"/>
              <a:gd name="connsiteX83" fmla="*/ 2916888 w 3047999"/>
              <a:gd name="connsiteY83" fmla="*/ 836380 h 838200"/>
              <a:gd name="connsiteX84" fmla="*/ 2916888 w 3047999"/>
              <a:gd name="connsiteY84" fmla="*/ 767943 h 838200"/>
              <a:gd name="connsiteX85" fmla="*/ 2892399 w 3047999"/>
              <a:gd name="connsiteY85" fmla="*/ 767943 h 838200"/>
              <a:gd name="connsiteX86" fmla="*/ 2866005 w 3047999"/>
              <a:gd name="connsiteY86" fmla="*/ 752741 h 838200"/>
              <a:gd name="connsiteX87" fmla="*/ 2884245 w 3047999"/>
              <a:gd name="connsiteY87" fmla="*/ 752741 h 838200"/>
              <a:gd name="connsiteX88" fmla="*/ 2884245 w 3047999"/>
              <a:gd name="connsiteY88" fmla="*/ 836380 h 838200"/>
              <a:gd name="connsiteX89" fmla="*/ 2866005 w 3047999"/>
              <a:gd name="connsiteY89" fmla="*/ 836380 h 838200"/>
              <a:gd name="connsiteX90" fmla="*/ 2801569 w 3047999"/>
              <a:gd name="connsiteY90" fmla="*/ 752741 h 838200"/>
              <a:gd name="connsiteX91" fmla="*/ 2819809 w 3047999"/>
              <a:gd name="connsiteY91" fmla="*/ 752741 h 838200"/>
              <a:gd name="connsiteX92" fmla="*/ 2819809 w 3047999"/>
              <a:gd name="connsiteY92" fmla="*/ 821179 h 838200"/>
              <a:gd name="connsiteX93" fmla="*/ 2858205 w 3047999"/>
              <a:gd name="connsiteY93" fmla="*/ 821179 h 838200"/>
              <a:gd name="connsiteX94" fmla="*/ 2858205 w 3047999"/>
              <a:gd name="connsiteY94" fmla="*/ 836380 h 838200"/>
              <a:gd name="connsiteX95" fmla="*/ 2801569 w 3047999"/>
              <a:gd name="connsiteY95" fmla="*/ 836380 h 838200"/>
              <a:gd name="connsiteX96" fmla="*/ 2770727 w 3047999"/>
              <a:gd name="connsiteY96" fmla="*/ 752741 h 838200"/>
              <a:gd name="connsiteX97" fmla="*/ 2788967 w 3047999"/>
              <a:gd name="connsiteY97" fmla="*/ 752741 h 838200"/>
              <a:gd name="connsiteX98" fmla="*/ 2788967 w 3047999"/>
              <a:gd name="connsiteY98" fmla="*/ 836380 h 838200"/>
              <a:gd name="connsiteX99" fmla="*/ 2770727 w 3047999"/>
              <a:gd name="connsiteY99" fmla="*/ 836380 h 838200"/>
              <a:gd name="connsiteX100" fmla="*/ 2691450 w 3047999"/>
              <a:gd name="connsiteY100" fmla="*/ 752741 h 838200"/>
              <a:gd name="connsiteX101" fmla="*/ 2732588 w 3047999"/>
              <a:gd name="connsiteY101" fmla="*/ 752741 h 838200"/>
              <a:gd name="connsiteX102" fmla="*/ 2751191 w 3047999"/>
              <a:gd name="connsiteY102" fmla="*/ 758595 h 838200"/>
              <a:gd name="connsiteX103" fmla="*/ 2757916 w 3047999"/>
              <a:gd name="connsiteY103" fmla="*/ 775595 h 838200"/>
              <a:gd name="connsiteX104" fmla="*/ 2755277 w 3047999"/>
              <a:gd name="connsiteY104" fmla="*/ 785820 h 838200"/>
              <a:gd name="connsiteX105" fmla="*/ 2748086 w 3047999"/>
              <a:gd name="connsiteY105" fmla="*/ 792929 h 838200"/>
              <a:gd name="connsiteX106" fmla="*/ 2757439 w 3047999"/>
              <a:gd name="connsiteY106" fmla="*/ 799809 h 838200"/>
              <a:gd name="connsiteX107" fmla="*/ 2760563 w 3047999"/>
              <a:gd name="connsiteY107" fmla="*/ 811832 h 838200"/>
              <a:gd name="connsiteX108" fmla="*/ 2757144 w 3047999"/>
              <a:gd name="connsiteY108" fmla="*/ 824943 h 838200"/>
              <a:gd name="connsiteX109" fmla="*/ 2747790 w 3047999"/>
              <a:gd name="connsiteY109" fmla="*/ 833432 h 838200"/>
              <a:gd name="connsiteX110" fmla="*/ 2734646 w 3047999"/>
              <a:gd name="connsiteY110" fmla="*/ 836359 h 838200"/>
              <a:gd name="connsiteX111" fmla="*/ 2691450 w 3047999"/>
              <a:gd name="connsiteY111" fmla="*/ 836359 h 838200"/>
              <a:gd name="connsiteX112" fmla="*/ 2494007 w 3047999"/>
              <a:gd name="connsiteY112" fmla="*/ 752741 h 838200"/>
              <a:gd name="connsiteX113" fmla="*/ 2512038 w 3047999"/>
              <a:gd name="connsiteY113" fmla="*/ 752741 h 838200"/>
              <a:gd name="connsiteX114" fmla="*/ 2537822 w 3047999"/>
              <a:gd name="connsiteY114" fmla="*/ 808737 h 838200"/>
              <a:gd name="connsiteX115" fmla="*/ 2563739 w 3047999"/>
              <a:gd name="connsiteY115" fmla="*/ 752741 h 838200"/>
              <a:gd name="connsiteX116" fmla="*/ 2581627 w 3047999"/>
              <a:gd name="connsiteY116" fmla="*/ 752741 h 838200"/>
              <a:gd name="connsiteX117" fmla="*/ 2581627 w 3047999"/>
              <a:gd name="connsiteY117" fmla="*/ 836380 h 838200"/>
              <a:gd name="connsiteX118" fmla="*/ 2564225 w 3047999"/>
              <a:gd name="connsiteY118" fmla="*/ 836380 h 838200"/>
              <a:gd name="connsiteX119" fmla="*/ 2564225 w 3047999"/>
              <a:gd name="connsiteY119" fmla="*/ 788873 h 838200"/>
              <a:gd name="connsiteX120" fmla="*/ 2542022 w 3047999"/>
              <a:gd name="connsiteY120" fmla="*/ 836380 h 838200"/>
              <a:gd name="connsiteX121" fmla="*/ 2533612 w 3047999"/>
              <a:gd name="connsiteY121" fmla="*/ 836380 h 838200"/>
              <a:gd name="connsiteX122" fmla="*/ 2511533 w 3047999"/>
              <a:gd name="connsiteY122" fmla="*/ 788873 h 838200"/>
              <a:gd name="connsiteX123" fmla="*/ 2511533 w 3047999"/>
              <a:gd name="connsiteY123" fmla="*/ 836380 h 838200"/>
              <a:gd name="connsiteX124" fmla="*/ 2494007 w 3047999"/>
              <a:gd name="connsiteY124" fmla="*/ 836380 h 838200"/>
              <a:gd name="connsiteX125" fmla="*/ 2284075 w 3047999"/>
              <a:gd name="connsiteY125" fmla="*/ 752741 h 838200"/>
              <a:gd name="connsiteX126" fmla="*/ 2301839 w 3047999"/>
              <a:gd name="connsiteY126" fmla="*/ 752741 h 838200"/>
              <a:gd name="connsiteX127" fmla="*/ 2336872 w 3047999"/>
              <a:gd name="connsiteY127" fmla="*/ 806835 h 838200"/>
              <a:gd name="connsiteX128" fmla="*/ 2336872 w 3047999"/>
              <a:gd name="connsiteY128" fmla="*/ 752741 h 838200"/>
              <a:gd name="connsiteX129" fmla="*/ 2355112 w 3047999"/>
              <a:gd name="connsiteY129" fmla="*/ 752741 h 838200"/>
              <a:gd name="connsiteX130" fmla="*/ 2355112 w 3047999"/>
              <a:gd name="connsiteY130" fmla="*/ 836380 h 838200"/>
              <a:gd name="connsiteX131" fmla="*/ 2337482 w 3047999"/>
              <a:gd name="connsiteY131" fmla="*/ 836380 h 838200"/>
              <a:gd name="connsiteX132" fmla="*/ 2302315 w 3047999"/>
              <a:gd name="connsiteY132" fmla="*/ 782286 h 838200"/>
              <a:gd name="connsiteX133" fmla="*/ 2302315 w 3047999"/>
              <a:gd name="connsiteY133" fmla="*/ 836380 h 838200"/>
              <a:gd name="connsiteX134" fmla="*/ 2284075 w 3047999"/>
              <a:gd name="connsiteY134" fmla="*/ 836380 h 838200"/>
              <a:gd name="connsiteX135" fmla="*/ 2253233 w 3047999"/>
              <a:gd name="connsiteY135" fmla="*/ 752741 h 838200"/>
              <a:gd name="connsiteX136" fmla="*/ 2271473 w 3047999"/>
              <a:gd name="connsiteY136" fmla="*/ 752741 h 838200"/>
              <a:gd name="connsiteX137" fmla="*/ 2271473 w 3047999"/>
              <a:gd name="connsiteY137" fmla="*/ 836380 h 838200"/>
              <a:gd name="connsiteX138" fmla="*/ 2253233 w 3047999"/>
              <a:gd name="connsiteY138" fmla="*/ 836380 h 838200"/>
              <a:gd name="connsiteX139" fmla="*/ 2158193 w 3047999"/>
              <a:gd name="connsiteY139" fmla="*/ 752741 h 838200"/>
              <a:gd name="connsiteX140" fmla="*/ 2177653 w 3047999"/>
              <a:gd name="connsiteY140" fmla="*/ 752741 h 838200"/>
              <a:gd name="connsiteX141" fmla="*/ 2200694 w 3047999"/>
              <a:gd name="connsiteY141" fmla="*/ 812209 h 838200"/>
              <a:gd name="connsiteX142" fmla="*/ 2223839 w 3047999"/>
              <a:gd name="connsiteY142" fmla="*/ 752741 h 838200"/>
              <a:gd name="connsiteX143" fmla="*/ 2243147 w 3047999"/>
              <a:gd name="connsiteY143" fmla="*/ 752741 h 838200"/>
              <a:gd name="connsiteX144" fmla="*/ 2209666 w 3047999"/>
              <a:gd name="connsiteY144" fmla="*/ 836380 h 838200"/>
              <a:gd name="connsiteX145" fmla="*/ 2191778 w 3047999"/>
              <a:gd name="connsiteY145" fmla="*/ 836380 h 838200"/>
              <a:gd name="connsiteX146" fmla="*/ 2129780 w 3047999"/>
              <a:gd name="connsiteY146" fmla="*/ 752741 h 838200"/>
              <a:gd name="connsiteX147" fmla="*/ 2148020 w 3047999"/>
              <a:gd name="connsiteY147" fmla="*/ 752741 h 838200"/>
              <a:gd name="connsiteX148" fmla="*/ 2148020 w 3047999"/>
              <a:gd name="connsiteY148" fmla="*/ 836380 h 838200"/>
              <a:gd name="connsiteX149" fmla="*/ 2129780 w 3047999"/>
              <a:gd name="connsiteY149" fmla="*/ 836380 h 838200"/>
              <a:gd name="connsiteX150" fmla="*/ 2052980 w 3047999"/>
              <a:gd name="connsiteY150" fmla="*/ 752741 h 838200"/>
              <a:gd name="connsiteX151" fmla="*/ 2089337 w 3047999"/>
              <a:gd name="connsiteY151" fmla="*/ 752741 h 838200"/>
              <a:gd name="connsiteX152" fmla="*/ 2111597 w 3047999"/>
              <a:gd name="connsiteY152" fmla="*/ 759871 h 838200"/>
              <a:gd name="connsiteX153" fmla="*/ 2119588 w 3047999"/>
              <a:gd name="connsiteY153" fmla="*/ 780384 h 838200"/>
              <a:gd name="connsiteX154" fmla="*/ 2115274 w 3047999"/>
              <a:gd name="connsiteY154" fmla="*/ 796233 h 838200"/>
              <a:gd name="connsiteX155" fmla="*/ 2103024 w 3047999"/>
              <a:gd name="connsiteY155" fmla="*/ 805747 h 838200"/>
              <a:gd name="connsiteX156" fmla="*/ 2118979 w 3047999"/>
              <a:gd name="connsiteY156" fmla="*/ 836380 h 838200"/>
              <a:gd name="connsiteX157" fmla="*/ 2100262 w 3047999"/>
              <a:gd name="connsiteY157" fmla="*/ 836380 h 838200"/>
              <a:gd name="connsiteX158" fmla="*/ 2085498 w 3047999"/>
              <a:gd name="connsiteY158" fmla="*/ 808026 h 838200"/>
              <a:gd name="connsiteX159" fmla="*/ 2071220 w 3047999"/>
              <a:gd name="connsiteY159" fmla="*/ 808026 h 838200"/>
              <a:gd name="connsiteX160" fmla="*/ 2071220 w 3047999"/>
              <a:gd name="connsiteY160" fmla="*/ 836380 h 838200"/>
              <a:gd name="connsiteX161" fmla="*/ 2052980 w 3047999"/>
              <a:gd name="connsiteY161" fmla="*/ 836380 h 838200"/>
              <a:gd name="connsiteX162" fmla="*/ 1968646 w 3047999"/>
              <a:gd name="connsiteY162" fmla="*/ 752741 h 838200"/>
              <a:gd name="connsiteX163" fmla="*/ 1997812 w 3047999"/>
              <a:gd name="connsiteY163" fmla="*/ 752741 h 838200"/>
              <a:gd name="connsiteX164" fmla="*/ 2021691 w 3047999"/>
              <a:gd name="connsiteY164" fmla="*/ 757759 h 838200"/>
              <a:gd name="connsiteX165" fmla="*/ 2037416 w 3047999"/>
              <a:gd name="connsiteY165" fmla="*/ 772124 h 838200"/>
              <a:gd name="connsiteX166" fmla="*/ 2042931 w 3047999"/>
              <a:gd name="connsiteY166" fmla="*/ 794142 h 838200"/>
              <a:gd name="connsiteX167" fmla="*/ 2030749 w 3047999"/>
              <a:gd name="connsiteY167" fmla="*/ 825675 h 838200"/>
              <a:gd name="connsiteX168" fmla="*/ 1996850 w 3047999"/>
              <a:gd name="connsiteY168" fmla="*/ 836380 h 838200"/>
              <a:gd name="connsiteX169" fmla="*/ 1968646 w 3047999"/>
              <a:gd name="connsiteY169" fmla="*/ 836380 h 838200"/>
              <a:gd name="connsiteX170" fmla="*/ 1859575 w 3047999"/>
              <a:gd name="connsiteY170" fmla="*/ 752741 h 838200"/>
              <a:gd name="connsiteX171" fmla="*/ 1917763 w 3047999"/>
              <a:gd name="connsiteY171" fmla="*/ 752741 h 838200"/>
              <a:gd name="connsiteX172" fmla="*/ 1917763 w 3047999"/>
              <a:gd name="connsiteY172" fmla="*/ 767943 h 838200"/>
              <a:gd name="connsiteX173" fmla="*/ 1877796 w 3047999"/>
              <a:gd name="connsiteY173" fmla="*/ 767943 h 838200"/>
              <a:gd name="connsiteX174" fmla="*/ 1877796 w 3047999"/>
              <a:gd name="connsiteY174" fmla="*/ 787326 h 838200"/>
              <a:gd name="connsiteX175" fmla="*/ 1907190 w 3047999"/>
              <a:gd name="connsiteY175" fmla="*/ 787326 h 838200"/>
              <a:gd name="connsiteX176" fmla="*/ 1907190 w 3047999"/>
              <a:gd name="connsiteY176" fmla="*/ 801921 h 838200"/>
              <a:gd name="connsiteX177" fmla="*/ 1877796 w 3047999"/>
              <a:gd name="connsiteY177" fmla="*/ 801921 h 838200"/>
              <a:gd name="connsiteX178" fmla="*/ 1877796 w 3047999"/>
              <a:gd name="connsiteY178" fmla="*/ 821179 h 838200"/>
              <a:gd name="connsiteX179" fmla="*/ 1917763 w 3047999"/>
              <a:gd name="connsiteY179" fmla="*/ 821179 h 838200"/>
              <a:gd name="connsiteX180" fmla="*/ 1917763 w 3047999"/>
              <a:gd name="connsiteY180" fmla="*/ 836380 h 838200"/>
              <a:gd name="connsiteX181" fmla="*/ 1859575 w 3047999"/>
              <a:gd name="connsiteY181" fmla="*/ 836380 h 838200"/>
              <a:gd name="connsiteX182" fmla="*/ 1782775 w 3047999"/>
              <a:gd name="connsiteY182" fmla="*/ 752741 h 838200"/>
              <a:gd name="connsiteX183" fmla="*/ 1819132 w 3047999"/>
              <a:gd name="connsiteY183" fmla="*/ 752741 h 838200"/>
              <a:gd name="connsiteX184" fmla="*/ 1841392 w 3047999"/>
              <a:gd name="connsiteY184" fmla="*/ 759871 h 838200"/>
              <a:gd name="connsiteX185" fmla="*/ 1849383 w 3047999"/>
              <a:gd name="connsiteY185" fmla="*/ 780384 h 838200"/>
              <a:gd name="connsiteX186" fmla="*/ 1845068 w 3047999"/>
              <a:gd name="connsiteY186" fmla="*/ 796233 h 838200"/>
              <a:gd name="connsiteX187" fmla="*/ 1832819 w 3047999"/>
              <a:gd name="connsiteY187" fmla="*/ 805747 h 838200"/>
              <a:gd name="connsiteX188" fmla="*/ 1848774 w 3047999"/>
              <a:gd name="connsiteY188" fmla="*/ 836380 h 838200"/>
              <a:gd name="connsiteX189" fmla="*/ 1830057 w 3047999"/>
              <a:gd name="connsiteY189" fmla="*/ 836380 h 838200"/>
              <a:gd name="connsiteX190" fmla="*/ 1815293 w 3047999"/>
              <a:gd name="connsiteY190" fmla="*/ 808026 h 838200"/>
              <a:gd name="connsiteX191" fmla="*/ 1801015 w 3047999"/>
              <a:gd name="connsiteY191" fmla="*/ 808026 h 838200"/>
              <a:gd name="connsiteX192" fmla="*/ 1801015 w 3047999"/>
              <a:gd name="connsiteY192" fmla="*/ 836380 h 838200"/>
              <a:gd name="connsiteX193" fmla="*/ 1782775 w 3047999"/>
              <a:gd name="connsiteY193" fmla="*/ 836380 h 838200"/>
              <a:gd name="connsiteX194" fmla="*/ 1721376 w 3047999"/>
              <a:gd name="connsiteY194" fmla="*/ 752741 h 838200"/>
              <a:gd name="connsiteX195" fmla="*/ 1739245 w 3047999"/>
              <a:gd name="connsiteY195" fmla="*/ 752741 h 838200"/>
              <a:gd name="connsiteX196" fmla="*/ 1772725 w 3047999"/>
              <a:gd name="connsiteY196" fmla="*/ 836380 h 838200"/>
              <a:gd name="connsiteX197" fmla="*/ 1754133 w 3047999"/>
              <a:gd name="connsiteY197" fmla="*/ 836380 h 838200"/>
              <a:gd name="connsiteX198" fmla="*/ 1746941 w 3047999"/>
              <a:gd name="connsiteY198" fmla="*/ 818189 h 838200"/>
              <a:gd name="connsiteX199" fmla="*/ 1713709 w 3047999"/>
              <a:gd name="connsiteY199" fmla="*/ 818189 h 838200"/>
              <a:gd name="connsiteX200" fmla="*/ 1706517 w 3047999"/>
              <a:gd name="connsiteY200" fmla="*/ 836380 h 838200"/>
              <a:gd name="connsiteX201" fmla="*/ 1687791 w 3047999"/>
              <a:gd name="connsiteY201" fmla="*/ 836380 h 838200"/>
              <a:gd name="connsiteX202" fmla="*/ 1581216 w 3047999"/>
              <a:gd name="connsiteY202" fmla="*/ 752741 h 838200"/>
              <a:gd name="connsiteX203" fmla="*/ 1600418 w 3047999"/>
              <a:gd name="connsiteY203" fmla="*/ 752741 h 838200"/>
              <a:gd name="connsiteX204" fmla="*/ 1615411 w 3047999"/>
              <a:gd name="connsiteY204" fmla="*/ 806835 h 838200"/>
              <a:gd name="connsiteX205" fmla="*/ 1630174 w 3047999"/>
              <a:gd name="connsiteY205" fmla="*/ 752741 h 838200"/>
              <a:gd name="connsiteX206" fmla="*/ 1644224 w 3047999"/>
              <a:gd name="connsiteY206" fmla="*/ 752741 h 838200"/>
              <a:gd name="connsiteX207" fmla="*/ 1658502 w 3047999"/>
              <a:gd name="connsiteY207" fmla="*/ 806835 h 838200"/>
              <a:gd name="connsiteX208" fmla="*/ 1673494 w 3047999"/>
              <a:gd name="connsiteY208" fmla="*/ 752741 h 838200"/>
              <a:gd name="connsiteX209" fmla="*/ 1692573 w 3047999"/>
              <a:gd name="connsiteY209" fmla="*/ 752741 h 838200"/>
              <a:gd name="connsiteX210" fmla="*/ 1669046 w 3047999"/>
              <a:gd name="connsiteY210" fmla="*/ 836380 h 838200"/>
              <a:gd name="connsiteX211" fmla="*/ 1651891 w 3047999"/>
              <a:gd name="connsiteY211" fmla="*/ 836380 h 838200"/>
              <a:gd name="connsiteX212" fmla="*/ 1636899 w 3047999"/>
              <a:gd name="connsiteY212" fmla="*/ 783374 h 838200"/>
              <a:gd name="connsiteX213" fmla="*/ 1622011 w 3047999"/>
              <a:gd name="connsiteY213" fmla="*/ 836380 h 838200"/>
              <a:gd name="connsiteX214" fmla="*/ 1604733 w 3047999"/>
              <a:gd name="connsiteY214" fmla="*/ 836380 h 838200"/>
              <a:gd name="connsiteX215" fmla="*/ 1510179 w 3047999"/>
              <a:gd name="connsiteY215" fmla="*/ 752741 h 838200"/>
              <a:gd name="connsiteX216" fmla="*/ 1577378 w 3047999"/>
              <a:gd name="connsiteY216" fmla="*/ 752741 h 838200"/>
              <a:gd name="connsiteX217" fmla="*/ 1577378 w 3047999"/>
              <a:gd name="connsiteY217" fmla="*/ 767943 h 838200"/>
              <a:gd name="connsiteX218" fmla="*/ 1552908 w 3047999"/>
              <a:gd name="connsiteY218" fmla="*/ 767943 h 838200"/>
              <a:gd name="connsiteX219" fmla="*/ 1552908 w 3047999"/>
              <a:gd name="connsiteY219" fmla="*/ 836380 h 838200"/>
              <a:gd name="connsiteX220" fmla="*/ 1534668 w 3047999"/>
              <a:gd name="connsiteY220" fmla="*/ 836380 h 838200"/>
              <a:gd name="connsiteX221" fmla="*/ 1534668 w 3047999"/>
              <a:gd name="connsiteY221" fmla="*/ 767943 h 838200"/>
              <a:gd name="connsiteX222" fmla="*/ 1510179 w 3047999"/>
              <a:gd name="connsiteY222" fmla="*/ 767943 h 838200"/>
              <a:gd name="connsiteX223" fmla="*/ 1448742 w 3047999"/>
              <a:gd name="connsiteY223" fmla="*/ 752741 h 838200"/>
              <a:gd name="connsiteX224" fmla="*/ 1506921 w 3047999"/>
              <a:gd name="connsiteY224" fmla="*/ 752741 h 838200"/>
              <a:gd name="connsiteX225" fmla="*/ 1506921 w 3047999"/>
              <a:gd name="connsiteY225" fmla="*/ 768068 h 838200"/>
              <a:gd name="connsiteX226" fmla="*/ 1466963 w 3047999"/>
              <a:gd name="connsiteY226" fmla="*/ 768068 h 838200"/>
              <a:gd name="connsiteX227" fmla="*/ 1466963 w 3047999"/>
              <a:gd name="connsiteY227" fmla="*/ 787576 h 838200"/>
              <a:gd name="connsiteX228" fmla="*/ 1496358 w 3047999"/>
              <a:gd name="connsiteY228" fmla="*/ 787576 h 838200"/>
              <a:gd name="connsiteX229" fmla="*/ 1496358 w 3047999"/>
              <a:gd name="connsiteY229" fmla="*/ 801586 h 838200"/>
              <a:gd name="connsiteX230" fmla="*/ 1466963 w 3047999"/>
              <a:gd name="connsiteY230" fmla="*/ 801586 h 838200"/>
              <a:gd name="connsiteX231" fmla="*/ 1466963 w 3047999"/>
              <a:gd name="connsiteY231" fmla="*/ 836402 h 838200"/>
              <a:gd name="connsiteX232" fmla="*/ 1448723 w 3047999"/>
              <a:gd name="connsiteY232" fmla="*/ 836402 h 838200"/>
              <a:gd name="connsiteX233" fmla="*/ 1448723 w 3047999"/>
              <a:gd name="connsiteY233" fmla="*/ 752762 h 838200"/>
              <a:gd name="connsiteX234" fmla="*/ 2691450 w 3047999"/>
              <a:gd name="connsiteY234" fmla="*/ 752719 h 838200"/>
              <a:gd name="connsiteX235" fmla="*/ 2691450 w 3047999"/>
              <a:gd name="connsiteY235" fmla="*/ 752741 h 838200"/>
              <a:gd name="connsiteX236" fmla="*/ 2691431 w 3047999"/>
              <a:gd name="connsiteY236" fmla="*/ 752741 h 838200"/>
              <a:gd name="connsiteX237" fmla="*/ 2636710 w 3047999"/>
              <a:gd name="connsiteY237" fmla="*/ 750984 h 838200"/>
              <a:gd name="connsiteX238" fmla="*/ 2659437 w 3047999"/>
              <a:gd name="connsiteY238" fmla="*/ 756483 h 838200"/>
              <a:gd name="connsiteX239" fmla="*/ 2675458 w 3047999"/>
              <a:gd name="connsiteY239" fmla="*/ 771914 h 838200"/>
              <a:gd name="connsiteX240" fmla="*/ 2681325 w 3047999"/>
              <a:gd name="connsiteY240" fmla="*/ 794644 h 838200"/>
              <a:gd name="connsiteX241" fmla="*/ 2675458 w 3047999"/>
              <a:gd name="connsiteY241" fmla="*/ 817310 h 838200"/>
              <a:gd name="connsiteX242" fmla="*/ 2659437 w 3047999"/>
              <a:gd name="connsiteY242" fmla="*/ 832679 h 838200"/>
              <a:gd name="connsiteX243" fmla="*/ 2636710 w 3047999"/>
              <a:gd name="connsiteY243" fmla="*/ 838178 h 838200"/>
              <a:gd name="connsiteX244" fmla="*/ 2613850 w 3047999"/>
              <a:gd name="connsiteY244" fmla="*/ 832679 h 838200"/>
              <a:gd name="connsiteX245" fmla="*/ 2597705 w 3047999"/>
              <a:gd name="connsiteY245" fmla="*/ 817310 h 838200"/>
              <a:gd name="connsiteX246" fmla="*/ 2591838 w 3047999"/>
              <a:gd name="connsiteY246" fmla="*/ 794644 h 838200"/>
              <a:gd name="connsiteX247" fmla="*/ 2597705 w 3047999"/>
              <a:gd name="connsiteY247" fmla="*/ 771914 h 838200"/>
              <a:gd name="connsiteX248" fmla="*/ 2613850 w 3047999"/>
              <a:gd name="connsiteY248" fmla="*/ 756483 h 838200"/>
              <a:gd name="connsiteX249" fmla="*/ 2636710 w 3047999"/>
              <a:gd name="connsiteY249" fmla="*/ 750984 h 838200"/>
              <a:gd name="connsiteX250" fmla="*/ 1394021 w 3047999"/>
              <a:gd name="connsiteY250" fmla="*/ 750984 h 838200"/>
              <a:gd name="connsiteX251" fmla="*/ 1416748 w 3047999"/>
              <a:gd name="connsiteY251" fmla="*/ 756483 h 838200"/>
              <a:gd name="connsiteX252" fmla="*/ 1432769 w 3047999"/>
              <a:gd name="connsiteY252" fmla="*/ 771914 h 838200"/>
              <a:gd name="connsiteX253" fmla="*/ 1438636 w 3047999"/>
              <a:gd name="connsiteY253" fmla="*/ 794644 h 838200"/>
              <a:gd name="connsiteX254" fmla="*/ 1432769 w 3047999"/>
              <a:gd name="connsiteY254" fmla="*/ 817310 h 838200"/>
              <a:gd name="connsiteX255" fmla="*/ 1416748 w 3047999"/>
              <a:gd name="connsiteY255" fmla="*/ 832679 h 838200"/>
              <a:gd name="connsiteX256" fmla="*/ 1394021 w 3047999"/>
              <a:gd name="connsiteY256" fmla="*/ 838178 h 838200"/>
              <a:gd name="connsiteX257" fmla="*/ 1371161 w 3047999"/>
              <a:gd name="connsiteY257" fmla="*/ 832679 h 838200"/>
              <a:gd name="connsiteX258" fmla="*/ 1355016 w 3047999"/>
              <a:gd name="connsiteY258" fmla="*/ 817310 h 838200"/>
              <a:gd name="connsiteX259" fmla="*/ 1349149 w 3047999"/>
              <a:gd name="connsiteY259" fmla="*/ 794644 h 838200"/>
              <a:gd name="connsiteX260" fmla="*/ 1355016 w 3047999"/>
              <a:gd name="connsiteY260" fmla="*/ 771914 h 838200"/>
              <a:gd name="connsiteX261" fmla="*/ 1371161 w 3047999"/>
              <a:gd name="connsiteY261" fmla="*/ 756483 h 838200"/>
              <a:gd name="connsiteX262" fmla="*/ 1394021 w 3047999"/>
              <a:gd name="connsiteY262" fmla="*/ 750984 h 838200"/>
              <a:gd name="connsiteX263" fmla="*/ 1312306 w 3047999"/>
              <a:gd name="connsiteY263" fmla="*/ 750965 h 838200"/>
              <a:gd name="connsiteX264" fmla="*/ 1325498 w 3047999"/>
              <a:gd name="connsiteY264" fmla="*/ 752156 h 838200"/>
              <a:gd name="connsiteX265" fmla="*/ 1336776 w 3047999"/>
              <a:gd name="connsiteY265" fmla="*/ 755858 h 838200"/>
              <a:gd name="connsiteX266" fmla="*/ 1336776 w 3047999"/>
              <a:gd name="connsiteY266" fmla="*/ 771414 h 838200"/>
              <a:gd name="connsiteX267" fmla="*/ 1315659 w 3047999"/>
              <a:gd name="connsiteY267" fmla="*/ 766145 h 838200"/>
              <a:gd name="connsiteX268" fmla="*/ 1305096 w 3047999"/>
              <a:gd name="connsiteY268" fmla="*/ 768487 h 838200"/>
              <a:gd name="connsiteX269" fmla="*/ 1301257 w 3047999"/>
              <a:gd name="connsiteY269" fmla="*/ 775136 h 838200"/>
              <a:gd name="connsiteX270" fmla="*/ 1303057 w 3047999"/>
              <a:gd name="connsiteY270" fmla="*/ 780280 h 838200"/>
              <a:gd name="connsiteX271" fmla="*/ 1308096 w 3047999"/>
              <a:gd name="connsiteY271" fmla="*/ 783877 h 838200"/>
              <a:gd name="connsiteX272" fmla="*/ 1318659 w 3047999"/>
              <a:gd name="connsiteY272" fmla="*/ 788415 h 838200"/>
              <a:gd name="connsiteX273" fmla="*/ 1331975 w 3047999"/>
              <a:gd name="connsiteY273" fmla="*/ 795294 h 838200"/>
              <a:gd name="connsiteX274" fmla="*/ 1339062 w 3047999"/>
              <a:gd name="connsiteY274" fmla="*/ 803072 h 838200"/>
              <a:gd name="connsiteX275" fmla="*/ 1341348 w 3047999"/>
              <a:gd name="connsiteY275" fmla="*/ 814133 h 838200"/>
              <a:gd name="connsiteX276" fmla="*/ 1333128 w 3047999"/>
              <a:gd name="connsiteY276" fmla="*/ 831845 h 838200"/>
              <a:gd name="connsiteX277" fmla="*/ 1308591 w 3047999"/>
              <a:gd name="connsiteY277" fmla="*/ 838180 h 838200"/>
              <a:gd name="connsiteX278" fmla="*/ 1293351 w 3047999"/>
              <a:gd name="connsiteY278" fmla="*/ 836737 h 838200"/>
              <a:gd name="connsiteX279" fmla="*/ 1281007 w 3047999"/>
              <a:gd name="connsiteY279" fmla="*/ 832911 h 838200"/>
              <a:gd name="connsiteX280" fmla="*/ 1281007 w 3047999"/>
              <a:gd name="connsiteY280" fmla="*/ 816873 h 838200"/>
              <a:gd name="connsiteX281" fmla="*/ 1294190 w 3047999"/>
              <a:gd name="connsiteY281" fmla="*/ 821536 h 838200"/>
              <a:gd name="connsiteX282" fmla="*/ 1307277 w 3047999"/>
              <a:gd name="connsiteY282" fmla="*/ 823083 h 838200"/>
              <a:gd name="connsiteX283" fmla="*/ 1317840 w 3047999"/>
              <a:gd name="connsiteY283" fmla="*/ 820700 h 838200"/>
              <a:gd name="connsiteX284" fmla="*/ 1321450 w 3047999"/>
              <a:gd name="connsiteY284" fmla="*/ 814008 h 838200"/>
              <a:gd name="connsiteX285" fmla="*/ 1319650 w 3047999"/>
              <a:gd name="connsiteY285" fmla="*/ 808739 h 838200"/>
              <a:gd name="connsiteX286" fmla="*/ 1314421 w 3047999"/>
              <a:gd name="connsiteY286" fmla="*/ 804850 h 838200"/>
              <a:gd name="connsiteX287" fmla="*/ 1303924 w 3047999"/>
              <a:gd name="connsiteY287" fmla="*/ 800249 h 838200"/>
              <a:gd name="connsiteX288" fmla="*/ 1286874 w 3047999"/>
              <a:gd name="connsiteY288" fmla="*/ 789544 h 838200"/>
              <a:gd name="connsiteX289" fmla="*/ 1281588 w 3047999"/>
              <a:gd name="connsiteY289" fmla="*/ 774886 h 838200"/>
              <a:gd name="connsiteX290" fmla="*/ 1285427 w 3047999"/>
              <a:gd name="connsiteY290" fmla="*/ 762382 h 838200"/>
              <a:gd name="connsiteX291" fmla="*/ 1296228 w 3047999"/>
              <a:gd name="connsiteY291" fmla="*/ 753954 h 838200"/>
              <a:gd name="connsiteX292" fmla="*/ 1312306 w 3047999"/>
              <a:gd name="connsiteY292" fmla="*/ 750965 h 838200"/>
              <a:gd name="connsiteX293" fmla="*/ 2410530 w 3047999"/>
              <a:gd name="connsiteY293" fmla="*/ 750942 h 838200"/>
              <a:gd name="connsiteX294" fmla="*/ 2426674 w 3047999"/>
              <a:gd name="connsiteY294" fmla="*/ 752803 h 838200"/>
              <a:gd name="connsiteX295" fmla="*/ 2439571 w 3047999"/>
              <a:gd name="connsiteY295" fmla="*/ 758616 h 838200"/>
              <a:gd name="connsiteX296" fmla="*/ 2439571 w 3047999"/>
              <a:gd name="connsiteY296" fmla="*/ 775971 h 838200"/>
              <a:gd name="connsiteX297" fmla="*/ 2427513 w 3047999"/>
              <a:gd name="connsiteY297" fmla="*/ 769699 h 838200"/>
              <a:gd name="connsiteX298" fmla="*/ 2412101 w 3047999"/>
              <a:gd name="connsiteY298" fmla="*/ 767733 h 838200"/>
              <a:gd name="connsiteX299" fmla="*/ 2397633 w 3047999"/>
              <a:gd name="connsiteY299" fmla="*/ 771015 h 838200"/>
              <a:gd name="connsiteX300" fmla="*/ 2387508 w 3047999"/>
              <a:gd name="connsiteY300" fmla="*/ 780404 h 838200"/>
              <a:gd name="connsiteX301" fmla="*/ 2383802 w 3047999"/>
              <a:gd name="connsiteY301" fmla="*/ 794644 h 838200"/>
              <a:gd name="connsiteX302" fmla="*/ 2387212 w 3047999"/>
              <a:gd name="connsiteY302" fmla="*/ 809072 h 838200"/>
              <a:gd name="connsiteX303" fmla="*/ 2396880 w 3047999"/>
              <a:gd name="connsiteY303" fmla="*/ 818586 h 838200"/>
              <a:gd name="connsiteX304" fmla="*/ 2411282 w 3047999"/>
              <a:gd name="connsiteY304" fmla="*/ 821932 h 838200"/>
              <a:gd name="connsiteX305" fmla="*/ 2424246 w 3047999"/>
              <a:gd name="connsiteY305" fmla="*/ 819297 h 838200"/>
              <a:gd name="connsiteX306" fmla="*/ 2424246 w 3047999"/>
              <a:gd name="connsiteY306" fmla="*/ 803134 h 838200"/>
              <a:gd name="connsiteX307" fmla="*/ 2410682 w 3047999"/>
              <a:gd name="connsiteY307" fmla="*/ 803134 h 838200"/>
              <a:gd name="connsiteX308" fmla="*/ 2410682 w 3047999"/>
              <a:gd name="connsiteY308" fmla="*/ 789730 h 838200"/>
              <a:gd name="connsiteX309" fmla="*/ 2441876 w 3047999"/>
              <a:gd name="connsiteY309" fmla="*/ 789730 h 838200"/>
              <a:gd name="connsiteX310" fmla="*/ 2441876 w 3047999"/>
              <a:gd name="connsiteY310" fmla="*/ 830065 h 838200"/>
              <a:gd name="connsiteX311" fmla="*/ 2410549 w 3047999"/>
              <a:gd name="connsiteY311" fmla="*/ 838200 h 838200"/>
              <a:gd name="connsiteX312" fmla="*/ 2386793 w 3047999"/>
              <a:gd name="connsiteY312" fmla="*/ 832868 h 838200"/>
              <a:gd name="connsiteX313" fmla="*/ 2386774 w 3047999"/>
              <a:gd name="connsiteY313" fmla="*/ 832846 h 838200"/>
              <a:gd name="connsiteX314" fmla="*/ 2370820 w 3047999"/>
              <a:gd name="connsiteY314" fmla="*/ 817708 h 838200"/>
              <a:gd name="connsiteX315" fmla="*/ 2365181 w 3047999"/>
              <a:gd name="connsiteY315" fmla="*/ 794624 h 838200"/>
              <a:gd name="connsiteX316" fmla="*/ 2370820 w 3047999"/>
              <a:gd name="connsiteY316" fmla="*/ 771476 h 838200"/>
              <a:gd name="connsiteX317" fmla="*/ 2386774 w 3047999"/>
              <a:gd name="connsiteY317" fmla="*/ 756274 h 838200"/>
              <a:gd name="connsiteX318" fmla="*/ 2410530 w 3047999"/>
              <a:gd name="connsiteY318" fmla="*/ 750942 h 838200"/>
              <a:gd name="connsiteX319" fmla="*/ 38818 w 3047999"/>
              <a:gd name="connsiteY319" fmla="*/ 742515 h 838200"/>
              <a:gd name="connsiteX320" fmla="*/ 38822 w 3047999"/>
              <a:gd name="connsiteY320" fmla="*/ 742527 h 838200"/>
              <a:gd name="connsiteX321" fmla="*/ 38818 w 3047999"/>
              <a:gd name="connsiteY321" fmla="*/ 742536 h 838200"/>
              <a:gd name="connsiteX322" fmla="*/ 456618 w 3047999"/>
              <a:gd name="connsiteY322" fmla="*/ 347523 h 838200"/>
              <a:gd name="connsiteX323" fmla="*/ 548428 w 3047999"/>
              <a:gd name="connsiteY323" fmla="*/ 399215 h 838200"/>
              <a:gd name="connsiteX324" fmla="*/ 548910 w 3047999"/>
              <a:gd name="connsiteY324" fmla="*/ 399800 h 838200"/>
              <a:gd name="connsiteX325" fmla="*/ 554760 w 3047999"/>
              <a:gd name="connsiteY325" fmla="*/ 407579 h 838200"/>
              <a:gd name="connsiteX326" fmla="*/ 560694 w 3047999"/>
              <a:gd name="connsiteY326" fmla="*/ 416716 h 838200"/>
              <a:gd name="connsiteX327" fmla="*/ 560966 w 3047999"/>
              <a:gd name="connsiteY327" fmla="*/ 417176 h 838200"/>
              <a:gd name="connsiteX328" fmla="*/ 424406 w 3047999"/>
              <a:gd name="connsiteY328" fmla="*/ 762526 h 838200"/>
              <a:gd name="connsiteX329" fmla="*/ 45926 w 3047999"/>
              <a:gd name="connsiteY329" fmla="*/ 763969 h 838200"/>
              <a:gd name="connsiteX330" fmla="*/ 45360 w 3047999"/>
              <a:gd name="connsiteY330" fmla="*/ 763174 h 838200"/>
              <a:gd name="connsiteX331" fmla="*/ 44710 w 3047999"/>
              <a:gd name="connsiteY331" fmla="*/ 762233 h 838200"/>
              <a:gd name="connsiteX332" fmla="*/ 38822 w 3047999"/>
              <a:gd name="connsiteY332" fmla="*/ 742527 h 838200"/>
              <a:gd name="connsiteX333" fmla="*/ 49407 w 3047999"/>
              <a:gd name="connsiteY333" fmla="*/ 717047 h 838200"/>
              <a:gd name="connsiteX334" fmla="*/ 74966 w 3047999"/>
              <a:gd name="connsiteY334" fmla="*/ 706487 h 838200"/>
              <a:gd name="connsiteX335" fmla="*/ 291788 w 3047999"/>
              <a:gd name="connsiteY335" fmla="*/ 491846 h 838200"/>
              <a:gd name="connsiteX336" fmla="*/ 291788 w 3047999"/>
              <a:gd name="connsiteY336" fmla="*/ 490257 h 838200"/>
              <a:gd name="connsiteX337" fmla="*/ 291788 w 3047999"/>
              <a:gd name="connsiteY337" fmla="*/ 488730 h 838200"/>
              <a:gd name="connsiteX338" fmla="*/ 353453 w 3047999"/>
              <a:gd name="connsiteY338" fmla="*/ 372157 h 838200"/>
              <a:gd name="connsiteX339" fmla="*/ 456618 w 3047999"/>
              <a:gd name="connsiteY339" fmla="*/ 347523 h 838200"/>
              <a:gd name="connsiteX340" fmla="*/ 2823648 w 3047999"/>
              <a:gd name="connsiteY340" fmla="*/ 300039 h 838200"/>
              <a:gd name="connsiteX341" fmla="*/ 2764250 w 3047999"/>
              <a:gd name="connsiteY341" fmla="*/ 314697 h 838200"/>
              <a:gd name="connsiteX342" fmla="*/ 2722549 w 3047999"/>
              <a:gd name="connsiteY342" fmla="*/ 355974 h 838200"/>
              <a:gd name="connsiteX343" fmla="*/ 2707262 w 3047999"/>
              <a:gd name="connsiteY343" fmla="*/ 418494 h 838200"/>
              <a:gd name="connsiteX344" fmla="*/ 2722549 w 3047999"/>
              <a:gd name="connsiteY344" fmla="*/ 481308 h 838200"/>
              <a:gd name="connsiteX345" fmla="*/ 2764545 w 3047999"/>
              <a:gd name="connsiteY345" fmla="*/ 522584 h 838200"/>
              <a:gd name="connsiteX346" fmla="*/ 2823629 w 3047999"/>
              <a:gd name="connsiteY346" fmla="*/ 536950 h 838200"/>
              <a:gd name="connsiteX347" fmla="*/ 2881817 w 3047999"/>
              <a:gd name="connsiteY347" fmla="*/ 522584 h 838200"/>
              <a:gd name="connsiteX348" fmla="*/ 2881836 w 3047999"/>
              <a:gd name="connsiteY348" fmla="*/ 522584 h 838200"/>
              <a:gd name="connsiteX349" fmla="*/ 2923831 w 3047999"/>
              <a:gd name="connsiteY349" fmla="*/ 481308 h 838200"/>
              <a:gd name="connsiteX350" fmla="*/ 2939433 w 3047999"/>
              <a:gd name="connsiteY350" fmla="*/ 418494 h 838200"/>
              <a:gd name="connsiteX351" fmla="*/ 2924127 w 3047999"/>
              <a:gd name="connsiteY351" fmla="*/ 355974 h 838200"/>
              <a:gd name="connsiteX352" fmla="*/ 2882445 w 3047999"/>
              <a:gd name="connsiteY352" fmla="*/ 314697 h 838200"/>
              <a:gd name="connsiteX353" fmla="*/ 2823648 w 3047999"/>
              <a:gd name="connsiteY353" fmla="*/ 300039 h 838200"/>
              <a:gd name="connsiteX354" fmla="*/ 1461821 w 3047999"/>
              <a:gd name="connsiteY354" fmla="*/ 300039 h 838200"/>
              <a:gd name="connsiteX355" fmla="*/ 1402423 w 3047999"/>
              <a:gd name="connsiteY355" fmla="*/ 314697 h 838200"/>
              <a:gd name="connsiteX356" fmla="*/ 1360722 w 3047999"/>
              <a:gd name="connsiteY356" fmla="*/ 355974 h 838200"/>
              <a:gd name="connsiteX357" fmla="*/ 1345435 w 3047999"/>
              <a:gd name="connsiteY357" fmla="*/ 418494 h 838200"/>
              <a:gd name="connsiteX358" fmla="*/ 1360722 w 3047999"/>
              <a:gd name="connsiteY358" fmla="*/ 481308 h 838200"/>
              <a:gd name="connsiteX359" fmla="*/ 1402718 w 3047999"/>
              <a:gd name="connsiteY359" fmla="*/ 522584 h 838200"/>
              <a:gd name="connsiteX360" fmla="*/ 1461802 w 3047999"/>
              <a:gd name="connsiteY360" fmla="*/ 536950 h 838200"/>
              <a:gd name="connsiteX361" fmla="*/ 1519990 w 3047999"/>
              <a:gd name="connsiteY361" fmla="*/ 522584 h 838200"/>
              <a:gd name="connsiteX362" fmla="*/ 1520009 w 3047999"/>
              <a:gd name="connsiteY362" fmla="*/ 522584 h 838200"/>
              <a:gd name="connsiteX363" fmla="*/ 1562005 w 3047999"/>
              <a:gd name="connsiteY363" fmla="*/ 481308 h 838200"/>
              <a:gd name="connsiteX364" fmla="*/ 1577607 w 3047999"/>
              <a:gd name="connsiteY364" fmla="*/ 418494 h 838200"/>
              <a:gd name="connsiteX365" fmla="*/ 1562300 w 3047999"/>
              <a:gd name="connsiteY365" fmla="*/ 355974 h 838200"/>
              <a:gd name="connsiteX366" fmla="*/ 1520618 w 3047999"/>
              <a:gd name="connsiteY366" fmla="*/ 314697 h 838200"/>
              <a:gd name="connsiteX367" fmla="*/ 1461821 w 3047999"/>
              <a:gd name="connsiteY367" fmla="*/ 300039 h 838200"/>
              <a:gd name="connsiteX368" fmla="*/ 2055742 w 3047999"/>
              <a:gd name="connsiteY368" fmla="*/ 209080 h 838200"/>
              <a:gd name="connsiteX369" fmla="*/ 2161927 w 3047999"/>
              <a:gd name="connsiteY369" fmla="*/ 209080 h 838200"/>
              <a:gd name="connsiteX370" fmla="*/ 2161927 w 3047999"/>
              <a:gd name="connsiteY370" fmla="*/ 627280 h 838200"/>
              <a:gd name="connsiteX371" fmla="*/ 2055742 w 3047999"/>
              <a:gd name="connsiteY371" fmla="*/ 627280 h 838200"/>
              <a:gd name="connsiteX372" fmla="*/ 1728168 w 3047999"/>
              <a:gd name="connsiteY372" fmla="*/ 209080 h 838200"/>
              <a:gd name="connsiteX373" fmla="*/ 2025739 w 3047999"/>
              <a:gd name="connsiteY373" fmla="*/ 209080 h 838200"/>
              <a:gd name="connsiteX374" fmla="*/ 2025739 w 3047999"/>
              <a:gd name="connsiteY374" fmla="*/ 298219 h 838200"/>
              <a:gd name="connsiteX375" fmla="*/ 1834353 w 3047999"/>
              <a:gd name="connsiteY375" fmla="*/ 298219 h 838200"/>
              <a:gd name="connsiteX376" fmla="*/ 1834353 w 3047999"/>
              <a:gd name="connsiteY376" fmla="*/ 376590 h 838200"/>
              <a:gd name="connsiteX377" fmla="*/ 1974142 w 3047999"/>
              <a:gd name="connsiteY377" fmla="*/ 376590 h 838200"/>
              <a:gd name="connsiteX378" fmla="*/ 1974142 w 3047999"/>
              <a:gd name="connsiteY378" fmla="*/ 459749 h 838200"/>
              <a:gd name="connsiteX379" fmla="*/ 1834353 w 3047999"/>
              <a:gd name="connsiteY379" fmla="*/ 459749 h 838200"/>
              <a:gd name="connsiteX380" fmla="*/ 1834353 w 3047999"/>
              <a:gd name="connsiteY380" fmla="*/ 627280 h 838200"/>
              <a:gd name="connsiteX381" fmla="*/ 1728168 w 3047999"/>
              <a:gd name="connsiteY381" fmla="*/ 627280 h 838200"/>
              <a:gd name="connsiteX382" fmla="*/ 1056236 w 3047999"/>
              <a:gd name="connsiteY382" fmla="*/ 200131 h 838200"/>
              <a:gd name="connsiteX383" fmla="*/ 1124625 w 3047999"/>
              <a:gd name="connsiteY383" fmla="*/ 206111 h 838200"/>
              <a:gd name="connsiteX384" fmla="*/ 1182223 w 3047999"/>
              <a:gd name="connsiteY384" fmla="*/ 225266 h 838200"/>
              <a:gd name="connsiteX385" fmla="*/ 1182223 w 3047999"/>
              <a:gd name="connsiteY385" fmla="*/ 318001 h 838200"/>
              <a:gd name="connsiteX386" fmla="*/ 1076048 w 3047999"/>
              <a:gd name="connsiteY386" fmla="*/ 290483 h 838200"/>
              <a:gd name="connsiteX387" fmla="*/ 1030147 w 3047999"/>
              <a:gd name="connsiteY387" fmla="*/ 299768 h 838200"/>
              <a:gd name="connsiteX388" fmla="*/ 1013059 w 3047999"/>
              <a:gd name="connsiteY388" fmla="*/ 326386 h 838200"/>
              <a:gd name="connsiteX389" fmla="*/ 1030461 w 3047999"/>
              <a:gd name="connsiteY389" fmla="*/ 354510 h 838200"/>
              <a:gd name="connsiteX390" fmla="*/ 1094669 w 3047999"/>
              <a:gd name="connsiteY390" fmla="*/ 383826 h 838200"/>
              <a:gd name="connsiteX391" fmla="*/ 1160963 w 3047999"/>
              <a:gd name="connsiteY391" fmla="*/ 417930 h 838200"/>
              <a:gd name="connsiteX392" fmla="*/ 1195453 w 3047999"/>
              <a:gd name="connsiteY392" fmla="*/ 456823 h 838200"/>
              <a:gd name="connsiteX393" fmla="*/ 1206255 w 3047999"/>
              <a:gd name="connsiteY393" fmla="*/ 513071 h 838200"/>
              <a:gd name="connsiteX394" fmla="*/ 1163964 w 3047999"/>
              <a:gd name="connsiteY394" fmla="*/ 603715 h 838200"/>
              <a:gd name="connsiteX395" fmla="*/ 1037681 w 3047999"/>
              <a:gd name="connsiteY395" fmla="*/ 636314 h 838200"/>
              <a:gd name="connsiteX396" fmla="*/ 959090 w 3047999"/>
              <a:gd name="connsiteY396" fmla="*/ 628828 h 838200"/>
              <a:gd name="connsiteX397" fmla="*/ 959090 w 3047999"/>
              <a:gd name="connsiteY397" fmla="*/ 628766 h 838200"/>
              <a:gd name="connsiteX398" fmla="*/ 894890 w 3047999"/>
              <a:gd name="connsiteY398" fmla="*/ 608127 h 838200"/>
              <a:gd name="connsiteX399" fmla="*/ 894890 w 3047999"/>
              <a:gd name="connsiteY399" fmla="*/ 513008 h 838200"/>
              <a:gd name="connsiteX400" fmla="*/ 962386 w 3047999"/>
              <a:gd name="connsiteY400" fmla="*/ 538141 h 838200"/>
              <a:gd name="connsiteX401" fmla="*/ 1029271 w 3047999"/>
              <a:gd name="connsiteY401" fmla="*/ 546526 h 838200"/>
              <a:gd name="connsiteX402" fmla="*/ 1073657 w 3047999"/>
              <a:gd name="connsiteY402" fmla="*/ 537556 h 838200"/>
              <a:gd name="connsiteX403" fmla="*/ 1088649 w 3047999"/>
              <a:gd name="connsiteY403" fmla="*/ 511837 h 838200"/>
              <a:gd name="connsiteX404" fmla="*/ 1080553 w 3047999"/>
              <a:gd name="connsiteY404" fmla="*/ 490007 h 838200"/>
              <a:gd name="connsiteX405" fmla="*/ 1056865 w 3047999"/>
              <a:gd name="connsiteY405" fmla="*/ 472965 h 838200"/>
              <a:gd name="connsiteX406" fmla="*/ 1008258 w 3047999"/>
              <a:gd name="connsiteY406" fmla="*/ 451428 h 838200"/>
              <a:gd name="connsiteX407" fmla="*/ 923678 w 3047999"/>
              <a:gd name="connsiteY407" fmla="*/ 396978 h 838200"/>
              <a:gd name="connsiteX408" fmla="*/ 897281 w 3047999"/>
              <a:gd name="connsiteY408" fmla="*/ 323396 h 838200"/>
              <a:gd name="connsiteX409" fmla="*/ 917367 w 3047999"/>
              <a:gd name="connsiteY409" fmla="*/ 259369 h 838200"/>
              <a:gd name="connsiteX410" fmla="*/ 973454 w 3047999"/>
              <a:gd name="connsiteY410" fmla="*/ 215689 h 838200"/>
              <a:gd name="connsiteX411" fmla="*/ 1056236 w 3047999"/>
              <a:gd name="connsiteY411" fmla="*/ 200131 h 838200"/>
              <a:gd name="connsiteX412" fmla="*/ 2823629 w 3047999"/>
              <a:gd name="connsiteY412" fmla="*/ 200110 h 838200"/>
              <a:gd name="connsiteX413" fmla="*/ 2937919 w 3047999"/>
              <a:gd name="connsiteY413" fmla="*/ 227627 h 838200"/>
              <a:gd name="connsiteX414" fmla="*/ 3018605 w 3047999"/>
              <a:gd name="connsiteY414" fmla="*/ 304807 h 838200"/>
              <a:gd name="connsiteX415" fmla="*/ 3047999 w 3047999"/>
              <a:gd name="connsiteY415" fmla="*/ 418473 h 838200"/>
              <a:gd name="connsiteX416" fmla="*/ 3018605 w 3047999"/>
              <a:gd name="connsiteY416" fmla="*/ 531847 h 838200"/>
              <a:gd name="connsiteX417" fmla="*/ 2937919 w 3047999"/>
              <a:gd name="connsiteY417" fmla="*/ 608733 h 838200"/>
              <a:gd name="connsiteX418" fmla="*/ 2823629 w 3047999"/>
              <a:gd name="connsiteY418" fmla="*/ 636251 h 838200"/>
              <a:gd name="connsiteX419" fmla="*/ 2708747 w 3047999"/>
              <a:gd name="connsiteY419" fmla="*/ 608733 h 838200"/>
              <a:gd name="connsiteX420" fmla="*/ 2627756 w 3047999"/>
              <a:gd name="connsiteY420" fmla="*/ 531847 h 838200"/>
              <a:gd name="connsiteX421" fmla="*/ 2598067 w 3047999"/>
              <a:gd name="connsiteY421" fmla="*/ 418473 h 838200"/>
              <a:gd name="connsiteX422" fmla="*/ 2627756 w 3047999"/>
              <a:gd name="connsiteY422" fmla="*/ 304807 h 838200"/>
              <a:gd name="connsiteX423" fmla="*/ 2708747 w 3047999"/>
              <a:gd name="connsiteY423" fmla="*/ 227627 h 838200"/>
              <a:gd name="connsiteX424" fmla="*/ 2823629 w 3047999"/>
              <a:gd name="connsiteY424" fmla="*/ 200110 h 838200"/>
              <a:gd name="connsiteX425" fmla="*/ 1461802 w 3047999"/>
              <a:gd name="connsiteY425" fmla="*/ 200110 h 838200"/>
              <a:gd name="connsiteX426" fmla="*/ 1576102 w 3047999"/>
              <a:gd name="connsiteY426" fmla="*/ 227627 h 838200"/>
              <a:gd name="connsiteX427" fmla="*/ 1656778 w 3047999"/>
              <a:gd name="connsiteY427" fmla="*/ 304807 h 838200"/>
              <a:gd name="connsiteX428" fmla="*/ 1686172 w 3047999"/>
              <a:gd name="connsiteY428" fmla="*/ 418473 h 838200"/>
              <a:gd name="connsiteX429" fmla="*/ 1656778 w 3047999"/>
              <a:gd name="connsiteY429" fmla="*/ 531847 h 838200"/>
              <a:gd name="connsiteX430" fmla="*/ 1576102 w 3047999"/>
              <a:gd name="connsiteY430" fmla="*/ 608733 h 838200"/>
              <a:gd name="connsiteX431" fmla="*/ 1461802 w 3047999"/>
              <a:gd name="connsiteY431" fmla="*/ 636251 h 838200"/>
              <a:gd name="connsiteX432" fmla="*/ 1346920 w 3047999"/>
              <a:gd name="connsiteY432" fmla="*/ 608733 h 838200"/>
              <a:gd name="connsiteX433" fmla="*/ 1265929 w 3047999"/>
              <a:gd name="connsiteY433" fmla="*/ 531847 h 838200"/>
              <a:gd name="connsiteX434" fmla="*/ 1236240 w 3047999"/>
              <a:gd name="connsiteY434" fmla="*/ 418473 h 838200"/>
              <a:gd name="connsiteX435" fmla="*/ 1265929 w 3047999"/>
              <a:gd name="connsiteY435" fmla="*/ 304807 h 838200"/>
              <a:gd name="connsiteX436" fmla="*/ 1346920 w 3047999"/>
              <a:gd name="connsiteY436" fmla="*/ 227627 h 838200"/>
              <a:gd name="connsiteX437" fmla="*/ 1461802 w 3047999"/>
              <a:gd name="connsiteY437" fmla="*/ 200110 h 838200"/>
              <a:gd name="connsiteX438" fmla="*/ 2432484 w 3047999"/>
              <a:gd name="connsiteY438" fmla="*/ 200068 h 838200"/>
              <a:gd name="connsiteX439" fmla="*/ 2512875 w 3047999"/>
              <a:gd name="connsiteY439" fmla="*/ 209039 h 838200"/>
              <a:gd name="connsiteX440" fmla="*/ 2578274 w 3047999"/>
              <a:gd name="connsiteY440" fmla="*/ 237163 h 838200"/>
              <a:gd name="connsiteX441" fmla="*/ 2578274 w 3047999"/>
              <a:gd name="connsiteY441" fmla="*/ 337677 h 838200"/>
              <a:gd name="connsiteX442" fmla="*/ 2518571 w 3047999"/>
              <a:gd name="connsiteY442" fmla="*/ 307169 h 838200"/>
              <a:gd name="connsiteX443" fmla="*/ 2442085 w 3047999"/>
              <a:gd name="connsiteY443" fmla="*/ 297592 h 838200"/>
              <a:gd name="connsiteX444" fmla="*/ 2346702 w 3047999"/>
              <a:gd name="connsiteY444" fmla="*/ 329606 h 838200"/>
              <a:gd name="connsiteX445" fmla="*/ 2313117 w 3047999"/>
              <a:gd name="connsiteY445" fmla="*/ 418452 h 838200"/>
              <a:gd name="connsiteX446" fmla="*/ 2347026 w 3047999"/>
              <a:gd name="connsiteY446" fmla="*/ 507591 h 838200"/>
              <a:gd name="connsiteX447" fmla="*/ 2442104 w 3047999"/>
              <a:gd name="connsiteY447" fmla="*/ 539897 h 838200"/>
              <a:gd name="connsiteX448" fmla="*/ 2519495 w 3047999"/>
              <a:gd name="connsiteY448" fmla="*/ 529735 h 838200"/>
              <a:gd name="connsiteX449" fmla="*/ 2583093 w 3047999"/>
              <a:gd name="connsiteY449" fmla="*/ 497429 h 838200"/>
              <a:gd name="connsiteX450" fmla="*/ 2583093 w 3047999"/>
              <a:gd name="connsiteY450" fmla="*/ 597337 h 838200"/>
              <a:gd name="connsiteX451" fmla="*/ 2432503 w 3047999"/>
              <a:gd name="connsiteY451" fmla="*/ 636230 h 838200"/>
              <a:gd name="connsiteX452" fmla="*/ 2312212 w 3047999"/>
              <a:gd name="connsiteY452" fmla="*/ 609904 h 838200"/>
              <a:gd name="connsiteX453" fmla="*/ 2312193 w 3047999"/>
              <a:gd name="connsiteY453" fmla="*/ 609924 h 838200"/>
              <a:gd name="connsiteX454" fmla="*/ 2232097 w 3047999"/>
              <a:gd name="connsiteY454" fmla="*/ 534230 h 838200"/>
              <a:gd name="connsiteX455" fmla="*/ 2203903 w 3047999"/>
              <a:gd name="connsiteY455" fmla="*/ 418452 h 838200"/>
              <a:gd name="connsiteX456" fmla="*/ 2232097 w 3047999"/>
              <a:gd name="connsiteY456" fmla="*/ 302673 h 838200"/>
              <a:gd name="connsiteX457" fmla="*/ 2312193 w 3047999"/>
              <a:gd name="connsiteY457" fmla="*/ 226686 h 838200"/>
              <a:gd name="connsiteX458" fmla="*/ 2432484 w 3047999"/>
              <a:gd name="connsiteY458" fmla="*/ 200068 h 838200"/>
              <a:gd name="connsiteX459" fmla="*/ 544738 w 3047999"/>
              <a:gd name="connsiteY459" fmla="*/ 93825 h 838200"/>
              <a:gd name="connsiteX460" fmla="*/ 544738 w 3047999"/>
              <a:gd name="connsiteY460" fmla="*/ 93846 h 838200"/>
              <a:gd name="connsiteX461" fmla="*/ 544735 w 3047999"/>
              <a:gd name="connsiteY461" fmla="*/ 93834 h 838200"/>
              <a:gd name="connsiteX462" fmla="*/ 375115 w 3047999"/>
              <a:gd name="connsiteY462" fmla="*/ 2 h 838200"/>
              <a:gd name="connsiteX463" fmla="*/ 537630 w 3047999"/>
              <a:gd name="connsiteY463" fmla="*/ 72392 h 838200"/>
              <a:gd name="connsiteX464" fmla="*/ 538196 w 3047999"/>
              <a:gd name="connsiteY464" fmla="*/ 73187 h 838200"/>
              <a:gd name="connsiteX465" fmla="*/ 538845 w 3047999"/>
              <a:gd name="connsiteY465" fmla="*/ 74128 h 838200"/>
              <a:gd name="connsiteX466" fmla="*/ 544735 w 3047999"/>
              <a:gd name="connsiteY466" fmla="*/ 93834 h 838200"/>
              <a:gd name="connsiteX467" fmla="*/ 534150 w 3047999"/>
              <a:gd name="connsiteY467" fmla="*/ 119315 h 838200"/>
              <a:gd name="connsiteX468" fmla="*/ 508590 w 3047999"/>
              <a:gd name="connsiteY468" fmla="*/ 129874 h 838200"/>
              <a:gd name="connsiteX469" fmla="*/ 291767 w 3047999"/>
              <a:gd name="connsiteY469" fmla="*/ 344515 h 838200"/>
              <a:gd name="connsiteX470" fmla="*/ 291767 w 3047999"/>
              <a:gd name="connsiteY470" fmla="*/ 346104 h 838200"/>
              <a:gd name="connsiteX471" fmla="*/ 291767 w 3047999"/>
              <a:gd name="connsiteY471" fmla="*/ 347631 h 838200"/>
              <a:gd name="connsiteX472" fmla="*/ 230103 w 3047999"/>
              <a:gd name="connsiteY472" fmla="*/ 464204 h 838200"/>
              <a:gd name="connsiteX473" fmla="*/ 35128 w 3047999"/>
              <a:gd name="connsiteY473" fmla="*/ 437147 h 838200"/>
              <a:gd name="connsiteX474" fmla="*/ 34646 w 3047999"/>
              <a:gd name="connsiteY474" fmla="*/ 436561 h 838200"/>
              <a:gd name="connsiteX475" fmla="*/ 28796 w 3047999"/>
              <a:gd name="connsiteY475" fmla="*/ 428783 h 838200"/>
              <a:gd name="connsiteX476" fmla="*/ 22862 w 3047999"/>
              <a:gd name="connsiteY476" fmla="*/ 419644 h 838200"/>
              <a:gd name="connsiteX477" fmla="*/ 22589 w 3047999"/>
              <a:gd name="connsiteY477" fmla="*/ 419185 h 838200"/>
              <a:gd name="connsiteX478" fmla="*/ 159149 w 3047999"/>
              <a:gd name="connsiteY478" fmla="*/ 73835 h 838200"/>
              <a:gd name="connsiteX479" fmla="*/ 375115 w 3047999"/>
              <a:gd name="connsiteY479" fmla="*/ 2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3047999" h="838200">
                <a:moveTo>
                  <a:pt x="2709652" y="800707"/>
                </a:moveTo>
                <a:lnTo>
                  <a:pt x="2709652" y="822496"/>
                </a:lnTo>
                <a:lnTo>
                  <a:pt x="2730179" y="822496"/>
                </a:lnTo>
                <a:cubicBezTo>
                  <a:pt x="2734103" y="822496"/>
                  <a:pt x="2737075" y="821723"/>
                  <a:pt x="2739113" y="820155"/>
                </a:cubicBezTo>
                <a:cubicBezTo>
                  <a:pt x="2741142" y="818607"/>
                  <a:pt x="2742171" y="815867"/>
                  <a:pt x="2742171" y="811957"/>
                </a:cubicBezTo>
                <a:cubicBezTo>
                  <a:pt x="2742171" y="808047"/>
                  <a:pt x="2741104" y="805099"/>
                  <a:pt x="2738980" y="803342"/>
                </a:cubicBezTo>
                <a:cubicBezTo>
                  <a:pt x="2736865" y="801586"/>
                  <a:pt x="2733722" y="800707"/>
                  <a:pt x="2729569" y="800707"/>
                </a:cubicBezTo>
                <a:close/>
                <a:moveTo>
                  <a:pt x="1730225" y="771894"/>
                </a:moveTo>
                <a:lnTo>
                  <a:pt x="1718338" y="803720"/>
                </a:lnTo>
                <a:lnTo>
                  <a:pt x="1742112" y="803720"/>
                </a:lnTo>
                <a:close/>
                <a:moveTo>
                  <a:pt x="2636729" y="767963"/>
                </a:moveTo>
                <a:cubicBezTo>
                  <a:pt x="2631862" y="767963"/>
                  <a:pt x="2627309" y="769071"/>
                  <a:pt x="2623347" y="771246"/>
                </a:cubicBezTo>
                <a:cubicBezTo>
                  <a:pt x="2619384" y="773441"/>
                  <a:pt x="2616241" y="776557"/>
                  <a:pt x="2613936" y="780572"/>
                </a:cubicBezTo>
                <a:cubicBezTo>
                  <a:pt x="2611612" y="784607"/>
                  <a:pt x="2610459" y="789291"/>
                  <a:pt x="2610459" y="794623"/>
                </a:cubicBezTo>
                <a:cubicBezTo>
                  <a:pt x="2610459" y="799955"/>
                  <a:pt x="2611612" y="804764"/>
                  <a:pt x="2613936" y="808800"/>
                </a:cubicBezTo>
                <a:cubicBezTo>
                  <a:pt x="2616260" y="812836"/>
                  <a:pt x="2619403" y="815930"/>
                  <a:pt x="2623413" y="818126"/>
                </a:cubicBezTo>
                <a:cubicBezTo>
                  <a:pt x="2627414" y="820321"/>
                  <a:pt x="2631843" y="821409"/>
                  <a:pt x="2636729" y="821409"/>
                </a:cubicBezTo>
                <a:cubicBezTo>
                  <a:pt x="2641615" y="821409"/>
                  <a:pt x="2645911" y="820321"/>
                  <a:pt x="2649874" y="818126"/>
                </a:cubicBezTo>
                <a:lnTo>
                  <a:pt x="2649855" y="818126"/>
                </a:lnTo>
                <a:cubicBezTo>
                  <a:pt x="2653817" y="815930"/>
                  <a:pt x="2656941" y="812815"/>
                  <a:pt x="2659265" y="808800"/>
                </a:cubicBezTo>
                <a:cubicBezTo>
                  <a:pt x="2661590" y="804764"/>
                  <a:pt x="2662751" y="800038"/>
                  <a:pt x="2662751" y="794623"/>
                </a:cubicBezTo>
                <a:cubicBezTo>
                  <a:pt x="2662751" y="789207"/>
                  <a:pt x="2661618" y="784586"/>
                  <a:pt x="2659332" y="780572"/>
                </a:cubicBezTo>
                <a:cubicBezTo>
                  <a:pt x="2657046" y="776536"/>
                  <a:pt x="2653922" y="773441"/>
                  <a:pt x="2649979" y="771246"/>
                </a:cubicBezTo>
                <a:cubicBezTo>
                  <a:pt x="2646016" y="769050"/>
                  <a:pt x="2641587" y="767963"/>
                  <a:pt x="2636729" y="767963"/>
                </a:cubicBezTo>
                <a:close/>
                <a:moveTo>
                  <a:pt x="1394040" y="767963"/>
                </a:moveTo>
                <a:cubicBezTo>
                  <a:pt x="1389173" y="767963"/>
                  <a:pt x="1384620" y="769071"/>
                  <a:pt x="1380658" y="771246"/>
                </a:cubicBezTo>
                <a:cubicBezTo>
                  <a:pt x="1376695" y="773441"/>
                  <a:pt x="1373552" y="776557"/>
                  <a:pt x="1371247" y="780572"/>
                </a:cubicBezTo>
                <a:cubicBezTo>
                  <a:pt x="1368923" y="784607"/>
                  <a:pt x="1367770" y="789291"/>
                  <a:pt x="1367770" y="794623"/>
                </a:cubicBezTo>
                <a:cubicBezTo>
                  <a:pt x="1367770" y="799955"/>
                  <a:pt x="1368923" y="804764"/>
                  <a:pt x="1371247" y="808800"/>
                </a:cubicBezTo>
                <a:cubicBezTo>
                  <a:pt x="1373571" y="812836"/>
                  <a:pt x="1376714" y="815930"/>
                  <a:pt x="1380724" y="818126"/>
                </a:cubicBezTo>
                <a:cubicBezTo>
                  <a:pt x="1384725" y="820321"/>
                  <a:pt x="1389154" y="821409"/>
                  <a:pt x="1394040" y="821409"/>
                </a:cubicBezTo>
                <a:cubicBezTo>
                  <a:pt x="1398927" y="821409"/>
                  <a:pt x="1403222" y="820321"/>
                  <a:pt x="1407185" y="818126"/>
                </a:cubicBezTo>
                <a:lnTo>
                  <a:pt x="1407166" y="818126"/>
                </a:lnTo>
                <a:cubicBezTo>
                  <a:pt x="1411128" y="815930"/>
                  <a:pt x="1414252" y="812815"/>
                  <a:pt x="1416576" y="808800"/>
                </a:cubicBezTo>
                <a:cubicBezTo>
                  <a:pt x="1418901" y="804764"/>
                  <a:pt x="1420063" y="800038"/>
                  <a:pt x="1420063" y="794623"/>
                </a:cubicBezTo>
                <a:cubicBezTo>
                  <a:pt x="1420063" y="789207"/>
                  <a:pt x="1418929" y="784586"/>
                  <a:pt x="1416643" y="780572"/>
                </a:cubicBezTo>
                <a:cubicBezTo>
                  <a:pt x="1414357" y="776536"/>
                  <a:pt x="1411233" y="773441"/>
                  <a:pt x="1407289" y="771246"/>
                </a:cubicBezTo>
                <a:cubicBezTo>
                  <a:pt x="1403327" y="769050"/>
                  <a:pt x="1398898" y="767963"/>
                  <a:pt x="1394040" y="767963"/>
                </a:cubicBezTo>
                <a:close/>
                <a:moveTo>
                  <a:pt x="2071220" y="767943"/>
                </a:moveTo>
                <a:lnTo>
                  <a:pt x="2071220" y="792825"/>
                </a:lnTo>
                <a:lnTo>
                  <a:pt x="2086108" y="792825"/>
                </a:lnTo>
                <a:cubicBezTo>
                  <a:pt x="2090737" y="792825"/>
                  <a:pt x="2094404" y="791821"/>
                  <a:pt x="2097090" y="789835"/>
                </a:cubicBezTo>
                <a:cubicBezTo>
                  <a:pt x="2099776" y="787848"/>
                  <a:pt x="2101119" y="784691"/>
                  <a:pt x="2101119" y="780384"/>
                </a:cubicBezTo>
                <a:cubicBezTo>
                  <a:pt x="2101119" y="775846"/>
                  <a:pt x="2099795" y="772626"/>
                  <a:pt x="2097157" y="770744"/>
                </a:cubicBezTo>
                <a:cubicBezTo>
                  <a:pt x="2094509" y="768862"/>
                  <a:pt x="2090842" y="767943"/>
                  <a:pt x="2086108" y="767943"/>
                </a:cubicBezTo>
                <a:close/>
                <a:moveTo>
                  <a:pt x="1986848" y="767943"/>
                </a:moveTo>
                <a:lnTo>
                  <a:pt x="1986848" y="821200"/>
                </a:lnTo>
                <a:lnTo>
                  <a:pt x="1997773" y="821200"/>
                </a:lnTo>
                <a:lnTo>
                  <a:pt x="1997792" y="821179"/>
                </a:lnTo>
                <a:cubicBezTo>
                  <a:pt x="2006346" y="821179"/>
                  <a:pt x="2012909" y="818795"/>
                  <a:pt x="2017462" y="814007"/>
                </a:cubicBezTo>
                <a:cubicBezTo>
                  <a:pt x="2022005" y="809219"/>
                  <a:pt x="2024291" y="802590"/>
                  <a:pt x="2024291" y="794142"/>
                </a:cubicBezTo>
                <a:cubicBezTo>
                  <a:pt x="2024291" y="789124"/>
                  <a:pt x="2023291" y="784608"/>
                  <a:pt x="2021291" y="780613"/>
                </a:cubicBezTo>
                <a:cubicBezTo>
                  <a:pt x="2019300" y="776620"/>
                  <a:pt x="2016366" y="773504"/>
                  <a:pt x="2012528" y="771288"/>
                </a:cubicBezTo>
                <a:cubicBezTo>
                  <a:pt x="2008698" y="769050"/>
                  <a:pt x="2004165" y="767943"/>
                  <a:pt x="1998964" y="767943"/>
                </a:cubicBezTo>
                <a:close/>
                <a:moveTo>
                  <a:pt x="1801015" y="767943"/>
                </a:moveTo>
                <a:lnTo>
                  <a:pt x="1801015" y="792825"/>
                </a:lnTo>
                <a:lnTo>
                  <a:pt x="1815903" y="792825"/>
                </a:lnTo>
                <a:cubicBezTo>
                  <a:pt x="1820532" y="792825"/>
                  <a:pt x="1824199" y="791821"/>
                  <a:pt x="1826885" y="789835"/>
                </a:cubicBezTo>
                <a:cubicBezTo>
                  <a:pt x="1829571" y="787848"/>
                  <a:pt x="1830914" y="784691"/>
                  <a:pt x="1830914" y="780384"/>
                </a:cubicBezTo>
                <a:cubicBezTo>
                  <a:pt x="1830914" y="775846"/>
                  <a:pt x="1829590" y="772626"/>
                  <a:pt x="1826952" y="770744"/>
                </a:cubicBezTo>
                <a:cubicBezTo>
                  <a:pt x="1824304" y="768862"/>
                  <a:pt x="1820637" y="767943"/>
                  <a:pt x="1815903" y="767943"/>
                </a:cubicBezTo>
                <a:close/>
                <a:moveTo>
                  <a:pt x="2709690" y="766625"/>
                </a:moveTo>
                <a:lnTo>
                  <a:pt x="2709690" y="786719"/>
                </a:lnTo>
                <a:lnTo>
                  <a:pt x="2729112" y="786719"/>
                </a:lnTo>
                <a:cubicBezTo>
                  <a:pt x="2732312" y="786719"/>
                  <a:pt x="2734836" y="785924"/>
                  <a:pt x="2736675" y="784335"/>
                </a:cubicBezTo>
                <a:cubicBezTo>
                  <a:pt x="2738523" y="782746"/>
                  <a:pt x="2739446" y="780195"/>
                  <a:pt x="2739446" y="776682"/>
                </a:cubicBezTo>
                <a:cubicBezTo>
                  <a:pt x="2739446" y="772856"/>
                  <a:pt x="2738541" y="770221"/>
                  <a:pt x="2736741" y="768779"/>
                </a:cubicBezTo>
                <a:cubicBezTo>
                  <a:pt x="2734941" y="767336"/>
                  <a:pt x="2732188" y="766625"/>
                  <a:pt x="2728521" y="766625"/>
                </a:cubicBezTo>
                <a:close/>
                <a:moveTo>
                  <a:pt x="2964027" y="752741"/>
                </a:moveTo>
                <a:lnTo>
                  <a:pt x="2983458" y="752741"/>
                </a:lnTo>
                <a:lnTo>
                  <a:pt x="3003737" y="787555"/>
                </a:lnTo>
                <a:lnTo>
                  <a:pt x="3024730" y="752741"/>
                </a:lnTo>
                <a:lnTo>
                  <a:pt x="3044037" y="752741"/>
                </a:lnTo>
                <a:lnTo>
                  <a:pt x="3012605" y="804556"/>
                </a:lnTo>
                <a:lnTo>
                  <a:pt x="3012605" y="836380"/>
                </a:lnTo>
                <a:lnTo>
                  <a:pt x="2994726" y="836380"/>
                </a:lnTo>
                <a:lnTo>
                  <a:pt x="2994726" y="804556"/>
                </a:lnTo>
                <a:lnTo>
                  <a:pt x="2994745" y="804556"/>
                </a:lnTo>
                <a:close/>
                <a:moveTo>
                  <a:pt x="2892399" y="752741"/>
                </a:moveTo>
                <a:lnTo>
                  <a:pt x="2959598" y="752741"/>
                </a:lnTo>
                <a:lnTo>
                  <a:pt x="2959598" y="767943"/>
                </a:lnTo>
                <a:lnTo>
                  <a:pt x="2935128" y="767943"/>
                </a:lnTo>
                <a:lnTo>
                  <a:pt x="2935128" y="836380"/>
                </a:lnTo>
                <a:lnTo>
                  <a:pt x="2916888" y="836380"/>
                </a:lnTo>
                <a:lnTo>
                  <a:pt x="2916888" y="767943"/>
                </a:lnTo>
                <a:lnTo>
                  <a:pt x="2892399" y="767943"/>
                </a:lnTo>
                <a:close/>
                <a:moveTo>
                  <a:pt x="2866005" y="752741"/>
                </a:moveTo>
                <a:lnTo>
                  <a:pt x="2884245" y="752741"/>
                </a:lnTo>
                <a:lnTo>
                  <a:pt x="2884245" y="836380"/>
                </a:lnTo>
                <a:lnTo>
                  <a:pt x="2866005" y="836380"/>
                </a:lnTo>
                <a:close/>
                <a:moveTo>
                  <a:pt x="2801569" y="752741"/>
                </a:moveTo>
                <a:lnTo>
                  <a:pt x="2819809" y="752741"/>
                </a:lnTo>
                <a:lnTo>
                  <a:pt x="2819809" y="821179"/>
                </a:lnTo>
                <a:lnTo>
                  <a:pt x="2858205" y="821179"/>
                </a:lnTo>
                <a:lnTo>
                  <a:pt x="2858205" y="836380"/>
                </a:lnTo>
                <a:lnTo>
                  <a:pt x="2801569" y="836380"/>
                </a:lnTo>
                <a:close/>
                <a:moveTo>
                  <a:pt x="2770727" y="752741"/>
                </a:moveTo>
                <a:lnTo>
                  <a:pt x="2788967" y="752741"/>
                </a:lnTo>
                <a:lnTo>
                  <a:pt x="2788967" y="836380"/>
                </a:lnTo>
                <a:lnTo>
                  <a:pt x="2770727" y="836380"/>
                </a:lnTo>
                <a:close/>
                <a:moveTo>
                  <a:pt x="2691450" y="752741"/>
                </a:moveTo>
                <a:lnTo>
                  <a:pt x="2732588" y="752741"/>
                </a:lnTo>
                <a:cubicBezTo>
                  <a:pt x="2740513" y="752741"/>
                  <a:pt x="2746705" y="754706"/>
                  <a:pt x="2751191" y="758595"/>
                </a:cubicBezTo>
                <a:cubicBezTo>
                  <a:pt x="2755677" y="762505"/>
                  <a:pt x="2757916" y="768172"/>
                  <a:pt x="2757916" y="775595"/>
                </a:cubicBezTo>
                <a:cubicBezTo>
                  <a:pt x="2757916" y="779338"/>
                  <a:pt x="2757039" y="782746"/>
                  <a:pt x="2755277" y="785820"/>
                </a:cubicBezTo>
                <a:cubicBezTo>
                  <a:pt x="2753515" y="788893"/>
                  <a:pt x="2751124" y="791256"/>
                  <a:pt x="2748086" y="792929"/>
                </a:cubicBezTo>
                <a:cubicBezTo>
                  <a:pt x="2752239" y="794456"/>
                  <a:pt x="2755363" y="796735"/>
                  <a:pt x="2757439" y="799809"/>
                </a:cubicBezTo>
                <a:cubicBezTo>
                  <a:pt x="2759506" y="802883"/>
                  <a:pt x="2760563" y="806897"/>
                  <a:pt x="2760563" y="811832"/>
                </a:cubicBezTo>
                <a:cubicBezTo>
                  <a:pt x="2760563" y="816767"/>
                  <a:pt x="2759430" y="821221"/>
                  <a:pt x="2757144" y="824943"/>
                </a:cubicBezTo>
                <a:cubicBezTo>
                  <a:pt x="2754858" y="828644"/>
                  <a:pt x="2751734" y="831487"/>
                  <a:pt x="2747790" y="833432"/>
                </a:cubicBezTo>
                <a:cubicBezTo>
                  <a:pt x="2743828" y="835398"/>
                  <a:pt x="2739446" y="836359"/>
                  <a:pt x="2734646" y="836359"/>
                </a:cubicBezTo>
                <a:lnTo>
                  <a:pt x="2691450" y="836359"/>
                </a:lnTo>
                <a:close/>
                <a:moveTo>
                  <a:pt x="2494007" y="752741"/>
                </a:moveTo>
                <a:lnTo>
                  <a:pt x="2512038" y="752741"/>
                </a:lnTo>
                <a:lnTo>
                  <a:pt x="2537822" y="808737"/>
                </a:lnTo>
                <a:lnTo>
                  <a:pt x="2563739" y="752741"/>
                </a:lnTo>
                <a:lnTo>
                  <a:pt x="2581627" y="752741"/>
                </a:lnTo>
                <a:lnTo>
                  <a:pt x="2581627" y="836380"/>
                </a:lnTo>
                <a:lnTo>
                  <a:pt x="2564225" y="836380"/>
                </a:lnTo>
                <a:lnTo>
                  <a:pt x="2564225" y="788873"/>
                </a:lnTo>
                <a:lnTo>
                  <a:pt x="2542022" y="836380"/>
                </a:lnTo>
                <a:lnTo>
                  <a:pt x="2533612" y="836380"/>
                </a:lnTo>
                <a:lnTo>
                  <a:pt x="2511533" y="788873"/>
                </a:lnTo>
                <a:lnTo>
                  <a:pt x="2511533" y="836380"/>
                </a:lnTo>
                <a:lnTo>
                  <a:pt x="2494007" y="836380"/>
                </a:lnTo>
                <a:close/>
                <a:moveTo>
                  <a:pt x="2284075" y="752741"/>
                </a:moveTo>
                <a:lnTo>
                  <a:pt x="2301839" y="752741"/>
                </a:lnTo>
                <a:lnTo>
                  <a:pt x="2336872" y="806835"/>
                </a:lnTo>
                <a:lnTo>
                  <a:pt x="2336872" y="752741"/>
                </a:lnTo>
                <a:lnTo>
                  <a:pt x="2355112" y="752741"/>
                </a:lnTo>
                <a:lnTo>
                  <a:pt x="2355112" y="836380"/>
                </a:lnTo>
                <a:lnTo>
                  <a:pt x="2337482" y="836380"/>
                </a:lnTo>
                <a:lnTo>
                  <a:pt x="2302315" y="782286"/>
                </a:lnTo>
                <a:lnTo>
                  <a:pt x="2302315" y="836380"/>
                </a:lnTo>
                <a:lnTo>
                  <a:pt x="2284075" y="836380"/>
                </a:lnTo>
                <a:close/>
                <a:moveTo>
                  <a:pt x="2253233" y="752741"/>
                </a:moveTo>
                <a:lnTo>
                  <a:pt x="2271473" y="752741"/>
                </a:lnTo>
                <a:lnTo>
                  <a:pt x="2271473" y="836380"/>
                </a:lnTo>
                <a:lnTo>
                  <a:pt x="2253233" y="836380"/>
                </a:lnTo>
                <a:close/>
                <a:moveTo>
                  <a:pt x="2158193" y="752741"/>
                </a:moveTo>
                <a:lnTo>
                  <a:pt x="2177653" y="752741"/>
                </a:lnTo>
                <a:lnTo>
                  <a:pt x="2200694" y="812209"/>
                </a:lnTo>
                <a:lnTo>
                  <a:pt x="2223839" y="752741"/>
                </a:lnTo>
                <a:lnTo>
                  <a:pt x="2243147" y="752741"/>
                </a:lnTo>
                <a:lnTo>
                  <a:pt x="2209666" y="836380"/>
                </a:lnTo>
                <a:lnTo>
                  <a:pt x="2191778" y="836380"/>
                </a:lnTo>
                <a:close/>
                <a:moveTo>
                  <a:pt x="2129780" y="752741"/>
                </a:moveTo>
                <a:lnTo>
                  <a:pt x="2148020" y="752741"/>
                </a:lnTo>
                <a:lnTo>
                  <a:pt x="2148020" y="836380"/>
                </a:lnTo>
                <a:lnTo>
                  <a:pt x="2129780" y="836380"/>
                </a:lnTo>
                <a:close/>
                <a:moveTo>
                  <a:pt x="2052980" y="752741"/>
                </a:moveTo>
                <a:lnTo>
                  <a:pt x="2089337" y="752741"/>
                </a:lnTo>
                <a:cubicBezTo>
                  <a:pt x="2098852" y="752741"/>
                  <a:pt x="2106272" y="755125"/>
                  <a:pt x="2111597" y="759871"/>
                </a:cubicBezTo>
                <a:cubicBezTo>
                  <a:pt x="2116931" y="764617"/>
                  <a:pt x="2119588" y="771455"/>
                  <a:pt x="2119588" y="780384"/>
                </a:cubicBezTo>
                <a:cubicBezTo>
                  <a:pt x="2119588" y="786615"/>
                  <a:pt x="2118141" y="791884"/>
                  <a:pt x="2115274" y="796233"/>
                </a:cubicBezTo>
                <a:cubicBezTo>
                  <a:pt x="2112397" y="800582"/>
                  <a:pt x="2108311" y="803761"/>
                  <a:pt x="2103024" y="805747"/>
                </a:cubicBezTo>
                <a:lnTo>
                  <a:pt x="2118979" y="836380"/>
                </a:lnTo>
                <a:lnTo>
                  <a:pt x="2100262" y="836380"/>
                </a:lnTo>
                <a:lnTo>
                  <a:pt x="2085498" y="808026"/>
                </a:lnTo>
                <a:lnTo>
                  <a:pt x="2071220" y="808026"/>
                </a:lnTo>
                <a:lnTo>
                  <a:pt x="2071220" y="836380"/>
                </a:lnTo>
                <a:lnTo>
                  <a:pt x="2052980" y="836380"/>
                </a:lnTo>
                <a:close/>
                <a:moveTo>
                  <a:pt x="1968646" y="752741"/>
                </a:moveTo>
                <a:lnTo>
                  <a:pt x="1997812" y="752741"/>
                </a:lnTo>
                <a:cubicBezTo>
                  <a:pt x="2006936" y="752741"/>
                  <a:pt x="2014880" y="754414"/>
                  <a:pt x="2021691" y="757759"/>
                </a:cubicBezTo>
                <a:cubicBezTo>
                  <a:pt x="2028491" y="761104"/>
                  <a:pt x="2033730" y="765893"/>
                  <a:pt x="2037416" y="772124"/>
                </a:cubicBezTo>
                <a:cubicBezTo>
                  <a:pt x="2041112" y="778355"/>
                  <a:pt x="2042931" y="785695"/>
                  <a:pt x="2042931" y="794142"/>
                </a:cubicBezTo>
                <a:cubicBezTo>
                  <a:pt x="2042931" y="808026"/>
                  <a:pt x="2038864" y="818544"/>
                  <a:pt x="2030749" y="825675"/>
                </a:cubicBezTo>
                <a:cubicBezTo>
                  <a:pt x="2022634" y="832826"/>
                  <a:pt x="2011337" y="836380"/>
                  <a:pt x="1996850" y="836380"/>
                </a:cubicBezTo>
                <a:lnTo>
                  <a:pt x="1968646" y="836380"/>
                </a:lnTo>
                <a:close/>
                <a:moveTo>
                  <a:pt x="1859575" y="752741"/>
                </a:moveTo>
                <a:lnTo>
                  <a:pt x="1917763" y="752741"/>
                </a:lnTo>
                <a:lnTo>
                  <a:pt x="1917763" y="767943"/>
                </a:lnTo>
                <a:lnTo>
                  <a:pt x="1877796" y="767943"/>
                </a:lnTo>
                <a:lnTo>
                  <a:pt x="1877796" y="787326"/>
                </a:lnTo>
                <a:lnTo>
                  <a:pt x="1907190" y="787326"/>
                </a:lnTo>
                <a:lnTo>
                  <a:pt x="1907190" y="801921"/>
                </a:lnTo>
                <a:lnTo>
                  <a:pt x="1877796" y="801921"/>
                </a:lnTo>
                <a:lnTo>
                  <a:pt x="1877796" y="821179"/>
                </a:lnTo>
                <a:lnTo>
                  <a:pt x="1917763" y="821179"/>
                </a:lnTo>
                <a:lnTo>
                  <a:pt x="1917763" y="836380"/>
                </a:lnTo>
                <a:lnTo>
                  <a:pt x="1859575" y="836380"/>
                </a:lnTo>
                <a:close/>
                <a:moveTo>
                  <a:pt x="1782775" y="752741"/>
                </a:moveTo>
                <a:lnTo>
                  <a:pt x="1819132" y="752741"/>
                </a:lnTo>
                <a:cubicBezTo>
                  <a:pt x="1828647" y="752741"/>
                  <a:pt x="1836067" y="755125"/>
                  <a:pt x="1841392" y="759871"/>
                </a:cubicBezTo>
                <a:cubicBezTo>
                  <a:pt x="1846726" y="764617"/>
                  <a:pt x="1849383" y="771455"/>
                  <a:pt x="1849383" y="780384"/>
                </a:cubicBezTo>
                <a:cubicBezTo>
                  <a:pt x="1849383" y="786615"/>
                  <a:pt x="1847936" y="791884"/>
                  <a:pt x="1845068" y="796233"/>
                </a:cubicBezTo>
                <a:cubicBezTo>
                  <a:pt x="1842192" y="800582"/>
                  <a:pt x="1838106" y="803761"/>
                  <a:pt x="1832819" y="805747"/>
                </a:cubicBezTo>
                <a:lnTo>
                  <a:pt x="1848774" y="836380"/>
                </a:lnTo>
                <a:lnTo>
                  <a:pt x="1830057" y="836380"/>
                </a:lnTo>
                <a:lnTo>
                  <a:pt x="1815293" y="808026"/>
                </a:lnTo>
                <a:lnTo>
                  <a:pt x="1801015" y="808026"/>
                </a:lnTo>
                <a:lnTo>
                  <a:pt x="1801015" y="836380"/>
                </a:lnTo>
                <a:lnTo>
                  <a:pt x="1782775" y="836380"/>
                </a:lnTo>
                <a:close/>
                <a:moveTo>
                  <a:pt x="1721376" y="752741"/>
                </a:moveTo>
                <a:lnTo>
                  <a:pt x="1739245" y="752741"/>
                </a:lnTo>
                <a:lnTo>
                  <a:pt x="1772725" y="836380"/>
                </a:lnTo>
                <a:lnTo>
                  <a:pt x="1754133" y="836380"/>
                </a:lnTo>
                <a:lnTo>
                  <a:pt x="1746941" y="818189"/>
                </a:lnTo>
                <a:lnTo>
                  <a:pt x="1713709" y="818189"/>
                </a:lnTo>
                <a:lnTo>
                  <a:pt x="1706517" y="836380"/>
                </a:lnTo>
                <a:lnTo>
                  <a:pt x="1687791" y="836380"/>
                </a:lnTo>
                <a:close/>
                <a:moveTo>
                  <a:pt x="1581216" y="752741"/>
                </a:moveTo>
                <a:lnTo>
                  <a:pt x="1600418" y="752741"/>
                </a:lnTo>
                <a:lnTo>
                  <a:pt x="1615411" y="806835"/>
                </a:lnTo>
                <a:lnTo>
                  <a:pt x="1630174" y="752741"/>
                </a:lnTo>
                <a:lnTo>
                  <a:pt x="1644224" y="752741"/>
                </a:lnTo>
                <a:lnTo>
                  <a:pt x="1658502" y="806835"/>
                </a:lnTo>
                <a:lnTo>
                  <a:pt x="1673494" y="752741"/>
                </a:lnTo>
                <a:lnTo>
                  <a:pt x="1692573" y="752741"/>
                </a:lnTo>
                <a:lnTo>
                  <a:pt x="1669046" y="836380"/>
                </a:lnTo>
                <a:lnTo>
                  <a:pt x="1651891" y="836380"/>
                </a:lnTo>
                <a:lnTo>
                  <a:pt x="1636899" y="783374"/>
                </a:lnTo>
                <a:lnTo>
                  <a:pt x="1622011" y="836380"/>
                </a:lnTo>
                <a:lnTo>
                  <a:pt x="1604733" y="836380"/>
                </a:lnTo>
                <a:close/>
                <a:moveTo>
                  <a:pt x="1510179" y="752741"/>
                </a:moveTo>
                <a:lnTo>
                  <a:pt x="1577378" y="752741"/>
                </a:lnTo>
                <a:lnTo>
                  <a:pt x="1577378" y="767943"/>
                </a:lnTo>
                <a:lnTo>
                  <a:pt x="1552908" y="767943"/>
                </a:lnTo>
                <a:lnTo>
                  <a:pt x="1552908" y="836380"/>
                </a:lnTo>
                <a:lnTo>
                  <a:pt x="1534668" y="836380"/>
                </a:lnTo>
                <a:lnTo>
                  <a:pt x="1534668" y="767943"/>
                </a:lnTo>
                <a:lnTo>
                  <a:pt x="1510179" y="767943"/>
                </a:lnTo>
                <a:close/>
                <a:moveTo>
                  <a:pt x="1448742" y="752741"/>
                </a:moveTo>
                <a:lnTo>
                  <a:pt x="1506921" y="752741"/>
                </a:lnTo>
                <a:lnTo>
                  <a:pt x="1506921" y="768068"/>
                </a:lnTo>
                <a:lnTo>
                  <a:pt x="1466963" y="768068"/>
                </a:lnTo>
                <a:lnTo>
                  <a:pt x="1466963" y="787576"/>
                </a:lnTo>
                <a:lnTo>
                  <a:pt x="1496358" y="787576"/>
                </a:lnTo>
                <a:lnTo>
                  <a:pt x="1496358" y="801586"/>
                </a:lnTo>
                <a:lnTo>
                  <a:pt x="1466963" y="801586"/>
                </a:lnTo>
                <a:lnTo>
                  <a:pt x="1466963" y="836402"/>
                </a:lnTo>
                <a:lnTo>
                  <a:pt x="1448723" y="836402"/>
                </a:lnTo>
                <a:lnTo>
                  <a:pt x="1448723" y="752762"/>
                </a:lnTo>
                <a:close/>
                <a:moveTo>
                  <a:pt x="2691450" y="752719"/>
                </a:moveTo>
                <a:lnTo>
                  <a:pt x="2691450" y="752741"/>
                </a:lnTo>
                <a:lnTo>
                  <a:pt x="2691431" y="752741"/>
                </a:lnTo>
                <a:close/>
                <a:moveTo>
                  <a:pt x="2636710" y="750984"/>
                </a:moveTo>
                <a:cubicBezTo>
                  <a:pt x="2645092" y="750984"/>
                  <a:pt x="2652684" y="752823"/>
                  <a:pt x="2659437" y="756483"/>
                </a:cubicBezTo>
                <a:cubicBezTo>
                  <a:pt x="2666190" y="760142"/>
                  <a:pt x="2671534" y="765307"/>
                  <a:pt x="2675458" y="771914"/>
                </a:cubicBezTo>
                <a:cubicBezTo>
                  <a:pt x="2679373" y="778543"/>
                  <a:pt x="2681325" y="786112"/>
                  <a:pt x="2681325" y="794644"/>
                </a:cubicBezTo>
                <a:cubicBezTo>
                  <a:pt x="2681325" y="803175"/>
                  <a:pt x="2679354" y="810745"/>
                  <a:pt x="2675458" y="817310"/>
                </a:cubicBezTo>
                <a:cubicBezTo>
                  <a:pt x="2671534" y="823897"/>
                  <a:pt x="2666190" y="829019"/>
                  <a:pt x="2659437" y="832679"/>
                </a:cubicBezTo>
                <a:cubicBezTo>
                  <a:pt x="2652684" y="836359"/>
                  <a:pt x="2645092" y="838178"/>
                  <a:pt x="2636710" y="838178"/>
                </a:cubicBezTo>
                <a:cubicBezTo>
                  <a:pt x="2628319" y="838178"/>
                  <a:pt x="2620689" y="836338"/>
                  <a:pt x="2613850" y="832679"/>
                </a:cubicBezTo>
                <a:cubicBezTo>
                  <a:pt x="2607021" y="829019"/>
                  <a:pt x="2601630" y="823876"/>
                  <a:pt x="2597705" y="817310"/>
                </a:cubicBezTo>
                <a:cubicBezTo>
                  <a:pt x="2593790" y="810723"/>
                  <a:pt x="2591838" y="803175"/>
                  <a:pt x="2591838" y="794644"/>
                </a:cubicBezTo>
                <a:cubicBezTo>
                  <a:pt x="2591838" y="786112"/>
                  <a:pt x="2593790" y="778522"/>
                  <a:pt x="2597705" y="771914"/>
                </a:cubicBezTo>
                <a:cubicBezTo>
                  <a:pt x="2601630" y="765286"/>
                  <a:pt x="2606992" y="760142"/>
                  <a:pt x="2613850" y="756483"/>
                </a:cubicBezTo>
                <a:cubicBezTo>
                  <a:pt x="2620708" y="752823"/>
                  <a:pt x="2628319" y="750984"/>
                  <a:pt x="2636710" y="750984"/>
                </a:cubicBezTo>
                <a:close/>
                <a:moveTo>
                  <a:pt x="1394021" y="750984"/>
                </a:moveTo>
                <a:cubicBezTo>
                  <a:pt x="1402403" y="750984"/>
                  <a:pt x="1409995" y="752823"/>
                  <a:pt x="1416748" y="756483"/>
                </a:cubicBezTo>
                <a:cubicBezTo>
                  <a:pt x="1423501" y="760142"/>
                  <a:pt x="1428845" y="765307"/>
                  <a:pt x="1432769" y="771914"/>
                </a:cubicBezTo>
                <a:cubicBezTo>
                  <a:pt x="1436684" y="778543"/>
                  <a:pt x="1438636" y="786112"/>
                  <a:pt x="1438636" y="794644"/>
                </a:cubicBezTo>
                <a:cubicBezTo>
                  <a:pt x="1438636" y="803175"/>
                  <a:pt x="1436665" y="810745"/>
                  <a:pt x="1432769" y="817310"/>
                </a:cubicBezTo>
                <a:cubicBezTo>
                  <a:pt x="1428845" y="823897"/>
                  <a:pt x="1423501" y="829019"/>
                  <a:pt x="1416748" y="832679"/>
                </a:cubicBezTo>
                <a:cubicBezTo>
                  <a:pt x="1409995" y="836359"/>
                  <a:pt x="1402403" y="838178"/>
                  <a:pt x="1394021" y="838178"/>
                </a:cubicBezTo>
                <a:cubicBezTo>
                  <a:pt x="1385630" y="838178"/>
                  <a:pt x="1378000" y="836338"/>
                  <a:pt x="1371161" y="832679"/>
                </a:cubicBezTo>
                <a:cubicBezTo>
                  <a:pt x="1364322" y="829019"/>
                  <a:pt x="1358941" y="823876"/>
                  <a:pt x="1355016" y="817310"/>
                </a:cubicBezTo>
                <a:cubicBezTo>
                  <a:pt x="1351092" y="810723"/>
                  <a:pt x="1349149" y="803175"/>
                  <a:pt x="1349149" y="794644"/>
                </a:cubicBezTo>
                <a:cubicBezTo>
                  <a:pt x="1349149" y="786112"/>
                  <a:pt x="1351092" y="778522"/>
                  <a:pt x="1355016" y="771914"/>
                </a:cubicBezTo>
                <a:cubicBezTo>
                  <a:pt x="1358941" y="765286"/>
                  <a:pt x="1364303" y="760142"/>
                  <a:pt x="1371161" y="756483"/>
                </a:cubicBezTo>
                <a:cubicBezTo>
                  <a:pt x="1378019" y="752823"/>
                  <a:pt x="1385630" y="750984"/>
                  <a:pt x="1394021" y="750984"/>
                </a:cubicBezTo>
                <a:close/>
                <a:moveTo>
                  <a:pt x="1312306" y="750965"/>
                </a:moveTo>
                <a:cubicBezTo>
                  <a:pt x="1317278" y="750965"/>
                  <a:pt x="1321660" y="751362"/>
                  <a:pt x="1325498" y="752156"/>
                </a:cubicBezTo>
                <a:cubicBezTo>
                  <a:pt x="1329337" y="752951"/>
                  <a:pt x="1333090" y="754185"/>
                  <a:pt x="1336776" y="755858"/>
                </a:cubicBezTo>
                <a:lnTo>
                  <a:pt x="1336776" y="771414"/>
                </a:lnTo>
                <a:cubicBezTo>
                  <a:pt x="1329727" y="767901"/>
                  <a:pt x="1322688" y="766145"/>
                  <a:pt x="1315659" y="766145"/>
                </a:cubicBezTo>
                <a:cubicBezTo>
                  <a:pt x="1311173" y="766145"/>
                  <a:pt x="1307648" y="766919"/>
                  <a:pt x="1305096" y="768487"/>
                </a:cubicBezTo>
                <a:cubicBezTo>
                  <a:pt x="1302533" y="770035"/>
                  <a:pt x="1301257" y="772251"/>
                  <a:pt x="1301257" y="775136"/>
                </a:cubicBezTo>
                <a:cubicBezTo>
                  <a:pt x="1301257" y="777206"/>
                  <a:pt x="1301867" y="778921"/>
                  <a:pt x="1303057" y="780280"/>
                </a:cubicBezTo>
                <a:cubicBezTo>
                  <a:pt x="1304257" y="781639"/>
                  <a:pt x="1305934" y="782832"/>
                  <a:pt x="1308096" y="783877"/>
                </a:cubicBezTo>
                <a:cubicBezTo>
                  <a:pt x="1310249" y="784923"/>
                  <a:pt x="1313773" y="786427"/>
                  <a:pt x="1318659" y="788415"/>
                </a:cubicBezTo>
                <a:cubicBezTo>
                  <a:pt x="1324346" y="790798"/>
                  <a:pt x="1328784" y="793098"/>
                  <a:pt x="1331975" y="795294"/>
                </a:cubicBezTo>
                <a:cubicBezTo>
                  <a:pt x="1335185" y="797489"/>
                  <a:pt x="1337528" y="800083"/>
                  <a:pt x="1339062" y="803072"/>
                </a:cubicBezTo>
                <a:cubicBezTo>
                  <a:pt x="1340567" y="806062"/>
                  <a:pt x="1341348" y="809763"/>
                  <a:pt x="1341348" y="814133"/>
                </a:cubicBezTo>
                <a:cubicBezTo>
                  <a:pt x="1341348" y="821703"/>
                  <a:pt x="1338605" y="827621"/>
                  <a:pt x="1333128" y="831845"/>
                </a:cubicBezTo>
                <a:cubicBezTo>
                  <a:pt x="1327651" y="836069"/>
                  <a:pt x="1319478" y="838180"/>
                  <a:pt x="1308591" y="838180"/>
                </a:cubicBezTo>
                <a:cubicBezTo>
                  <a:pt x="1303477" y="838180"/>
                  <a:pt x="1298409" y="837699"/>
                  <a:pt x="1293351" y="836737"/>
                </a:cubicBezTo>
                <a:cubicBezTo>
                  <a:pt x="1288322" y="835776"/>
                  <a:pt x="1284188" y="834500"/>
                  <a:pt x="1281007" y="832911"/>
                </a:cubicBezTo>
                <a:lnTo>
                  <a:pt x="1281007" y="816873"/>
                </a:lnTo>
                <a:cubicBezTo>
                  <a:pt x="1285236" y="818943"/>
                  <a:pt x="1289637" y="820511"/>
                  <a:pt x="1294190" y="821536"/>
                </a:cubicBezTo>
                <a:cubicBezTo>
                  <a:pt x="1298743" y="822581"/>
                  <a:pt x="1303105" y="823083"/>
                  <a:pt x="1307277" y="823083"/>
                </a:cubicBezTo>
                <a:cubicBezTo>
                  <a:pt x="1311906" y="823083"/>
                  <a:pt x="1315430" y="822288"/>
                  <a:pt x="1317840" y="820700"/>
                </a:cubicBezTo>
                <a:cubicBezTo>
                  <a:pt x="1320231" y="819111"/>
                  <a:pt x="1321450" y="816873"/>
                  <a:pt x="1321450" y="814008"/>
                </a:cubicBezTo>
                <a:cubicBezTo>
                  <a:pt x="1321450" y="811938"/>
                  <a:pt x="1320841" y="810182"/>
                  <a:pt x="1319650" y="808739"/>
                </a:cubicBezTo>
                <a:cubicBezTo>
                  <a:pt x="1318450" y="807296"/>
                  <a:pt x="1316707" y="806000"/>
                  <a:pt x="1314421" y="804850"/>
                </a:cubicBezTo>
                <a:cubicBezTo>
                  <a:pt x="1312135" y="803700"/>
                  <a:pt x="1308639" y="802153"/>
                  <a:pt x="1303924" y="800249"/>
                </a:cubicBezTo>
                <a:cubicBezTo>
                  <a:pt x="1296076" y="797050"/>
                  <a:pt x="1290399" y="793496"/>
                  <a:pt x="1286874" y="789544"/>
                </a:cubicBezTo>
                <a:cubicBezTo>
                  <a:pt x="1283350" y="785591"/>
                  <a:pt x="1281588" y="780719"/>
                  <a:pt x="1281588" y="774886"/>
                </a:cubicBezTo>
                <a:cubicBezTo>
                  <a:pt x="1281588" y="770181"/>
                  <a:pt x="1282864" y="766020"/>
                  <a:pt x="1285427" y="762382"/>
                </a:cubicBezTo>
                <a:cubicBezTo>
                  <a:pt x="1287989" y="758743"/>
                  <a:pt x="1291589" y="755941"/>
                  <a:pt x="1296228" y="753954"/>
                </a:cubicBezTo>
                <a:cubicBezTo>
                  <a:pt x="1300857" y="751968"/>
                  <a:pt x="1306229" y="750965"/>
                  <a:pt x="1312306" y="750965"/>
                </a:cubicBezTo>
                <a:close/>
                <a:moveTo>
                  <a:pt x="2410530" y="750942"/>
                </a:moveTo>
                <a:cubicBezTo>
                  <a:pt x="2416616" y="750942"/>
                  <a:pt x="2421979" y="751569"/>
                  <a:pt x="2426674" y="752803"/>
                </a:cubicBezTo>
                <a:cubicBezTo>
                  <a:pt x="2431351" y="754037"/>
                  <a:pt x="2435647" y="755982"/>
                  <a:pt x="2439571" y="758616"/>
                </a:cubicBezTo>
                <a:lnTo>
                  <a:pt x="2439571" y="775971"/>
                </a:lnTo>
                <a:cubicBezTo>
                  <a:pt x="2436047" y="773106"/>
                  <a:pt x="2432027" y="770995"/>
                  <a:pt x="2427513" y="769699"/>
                </a:cubicBezTo>
                <a:cubicBezTo>
                  <a:pt x="2422988" y="768381"/>
                  <a:pt x="2417845" y="767733"/>
                  <a:pt x="2412101" y="767733"/>
                </a:cubicBezTo>
                <a:cubicBezTo>
                  <a:pt x="2406738" y="767733"/>
                  <a:pt x="2401938" y="768820"/>
                  <a:pt x="2397633" y="771015"/>
                </a:cubicBezTo>
                <a:cubicBezTo>
                  <a:pt x="2393356" y="773212"/>
                  <a:pt x="2389984" y="776348"/>
                  <a:pt x="2387508" y="780404"/>
                </a:cubicBezTo>
                <a:cubicBezTo>
                  <a:pt x="2385031" y="784482"/>
                  <a:pt x="2383802" y="789228"/>
                  <a:pt x="2383802" y="794644"/>
                </a:cubicBezTo>
                <a:cubicBezTo>
                  <a:pt x="2383802" y="800060"/>
                  <a:pt x="2384926" y="804953"/>
                  <a:pt x="2387212" y="809072"/>
                </a:cubicBezTo>
                <a:cubicBezTo>
                  <a:pt x="2389498" y="813191"/>
                  <a:pt x="2392708" y="816349"/>
                  <a:pt x="2396880" y="818586"/>
                </a:cubicBezTo>
                <a:cubicBezTo>
                  <a:pt x="2401052" y="820823"/>
                  <a:pt x="2405834" y="821932"/>
                  <a:pt x="2411282" y="821932"/>
                </a:cubicBezTo>
                <a:cubicBezTo>
                  <a:pt x="2416254" y="821932"/>
                  <a:pt x="2420550" y="821053"/>
                  <a:pt x="2424246" y="819297"/>
                </a:cubicBezTo>
                <a:lnTo>
                  <a:pt x="2424246" y="803134"/>
                </a:lnTo>
                <a:lnTo>
                  <a:pt x="2410682" y="803134"/>
                </a:lnTo>
                <a:lnTo>
                  <a:pt x="2410682" y="789730"/>
                </a:lnTo>
                <a:lnTo>
                  <a:pt x="2441876" y="789730"/>
                </a:lnTo>
                <a:lnTo>
                  <a:pt x="2441876" y="830065"/>
                </a:lnTo>
                <a:cubicBezTo>
                  <a:pt x="2433952" y="835482"/>
                  <a:pt x="2423512" y="838200"/>
                  <a:pt x="2410549" y="838200"/>
                </a:cubicBezTo>
                <a:cubicBezTo>
                  <a:pt x="2401595" y="838200"/>
                  <a:pt x="2393670" y="836422"/>
                  <a:pt x="2386793" y="832868"/>
                </a:cubicBezTo>
                <a:lnTo>
                  <a:pt x="2386774" y="832846"/>
                </a:lnTo>
                <a:cubicBezTo>
                  <a:pt x="2379897" y="829292"/>
                  <a:pt x="2374573" y="824252"/>
                  <a:pt x="2370820" y="817708"/>
                </a:cubicBezTo>
                <a:cubicBezTo>
                  <a:pt x="2367067" y="811163"/>
                  <a:pt x="2365181" y="803468"/>
                  <a:pt x="2365181" y="794624"/>
                </a:cubicBezTo>
                <a:cubicBezTo>
                  <a:pt x="2365181" y="785778"/>
                  <a:pt x="2367067" y="778041"/>
                  <a:pt x="2370820" y="771476"/>
                </a:cubicBezTo>
                <a:cubicBezTo>
                  <a:pt x="2374573" y="764910"/>
                  <a:pt x="2379897" y="759829"/>
                  <a:pt x="2386774" y="756274"/>
                </a:cubicBezTo>
                <a:cubicBezTo>
                  <a:pt x="2393651" y="752719"/>
                  <a:pt x="2401576" y="750942"/>
                  <a:pt x="2410530" y="750942"/>
                </a:cubicBezTo>
                <a:close/>
                <a:moveTo>
                  <a:pt x="38818" y="742515"/>
                </a:moveTo>
                <a:lnTo>
                  <a:pt x="38822" y="742527"/>
                </a:lnTo>
                <a:lnTo>
                  <a:pt x="38818" y="742536"/>
                </a:lnTo>
                <a:close/>
                <a:moveTo>
                  <a:pt x="456618" y="347523"/>
                </a:moveTo>
                <a:cubicBezTo>
                  <a:pt x="491628" y="352476"/>
                  <a:pt x="524746" y="370150"/>
                  <a:pt x="548428" y="399215"/>
                </a:cubicBezTo>
                <a:cubicBezTo>
                  <a:pt x="548595" y="399403"/>
                  <a:pt x="548742" y="399612"/>
                  <a:pt x="548910" y="399800"/>
                </a:cubicBezTo>
                <a:cubicBezTo>
                  <a:pt x="550944" y="402330"/>
                  <a:pt x="552873" y="404923"/>
                  <a:pt x="554760" y="407579"/>
                </a:cubicBezTo>
                <a:cubicBezTo>
                  <a:pt x="556856" y="410568"/>
                  <a:pt x="558828" y="413622"/>
                  <a:pt x="560694" y="416716"/>
                </a:cubicBezTo>
                <a:cubicBezTo>
                  <a:pt x="560778" y="416862"/>
                  <a:pt x="560882" y="417009"/>
                  <a:pt x="560966" y="417176"/>
                </a:cubicBezTo>
                <a:cubicBezTo>
                  <a:pt x="619612" y="515537"/>
                  <a:pt x="560568" y="667490"/>
                  <a:pt x="424406" y="762526"/>
                </a:cubicBezTo>
                <a:cubicBezTo>
                  <a:pt x="284114" y="860447"/>
                  <a:pt x="114950" y="861012"/>
                  <a:pt x="45926" y="763969"/>
                </a:cubicBezTo>
                <a:cubicBezTo>
                  <a:pt x="45737" y="763718"/>
                  <a:pt x="45548" y="763446"/>
                  <a:pt x="45360" y="763174"/>
                </a:cubicBezTo>
                <a:cubicBezTo>
                  <a:pt x="45150" y="762860"/>
                  <a:pt x="44920" y="762546"/>
                  <a:pt x="44710" y="762233"/>
                </a:cubicBezTo>
                <a:lnTo>
                  <a:pt x="38822" y="742527"/>
                </a:lnTo>
                <a:lnTo>
                  <a:pt x="49407" y="717047"/>
                </a:lnTo>
                <a:cubicBezTo>
                  <a:pt x="55949" y="710523"/>
                  <a:pt x="64986" y="706487"/>
                  <a:pt x="74966" y="706487"/>
                </a:cubicBezTo>
                <a:cubicBezTo>
                  <a:pt x="194185" y="706487"/>
                  <a:pt x="290929" y="610531"/>
                  <a:pt x="291788" y="491846"/>
                </a:cubicBezTo>
                <a:cubicBezTo>
                  <a:pt x="291788" y="491323"/>
                  <a:pt x="291788" y="490779"/>
                  <a:pt x="291788" y="490257"/>
                </a:cubicBezTo>
                <a:cubicBezTo>
                  <a:pt x="291788" y="489734"/>
                  <a:pt x="291788" y="489232"/>
                  <a:pt x="291788" y="488730"/>
                </a:cubicBezTo>
                <a:cubicBezTo>
                  <a:pt x="292292" y="443857"/>
                  <a:pt x="313762" y="399863"/>
                  <a:pt x="353453" y="372157"/>
                </a:cubicBezTo>
                <a:cubicBezTo>
                  <a:pt x="384705" y="350338"/>
                  <a:pt x="421608" y="342570"/>
                  <a:pt x="456618" y="347523"/>
                </a:cubicBezTo>
                <a:close/>
                <a:moveTo>
                  <a:pt x="2823648" y="300039"/>
                </a:moveTo>
                <a:cubicBezTo>
                  <a:pt x="2802054" y="300039"/>
                  <a:pt x="2781842" y="304932"/>
                  <a:pt x="2764250" y="314697"/>
                </a:cubicBezTo>
                <a:cubicBezTo>
                  <a:pt x="2746638" y="324483"/>
                  <a:pt x="2732760" y="338242"/>
                  <a:pt x="2722549" y="355974"/>
                </a:cubicBezTo>
                <a:cubicBezTo>
                  <a:pt x="2712357" y="373726"/>
                  <a:pt x="2707262" y="394573"/>
                  <a:pt x="2707262" y="418494"/>
                </a:cubicBezTo>
                <a:cubicBezTo>
                  <a:pt x="2707262" y="442416"/>
                  <a:pt x="2712357" y="463367"/>
                  <a:pt x="2722549" y="481308"/>
                </a:cubicBezTo>
                <a:cubicBezTo>
                  <a:pt x="2732760" y="499249"/>
                  <a:pt x="2746743" y="513007"/>
                  <a:pt x="2764545" y="522584"/>
                </a:cubicBezTo>
                <a:cubicBezTo>
                  <a:pt x="2782347" y="532161"/>
                  <a:pt x="2802035" y="536950"/>
                  <a:pt x="2823629" y="536950"/>
                </a:cubicBezTo>
                <a:cubicBezTo>
                  <a:pt x="2845222" y="536950"/>
                  <a:pt x="2864224" y="532161"/>
                  <a:pt x="2881817" y="522584"/>
                </a:cubicBezTo>
                <a:lnTo>
                  <a:pt x="2881836" y="522584"/>
                </a:lnTo>
                <a:cubicBezTo>
                  <a:pt x="2899429" y="513007"/>
                  <a:pt x="2913430" y="499249"/>
                  <a:pt x="2923831" y="481308"/>
                </a:cubicBezTo>
                <a:cubicBezTo>
                  <a:pt x="2934233" y="463367"/>
                  <a:pt x="2939433" y="442416"/>
                  <a:pt x="2939433" y="418494"/>
                </a:cubicBezTo>
                <a:cubicBezTo>
                  <a:pt x="2939433" y="394573"/>
                  <a:pt x="2934337" y="373726"/>
                  <a:pt x="2924127" y="355974"/>
                </a:cubicBezTo>
                <a:cubicBezTo>
                  <a:pt x="2913935" y="338221"/>
                  <a:pt x="2900038" y="324462"/>
                  <a:pt x="2882445" y="314697"/>
                </a:cubicBezTo>
                <a:cubicBezTo>
                  <a:pt x="2864834" y="304932"/>
                  <a:pt x="2845250" y="300039"/>
                  <a:pt x="2823648" y="300039"/>
                </a:cubicBezTo>
                <a:close/>
                <a:moveTo>
                  <a:pt x="1461821" y="300039"/>
                </a:moveTo>
                <a:cubicBezTo>
                  <a:pt x="1440227" y="300039"/>
                  <a:pt x="1420015" y="304932"/>
                  <a:pt x="1402423" y="314697"/>
                </a:cubicBezTo>
                <a:cubicBezTo>
                  <a:pt x="1384811" y="324483"/>
                  <a:pt x="1370933" y="338242"/>
                  <a:pt x="1360722" y="355974"/>
                </a:cubicBezTo>
                <a:cubicBezTo>
                  <a:pt x="1350530" y="373726"/>
                  <a:pt x="1345435" y="394573"/>
                  <a:pt x="1345435" y="418494"/>
                </a:cubicBezTo>
                <a:cubicBezTo>
                  <a:pt x="1345435" y="442416"/>
                  <a:pt x="1350530" y="463367"/>
                  <a:pt x="1360722" y="481308"/>
                </a:cubicBezTo>
                <a:cubicBezTo>
                  <a:pt x="1370933" y="499249"/>
                  <a:pt x="1384916" y="513007"/>
                  <a:pt x="1402718" y="522584"/>
                </a:cubicBezTo>
                <a:cubicBezTo>
                  <a:pt x="1420520" y="532161"/>
                  <a:pt x="1440208" y="536950"/>
                  <a:pt x="1461802" y="536950"/>
                </a:cubicBezTo>
                <a:cubicBezTo>
                  <a:pt x="1483404" y="536950"/>
                  <a:pt x="1502397" y="532161"/>
                  <a:pt x="1519990" y="522584"/>
                </a:cubicBezTo>
                <a:lnTo>
                  <a:pt x="1520009" y="522584"/>
                </a:lnTo>
                <a:cubicBezTo>
                  <a:pt x="1537601" y="513007"/>
                  <a:pt x="1551603" y="499249"/>
                  <a:pt x="1562005" y="481308"/>
                </a:cubicBezTo>
                <a:cubicBezTo>
                  <a:pt x="1572406" y="463367"/>
                  <a:pt x="1577607" y="442416"/>
                  <a:pt x="1577607" y="418494"/>
                </a:cubicBezTo>
                <a:cubicBezTo>
                  <a:pt x="1577607" y="394573"/>
                  <a:pt x="1572511" y="373726"/>
                  <a:pt x="1562300" y="355974"/>
                </a:cubicBezTo>
                <a:cubicBezTo>
                  <a:pt x="1552108" y="338221"/>
                  <a:pt x="1538211" y="324462"/>
                  <a:pt x="1520618" y="314697"/>
                </a:cubicBezTo>
                <a:cubicBezTo>
                  <a:pt x="1503007" y="304932"/>
                  <a:pt x="1483423" y="300039"/>
                  <a:pt x="1461821" y="300039"/>
                </a:cubicBezTo>
                <a:close/>
                <a:moveTo>
                  <a:pt x="2055742" y="209080"/>
                </a:moveTo>
                <a:lnTo>
                  <a:pt x="2161927" y="209080"/>
                </a:lnTo>
                <a:lnTo>
                  <a:pt x="2161927" y="627280"/>
                </a:lnTo>
                <a:lnTo>
                  <a:pt x="2055742" y="627280"/>
                </a:lnTo>
                <a:close/>
                <a:moveTo>
                  <a:pt x="1728168" y="209080"/>
                </a:moveTo>
                <a:lnTo>
                  <a:pt x="2025739" y="209080"/>
                </a:lnTo>
                <a:lnTo>
                  <a:pt x="2025739" y="298219"/>
                </a:lnTo>
                <a:lnTo>
                  <a:pt x="1834353" y="298219"/>
                </a:lnTo>
                <a:lnTo>
                  <a:pt x="1834353" y="376590"/>
                </a:lnTo>
                <a:lnTo>
                  <a:pt x="1974142" y="376590"/>
                </a:lnTo>
                <a:lnTo>
                  <a:pt x="1974142" y="459749"/>
                </a:lnTo>
                <a:lnTo>
                  <a:pt x="1834353" y="459749"/>
                </a:lnTo>
                <a:lnTo>
                  <a:pt x="1834353" y="627280"/>
                </a:lnTo>
                <a:lnTo>
                  <a:pt x="1728168" y="627280"/>
                </a:lnTo>
                <a:close/>
                <a:moveTo>
                  <a:pt x="1056236" y="200131"/>
                </a:moveTo>
                <a:cubicBezTo>
                  <a:pt x="1081839" y="200131"/>
                  <a:pt x="1104623" y="202139"/>
                  <a:pt x="1124625" y="206111"/>
                </a:cubicBezTo>
                <a:cubicBezTo>
                  <a:pt x="1144628" y="210106"/>
                  <a:pt x="1163821" y="216483"/>
                  <a:pt x="1182223" y="225266"/>
                </a:cubicBezTo>
                <a:lnTo>
                  <a:pt x="1182223" y="318001"/>
                </a:lnTo>
                <a:cubicBezTo>
                  <a:pt x="1147019" y="299663"/>
                  <a:pt x="1111633" y="290483"/>
                  <a:pt x="1076048" y="290483"/>
                </a:cubicBezTo>
                <a:cubicBezTo>
                  <a:pt x="1056846" y="290483"/>
                  <a:pt x="1041558" y="293578"/>
                  <a:pt x="1030147" y="299768"/>
                </a:cubicBezTo>
                <a:cubicBezTo>
                  <a:pt x="1018746" y="305957"/>
                  <a:pt x="1013059" y="314823"/>
                  <a:pt x="1013059" y="326386"/>
                </a:cubicBezTo>
                <a:cubicBezTo>
                  <a:pt x="1013059" y="337949"/>
                  <a:pt x="1018850" y="347317"/>
                  <a:pt x="1030461" y="354510"/>
                </a:cubicBezTo>
                <a:cubicBezTo>
                  <a:pt x="1042063" y="361682"/>
                  <a:pt x="1063465" y="371468"/>
                  <a:pt x="1094669" y="383826"/>
                </a:cubicBezTo>
                <a:cubicBezTo>
                  <a:pt x="1123054" y="395389"/>
                  <a:pt x="1145152" y="406764"/>
                  <a:pt x="1160963" y="417930"/>
                </a:cubicBezTo>
                <a:cubicBezTo>
                  <a:pt x="1176756" y="429096"/>
                  <a:pt x="1188262" y="442060"/>
                  <a:pt x="1195453" y="456823"/>
                </a:cubicBezTo>
                <a:cubicBezTo>
                  <a:pt x="1202645" y="471585"/>
                  <a:pt x="1206255" y="490321"/>
                  <a:pt x="1206255" y="513071"/>
                </a:cubicBezTo>
                <a:cubicBezTo>
                  <a:pt x="1206255" y="551754"/>
                  <a:pt x="1192167" y="581969"/>
                  <a:pt x="1163964" y="603715"/>
                </a:cubicBezTo>
                <a:cubicBezTo>
                  <a:pt x="1135760" y="625462"/>
                  <a:pt x="1093660" y="636314"/>
                  <a:pt x="1037681" y="636314"/>
                </a:cubicBezTo>
                <a:cubicBezTo>
                  <a:pt x="1011278" y="636314"/>
                  <a:pt x="985075" y="633826"/>
                  <a:pt x="959090" y="628828"/>
                </a:cubicBezTo>
                <a:lnTo>
                  <a:pt x="959090" y="628766"/>
                </a:lnTo>
                <a:cubicBezTo>
                  <a:pt x="933093" y="623789"/>
                  <a:pt x="911706" y="616910"/>
                  <a:pt x="894890" y="608127"/>
                </a:cubicBezTo>
                <a:lnTo>
                  <a:pt x="894890" y="513008"/>
                </a:lnTo>
                <a:cubicBezTo>
                  <a:pt x="916487" y="524173"/>
                  <a:pt x="938984" y="532558"/>
                  <a:pt x="962386" y="538141"/>
                </a:cubicBezTo>
                <a:cubicBezTo>
                  <a:pt x="985780" y="543724"/>
                  <a:pt x="1008068" y="546526"/>
                  <a:pt x="1029271" y="546526"/>
                </a:cubicBezTo>
                <a:cubicBezTo>
                  <a:pt x="1048854" y="546526"/>
                  <a:pt x="1063656" y="543536"/>
                  <a:pt x="1073657" y="537556"/>
                </a:cubicBezTo>
                <a:cubicBezTo>
                  <a:pt x="1083658" y="531576"/>
                  <a:pt x="1088649" y="523003"/>
                  <a:pt x="1088649" y="511837"/>
                </a:cubicBezTo>
                <a:cubicBezTo>
                  <a:pt x="1088649" y="503452"/>
                  <a:pt x="1085944" y="496196"/>
                  <a:pt x="1080553" y="490007"/>
                </a:cubicBezTo>
                <a:cubicBezTo>
                  <a:pt x="1075143" y="483817"/>
                  <a:pt x="1067237" y="478151"/>
                  <a:pt x="1056865" y="472965"/>
                </a:cubicBezTo>
                <a:cubicBezTo>
                  <a:pt x="1046463" y="467780"/>
                  <a:pt x="1030252" y="460607"/>
                  <a:pt x="1008258" y="451428"/>
                </a:cubicBezTo>
                <a:cubicBezTo>
                  <a:pt x="969454" y="435077"/>
                  <a:pt x="941270" y="416926"/>
                  <a:pt x="923678" y="396978"/>
                </a:cubicBezTo>
                <a:cubicBezTo>
                  <a:pt x="906066" y="377030"/>
                  <a:pt x="897281" y="352503"/>
                  <a:pt x="897281" y="323396"/>
                </a:cubicBezTo>
                <a:cubicBezTo>
                  <a:pt x="897281" y="299454"/>
                  <a:pt x="903969" y="278126"/>
                  <a:pt x="917367" y="259369"/>
                </a:cubicBezTo>
                <a:cubicBezTo>
                  <a:pt x="930765" y="240634"/>
                  <a:pt x="949468" y="226080"/>
                  <a:pt x="973454" y="215689"/>
                </a:cubicBezTo>
                <a:cubicBezTo>
                  <a:pt x="997467" y="205317"/>
                  <a:pt x="1025051" y="200131"/>
                  <a:pt x="1056236" y="200131"/>
                </a:cubicBezTo>
                <a:close/>
                <a:moveTo>
                  <a:pt x="2823629" y="200110"/>
                </a:moveTo>
                <a:cubicBezTo>
                  <a:pt x="2866024" y="200110"/>
                  <a:pt x="2903724" y="209290"/>
                  <a:pt x="2937919" y="227627"/>
                </a:cubicBezTo>
                <a:cubicBezTo>
                  <a:pt x="2972123" y="245987"/>
                  <a:pt x="2999003" y="271706"/>
                  <a:pt x="3018605" y="304807"/>
                </a:cubicBezTo>
                <a:cubicBezTo>
                  <a:pt x="3038189" y="337928"/>
                  <a:pt x="3047999" y="375817"/>
                  <a:pt x="3047999" y="418473"/>
                </a:cubicBezTo>
                <a:cubicBezTo>
                  <a:pt x="3047999" y="461129"/>
                  <a:pt x="3038189" y="498935"/>
                  <a:pt x="3018605" y="531847"/>
                </a:cubicBezTo>
                <a:cubicBezTo>
                  <a:pt x="2999003" y="564760"/>
                  <a:pt x="2972095" y="590396"/>
                  <a:pt x="2937919" y="608733"/>
                </a:cubicBezTo>
                <a:cubicBezTo>
                  <a:pt x="2903724" y="627092"/>
                  <a:pt x="2865624" y="636251"/>
                  <a:pt x="2823629" y="636251"/>
                </a:cubicBezTo>
                <a:cubicBezTo>
                  <a:pt x="2781633" y="636251"/>
                  <a:pt x="2742942" y="627071"/>
                  <a:pt x="2708747" y="608733"/>
                </a:cubicBezTo>
                <a:cubicBezTo>
                  <a:pt x="2674553" y="590396"/>
                  <a:pt x="2647549" y="564760"/>
                  <a:pt x="2627756" y="531847"/>
                </a:cubicBezTo>
                <a:cubicBezTo>
                  <a:pt x="2607963" y="498935"/>
                  <a:pt x="2598067" y="461151"/>
                  <a:pt x="2598067" y="418473"/>
                </a:cubicBezTo>
                <a:cubicBezTo>
                  <a:pt x="2598067" y="375796"/>
                  <a:pt x="2607963" y="337907"/>
                  <a:pt x="2627756" y="304807"/>
                </a:cubicBezTo>
                <a:cubicBezTo>
                  <a:pt x="2647549" y="271706"/>
                  <a:pt x="2674553" y="245987"/>
                  <a:pt x="2708747" y="227627"/>
                </a:cubicBezTo>
                <a:cubicBezTo>
                  <a:pt x="2742942" y="209290"/>
                  <a:pt x="2781233" y="200110"/>
                  <a:pt x="2823629" y="200110"/>
                </a:cubicBezTo>
                <a:close/>
                <a:moveTo>
                  <a:pt x="1461802" y="200110"/>
                </a:moveTo>
                <a:cubicBezTo>
                  <a:pt x="1504197" y="200110"/>
                  <a:pt x="1541897" y="209290"/>
                  <a:pt x="1576102" y="227627"/>
                </a:cubicBezTo>
                <a:cubicBezTo>
                  <a:pt x="1610296" y="245987"/>
                  <a:pt x="1637176" y="271706"/>
                  <a:pt x="1656778" y="304807"/>
                </a:cubicBezTo>
                <a:cubicBezTo>
                  <a:pt x="1676362" y="337928"/>
                  <a:pt x="1686172" y="375817"/>
                  <a:pt x="1686172" y="418473"/>
                </a:cubicBezTo>
                <a:cubicBezTo>
                  <a:pt x="1686172" y="461129"/>
                  <a:pt x="1676362" y="498935"/>
                  <a:pt x="1656778" y="531847"/>
                </a:cubicBezTo>
                <a:cubicBezTo>
                  <a:pt x="1637176" y="564760"/>
                  <a:pt x="1610277" y="590396"/>
                  <a:pt x="1576102" y="608733"/>
                </a:cubicBezTo>
                <a:cubicBezTo>
                  <a:pt x="1541897" y="627092"/>
                  <a:pt x="1503797" y="636251"/>
                  <a:pt x="1461802" y="636251"/>
                </a:cubicBezTo>
                <a:cubicBezTo>
                  <a:pt x="1419806" y="636251"/>
                  <a:pt x="1381125" y="627071"/>
                  <a:pt x="1346920" y="608733"/>
                </a:cubicBezTo>
                <a:cubicBezTo>
                  <a:pt x="1312726" y="590396"/>
                  <a:pt x="1285722" y="564760"/>
                  <a:pt x="1265929" y="531847"/>
                </a:cubicBezTo>
                <a:cubicBezTo>
                  <a:pt x="1246136" y="498935"/>
                  <a:pt x="1236240" y="461151"/>
                  <a:pt x="1236240" y="418473"/>
                </a:cubicBezTo>
                <a:cubicBezTo>
                  <a:pt x="1236240" y="375796"/>
                  <a:pt x="1246136" y="337907"/>
                  <a:pt x="1265929" y="304807"/>
                </a:cubicBezTo>
                <a:cubicBezTo>
                  <a:pt x="1285722" y="271706"/>
                  <a:pt x="1312726" y="245987"/>
                  <a:pt x="1346920" y="227627"/>
                </a:cubicBezTo>
                <a:cubicBezTo>
                  <a:pt x="1381125" y="209290"/>
                  <a:pt x="1419406" y="200110"/>
                  <a:pt x="1461802" y="200110"/>
                </a:cubicBezTo>
                <a:close/>
                <a:moveTo>
                  <a:pt x="2432484" y="200068"/>
                </a:moveTo>
                <a:cubicBezTo>
                  <a:pt x="2462488" y="200068"/>
                  <a:pt x="2489262" y="203058"/>
                  <a:pt x="2512875" y="209039"/>
                </a:cubicBezTo>
                <a:cubicBezTo>
                  <a:pt x="2536459" y="215018"/>
                  <a:pt x="2558271" y="224407"/>
                  <a:pt x="2578274" y="237163"/>
                </a:cubicBezTo>
                <a:lnTo>
                  <a:pt x="2578274" y="337677"/>
                </a:lnTo>
                <a:cubicBezTo>
                  <a:pt x="2560652" y="323730"/>
                  <a:pt x="2540783" y="313546"/>
                  <a:pt x="2518571" y="307169"/>
                </a:cubicBezTo>
                <a:cubicBezTo>
                  <a:pt x="2496368" y="300791"/>
                  <a:pt x="2470879" y="297592"/>
                  <a:pt x="2442085" y="297592"/>
                </a:cubicBezTo>
                <a:cubicBezTo>
                  <a:pt x="2400890" y="297592"/>
                  <a:pt x="2369095" y="308277"/>
                  <a:pt x="2346702" y="329606"/>
                </a:cubicBezTo>
                <a:cubicBezTo>
                  <a:pt x="2324290" y="350954"/>
                  <a:pt x="2313117" y="380563"/>
                  <a:pt x="2313117" y="418452"/>
                </a:cubicBezTo>
                <a:cubicBezTo>
                  <a:pt x="2313117" y="456341"/>
                  <a:pt x="2324423" y="486054"/>
                  <a:pt x="2347026" y="507591"/>
                </a:cubicBezTo>
                <a:cubicBezTo>
                  <a:pt x="2369629" y="529128"/>
                  <a:pt x="2401309" y="539897"/>
                  <a:pt x="2442104" y="539897"/>
                </a:cubicBezTo>
                <a:cubicBezTo>
                  <a:pt x="2470898" y="539897"/>
                  <a:pt x="2496711" y="536510"/>
                  <a:pt x="2519495" y="529735"/>
                </a:cubicBezTo>
                <a:cubicBezTo>
                  <a:pt x="2542288" y="522960"/>
                  <a:pt x="2563491" y="512191"/>
                  <a:pt x="2583093" y="497429"/>
                </a:cubicBezTo>
                <a:lnTo>
                  <a:pt x="2583093" y="597337"/>
                </a:lnTo>
                <a:cubicBezTo>
                  <a:pt x="2545098" y="623265"/>
                  <a:pt x="2494901" y="636230"/>
                  <a:pt x="2432503" y="636230"/>
                </a:cubicBezTo>
                <a:cubicBezTo>
                  <a:pt x="2386897" y="636230"/>
                  <a:pt x="2346816" y="627447"/>
                  <a:pt x="2312212" y="609904"/>
                </a:cubicBezTo>
                <a:lnTo>
                  <a:pt x="2312193" y="609924"/>
                </a:lnTo>
                <a:cubicBezTo>
                  <a:pt x="2277598" y="592381"/>
                  <a:pt x="2250909" y="567143"/>
                  <a:pt x="2232097" y="534230"/>
                </a:cubicBezTo>
                <a:cubicBezTo>
                  <a:pt x="2213295" y="501318"/>
                  <a:pt x="2203903" y="462739"/>
                  <a:pt x="2203903" y="418452"/>
                </a:cubicBezTo>
                <a:cubicBezTo>
                  <a:pt x="2203903" y="374165"/>
                  <a:pt x="2213295" y="335585"/>
                  <a:pt x="2232097" y="302673"/>
                </a:cubicBezTo>
                <a:cubicBezTo>
                  <a:pt x="2250890" y="269761"/>
                  <a:pt x="2277598" y="244439"/>
                  <a:pt x="2312193" y="226686"/>
                </a:cubicBezTo>
                <a:cubicBezTo>
                  <a:pt x="2346788" y="208934"/>
                  <a:pt x="2386878" y="200068"/>
                  <a:pt x="2432484" y="200068"/>
                </a:cubicBezTo>
                <a:close/>
                <a:moveTo>
                  <a:pt x="544738" y="93825"/>
                </a:moveTo>
                <a:lnTo>
                  <a:pt x="544738" y="93846"/>
                </a:lnTo>
                <a:lnTo>
                  <a:pt x="544735" y="93834"/>
                </a:lnTo>
                <a:close/>
                <a:moveTo>
                  <a:pt x="375115" y="2"/>
                </a:moveTo>
                <a:cubicBezTo>
                  <a:pt x="443571" y="-249"/>
                  <a:pt x="503118" y="23871"/>
                  <a:pt x="537630" y="72392"/>
                </a:cubicBezTo>
                <a:cubicBezTo>
                  <a:pt x="537819" y="72643"/>
                  <a:pt x="538007" y="72915"/>
                  <a:pt x="538196" y="73187"/>
                </a:cubicBezTo>
                <a:cubicBezTo>
                  <a:pt x="538405" y="73501"/>
                  <a:pt x="538636" y="73814"/>
                  <a:pt x="538845" y="74128"/>
                </a:cubicBezTo>
                <a:lnTo>
                  <a:pt x="544735" y="93834"/>
                </a:lnTo>
                <a:lnTo>
                  <a:pt x="534150" y="119315"/>
                </a:lnTo>
                <a:cubicBezTo>
                  <a:pt x="527608" y="125839"/>
                  <a:pt x="518571" y="129874"/>
                  <a:pt x="508590" y="129874"/>
                </a:cubicBezTo>
                <a:cubicBezTo>
                  <a:pt x="389370" y="129874"/>
                  <a:pt x="292627" y="225830"/>
                  <a:pt x="291767" y="344515"/>
                </a:cubicBezTo>
                <a:cubicBezTo>
                  <a:pt x="291767" y="345038"/>
                  <a:pt x="291767" y="345581"/>
                  <a:pt x="291767" y="346104"/>
                </a:cubicBezTo>
                <a:cubicBezTo>
                  <a:pt x="291767" y="346627"/>
                  <a:pt x="291767" y="347129"/>
                  <a:pt x="291767" y="347631"/>
                </a:cubicBezTo>
                <a:cubicBezTo>
                  <a:pt x="291264" y="392504"/>
                  <a:pt x="269794" y="436498"/>
                  <a:pt x="230103" y="464204"/>
                </a:cubicBezTo>
                <a:cubicBezTo>
                  <a:pt x="167599" y="507843"/>
                  <a:pt x="82493" y="495276"/>
                  <a:pt x="35128" y="437147"/>
                </a:cubicBezTo>
                <a:cubicBezTo>
                  <a:pt x="34960" y="436958"/>
                  <a:pt x="34813" y="436749"/>
                  <a:pt x="34646" y="436561"/>
                </a:cubicBezTo>
                <a:cubicBezTo>
                  <a:pt x="32612" y="434030"/>
                  <a:pt x="30683" y="431438"/>
                  <a:pt x="28796" y="428783"/>
                </a:cubicBezTo>
                <a:cubicBezTo>
                  <a:pt x="26699" y="425792"/>
                  <a:pt x="24728" y="422739"/>
                  <a:pt x="22862" y="419644"/>
                </a:cubicBezTo>
                <a:cubicBezTo>
                  <a:pt x="22778" y="419498"/>
                  <a:pt x="22673" y="419351"/>
                  <a:pt x="22589" y="419185"/>
                </a:cubicBezTo>
                <a:cubicBezTo>
                  <a:pt x="-36056" y="320824"/>
                  <a:pt x="22988" y="168871"/>
                  <a:pt x="159149" y="73835"/>
                </a:cubicBezTo>
                <a:cubicBezTo>
                  <a:pt x="229295" y="24875"/>
                  <a:pt x="306659" y="253"/>
                  <a:pt x="375115" y="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5" name="Footer Placeholder 13">
            <a:extLst>
              <a:ext uri="{FF2B5EF4-FFF2-40B4-BE49-F238E27FC236}">
                <a16:creationId xmlns:a16="http://schemas.microsoft.com/office/drawing/2014/main" id="{EA882D13-702F-4904-9D92-EBD7689890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140529" y="5923033"/>
            <a:ext cx="2038011" cy="169277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46" name="Text Placeholder 19">
            <a:extLst>
              <a:ext uri="{FF2B5EF4-FFF2-40B4-BE49-F238E27FC236}">
                <a16:creationId xmlns:a16="http://schemas.microsoft.com/office/drawing/2014/main" id="{CD05B6EF-7846-017B-4FF9-C8039F1771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3460" y="3768914"/>
            <a:ext cx="6367054" cy="323165"/>
          </a:xfrm>
        </p:spPr>
        <p:txBody>
          <a:bodyPr wrap="square" lIns="0" anchor="ctr">
            <a:spAutoFit/>
          </a:bodyPr>
          <a:lstStyle>
            <a:lvl1pPr algn="l">
              <a:defRPr sz="15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47" name="Title 15">
            <a:extLst>
              <a:ext uri="{FF2B5EF4-FFF2-40B4-BE49-F238E27FC236}">
                <a16:creationId xmlns:a16="http://schemas.microsoft.com/office/drawing/2014/main" id="{57CD9DE9-BAF1-B0B0-23C7-27FACEAA7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459" y="2818022"/>
            <a:ext cx="6367055" cy="882549"/>
          </a:xfrm>
        </p:spPr>
        <p:txBody>
          <a:bodyPr lIns="0" tIns="0" rIns="0" bIns="0"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40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v3 Pic 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7AA52931-6AB0-042B-773F-64AA2D4607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319478" cy="6858000"/>
          </a:xfrm>
          <a:custGeom>
            <a:avLst/>
            <a:gdLst>
              <a:gd name="connsiteX0" fmla="*/ 6088500 w 11319478"/>
              <a:gd name="connsiteY0" fmla="*/ 0 h 6858000"/>
              <a:gd name="connsiteX1" fmla="*/ 11319478 w 11319478"/>
              <a:gd name="connsiteY1" fmla="*/ 0 h 6858000"/>
              <a:gd name="connsiteX2" fmla="*/ 11056047 w 11319478"/>
              <a:gd name="connsiteY2" fmla="*/ 79954 h 6858000"/>
              <a:gd name="connsiteX3" fmla="*/ 9177398 w 11319478"/>
              <a:gd name="connsiteY3" fmla="*/ 1023191 h 6858000"/>
              <a:gd name="connsiteX4" fmla="*/ 7864187 w 11319478"/>
              <a:gd name="connsiteY4" fmla="*/ 2204166 h 6858000"/>
              <a:gd name="connsiteX5" fmla="*/ 6904482 w 11319478"/>
              <a:gd name="connsiteY5" fmla="*/ 3618847 h 6858000"/>
              <a:gd name="connsiteX6" fmla="*/ 6312031 w 11319478"/>
              <a:gd name="connsiteY6" fmla="*/ 5194570 h 6858000"/>
              <a:gd name="connsiteX7" fmla="*/ 6116037 w 11319478"/>
              <a:gd name="connsiteY7" fmla="*/ 6439668 h 6858000"/>
              <a:gd name="connsiteX8" fmla="*/ 6099351 w 11319478"/>
              <a:gd name="connsiteY8" fmla="*/ 6858000 h 6858000"/>
              <a:gd name="connsiteX9" fmla="*/ 0 w 11319478"/>
              <a:gd name="connsiteY9" fmla="*/ 6858000 h 6858000"/>
              <a:gd name="connsiteX10" fmla="*/ 0 w 11319478"/>
              <a:gd name="connsiteY10" fmla="*/ 6850933 h 6858000"/>
              <a:gd name="connsiteX11" fmla="*/ 239112 w 11319478"/>
              <a:gd name="connsiteY11" fmla="*/ 6812630 h 6858000"/>
              <a:gd name="connsiteX12" fmla="*/ 3018529 w 11319478"/>
              <a:gd name="connsiteY12" fmla="*/ 5635144 h 6858000"/>
              <a:gd name="connsiteX13" fmla="*/ 4331740 w 11319478"/>
              <a:gd name="connsiteY13" fmla="*/ 4454170 h 6858000"/>
              <a:gd name="connsiteX14" fmla="*/ 5291445 w 11319478"/>
              <a:gd name="connsiteY14" fmla="*/ 3039489 h 6858000"/>
              <a:gd name="connsiteX15" fmla="*/ 5883896 w 11319478"/>
              <a:gd name="connsiteY15" fmla="*/ 1463765 h 6858000"/>
              <a:gd name="connsiteX16" fmla="*/ 6073354 w 11319478"/>
              <a:gd name="connsiteY16" fmla="*/ 29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19478" h="6858000">
                <a:moveTo>
                  <a:pt x="6088500" y="0"/>
                </a:moveTo>
                <a:lnTo>
                  <a:pt x="11319478" y="0"/>
                </a:lnTo>
                <a:lnTo>
                  <a:pt x="11056047" y="79954"/>
                </a:lnTo>
                <a:cubicBezTo>
                  <a:pt x="10393928" y="298625"/>
                  <a:pt x="9761176" y="614695"/>
                  <a:pt x="9177398" y="1023191"/>
                </a:cubicBezTo>
                <a:cubicBezTo>
                  <a:pt x="8691654" y="1363605"/>
                  <a:pt x="8249771" y="1760973"/>
                  <a:pt x="7864187" y="2204166"/>
                </a:cubicBezTo>
                <a:cubicBezTo>
                  <a:pt x="7489732" y="2634920"/>
                  <a:pt x="7166993" y="3110845"/>
                  <a:pt x="6904482" y="3618847"/>
                </a:cubicBezTo>
                <a:cubicBezTo>
                  <a:pt x="6646553" y="4117684"/>
                  <a:pt x="6447542" y="4647944"/>
                  <a:pt x="6312031" y="5194570"/>
                </a:cubicBezTo>
                <a:cubicBezTo>
                  <a:pt x="6210889" y="5603067"/>
                  <a:pt x="6145098" y="6020033"/>
                  <a:pt x="6116037" y="6439668"/>
                </a:cubicBezTo>
                <a:lnTo>
                  <a:pt x="6099351" y="6858000"/>
                </a:lnTo>
                <a:lnTo>
                  <a:pt x="0" y="6858000"/>
                </a:lnTo>
                <a:lnTo>
                  <a:pt x="0" y="6850933"/>
                </a:lnTo>
                <a:lnTo>
                  <a:pt x="239112" y="6812630"/>
                </a:lnTo>
                <a:cubicBezTo>
                  <a:pt x="1228277" y="6623459"/>
                  <a:pt x="2174777" y="6226286"/>
                  <a:pt x="3018529" y="5635144"/>
                </a:cubicBezTo>
                <a:cubicBezTo>
                  <a:pt x="3504273" y="5294730"/>
                  <a:pt x="3946156" y="4897363"/>
                  <a:pt x="4331740" y="4454170"/>
                </a:cubicBezTo>
                <a:cubicBezTo>
                  <a:pt x="4706196" y="4023415"/>
                  <a:pt x="5028934" y="3547491"/>
                  <a:pt x="5291445" y="3039489"/>
                </a:cubicBezTo>
                <a:cubicBezTo>
                  <a:pt x="5549374" y="2540651"/>
                  <a:pt x="5748386" y="2010391"/>
                  <a:pt x="5883896" y="1463765"/>
                </a:cubicBezTo>
                <a:cubicBezTo>
                  <a:pt x="5978165" y="1078345"/>
                  <a:pt x="6041870" y="685560"/>
                  <a:pt x="6073354" y="29010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B54183D-659A-494A-742E-9F83C5385D59}"/>
              </a:ext>
            </a:extLst>
          </p:cNvPr>
          <p:cNvSpPr/>
          <p:nvPr userDrawn="1"/>
        </p:nvSpPr>
        <p:spPr>
          <a:xfrm>
            <a:off x="0" y="1"/>
            <a:ext cx="6088500" cy="6850933"/>
          </a:xfrm>
          <a:custGeom>
            <a:avLst/>
            <a:gdLst>
              <a:gd name="connsiteX0" fmla="*/ 6081964 w 6088500"/>
              <a:gd name="connsiteY0" fmla="*/ 0 h 6850933"/>
              <a:gd name="connsiteX1" fmla="*/ 6088500 w 6088500"/>
              <a:gd name="connsiteY1" fmla="*/ 0 h 6850933"/>
              <a:gd name="connsiteX2" fmla="*/ 6073354 w 6088500"/>
              <a:gd name="connsiteY2" fmla="*/ 290105 h 6850933"/>
              <a:gd name="connsiteX3" fmla="*/ 5883896 w 6088500"/>
              <a:gd name="connsiteY3" fmla="*/ 1463765 h 6850933"/>
              <a:gd name="connsiteX4" fmla="*/ 5291445 w 6088500"/>
              <a:gd name="connsiteY4" fmla="*/ 3039489 h 6850933"/>
              <a:gd name="connsiteX5" fmla="*/ 4331740 w 6088500"/>
              <a:gd name="connsiteY5" fmla="*/ 4454170 h 6850933"/>
              <a:gd name="connsiteX6" fmla="*/ 3018529 w 6088500"/>
              <a:gd name="connsiteY6" fmla="*/ 5635144 h 6850933"/>
              <a:gd name="connsiteX7" fmla="*/ 239112 w 6088500"/>
              <a:gd name="connsiteY7" fmla="*/ 6812630 h 6850933"/>
              <a:gd name="connsiteX8" fmla="*/ 0 w 6088500"/>
              <a:gd name="connsiteY8" fmla="*/ 6850933 h 6850933"/>
              <a:gd name="connsiteX9" fmla="*/ 0 w 6088500"/>
              <a:gd name="connsiteY9" fmla="*/ 6844352 h 6850933"/>
              <a:gd name="connsiteX10" fmla="*/ 238594 w 6088500"/>
              <a:gd name="connsiteY10" fmla="*/ 6806087 h 6850933"/>
              <a:gd name="connsiteX11" fmla="*/ 3014601 w 6088500"/>
              <a:gd name="connsiteY11" fmla="*/ 5629907 h 6850933"/>
              <a:gd name="connsiteX12" fmla="*/ 4326503 w 6088500"/>
              <a:gd name="connsiteY12" fmla="*/ 4449588 h 6850933"/>
              <a:gd name="connsiteX13" fmla="*/ 5284899 w 6088500"/>
              <a:gd name="connsiteY13" fmla="*/ 3036215 h 6850933"/>
              <a:gd name="connsiteX14" fmla="*/ 5876695 w 6088500"/>
              <a:gd name="connsiteY14" fmla="*/ 1461802 h 6850933"/>
              <a:gd name="connsiteX15" fmla="*/ 6066889 w 6088500"/>
              <a:gd name="connsiteY15" fmla="*/ 289338 h 6850933"/>
              <a:gd name="connsiteX16" fmla="*/ 6081964 w 6088500"/>
              <a:gd name="connsiteY16" fmla="*/ 0 h 6850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88500" h="6850933">
                <a:moveTo>
                  <a:pt x="6081964" y="0"/>
                </a:moveTo>
                <a:lnTo>
                  <a:pt x="6088500" y="0"/>
                </a:lnTo>
                <a:lnTo>
                  <a:pt x="6073354" y="290105"/>
                </a:lnTo>
                <a:cubicBezTo>
                  <a:pt x="6041870" y="685560"/>
                  <a:pt x="5978165" y="1078345"/>
                  <a:pt x="5883896" y="1463765"/>
                </a:cubicBezTo>
                <a:cubicBezTo>
                  <a:pt x="5748386" y="2010391"/>
                  <a:pt x="5549374" y="2540651"/>
                  <a:pt x="5291445" y="3039489"/>
                </a:cubicBezTo>
                <a:cubicBezTo>
                  <a:pt x="5028934" y="3547491"/>
                  <a:pt x="4706196" y="4023415"/>
                  <a:pt x="4331740" y="4454170"/>
                </a:cubicBezTo>
                <a:cubicBezTo>
                  <a:pt x="3946156" y="4897363"/>
                  <a:pt x="3504273" y="5294730"/>
                  <a:pt x="3018529" y="5635144"/>
                </a:cubicBezTo>
                <a:cubicBezTo>
                  <a:pt x="2174777" y="6226286"/>
                  <a:pt x="1228277" y="6623459"/>
                  <a:pt x="239112" y="6812630"/>
                </a:cubicBezTo>
                <a:lnTo>
                  <a:pt x="0" y="6850933"/>
                </a:lnTo>
                <a:lnTo>
                  <a:pt x="0" y="6844352"/>
                </a:lnTo>
                <a:lnTo>
                  <a:pt x="238594" y="6806087"/>
                </a:lnTo>
                <a:cubicBezTo>
                  <a:pt x="1226498" y="6616933"/>
                  <a:pt x="2171422" y="6219903"/>
                  <a:pt x="3014601" y="5629907"/>
                </a:cubicBezTo>
                <a:cubicBezTo>
                  <a:pt x="3499691" y="5289493"/>
                  <a:pt x="3941574" y="4892780"/>
                  <a:pt x="4326503" y="4449588"/>
                </a:cubicBezTo>
                <a:cubicBezTo>
                  <a:pt x="4700304" y="4018833"/>
                  <a:pt x="5023042" y="3543563"/>
                  <a:pt x="5284899" y="3036215"/>
                </a:cubicBezTo>
                <a:cubicBezTo>
                  <a:pt x="5542174" y="2537378"/>
                  <a:pt x="5741184" y="2007773"/>
                  <a:pt x="5876695" y="1461802"/>
                </a:cubicBezTo>
                <a:cubicBezTo>
                  <a:pt x="5971946" y="1076872"/>
                  <a:pt x="6035528" y="684209"/>
                  <a:pt x="6066889" y="289338"/>
                </a:cubicBezTo>
                <a:lnTo>
                  <a:pt x="60819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795F9B0-5EA3-E14E-0682-A182BFC474F1}"/>
              </a:ext>
            </a:extLst>
          </p:cNvPr>
          <p:cNvSpPr/>
          <p:nvPr userDrawn="1"/>
        </p:nvSpPr>
        <p:spPr>
          <a:xfrm>
            <a:off x="6081965" y="-106066"/>
            <a:ext cx="12073" cy="106066"/>
          </a:xfrm>
          <a:custGeom>
            <a:avLst/>
            <a:gdLst>
              <a:gd name="connsiteX0" fmla="*/ 5526 w 12073"/>
              <a:gd name="connsiteY0" fmla="*/ 0 h 106066"/>
              <a:gd name="connsiteX1" fmla="*/ 12073 w 12073"/>
              <a:gd name="connsiteY1" fmla="*/ 0 h 106066"/>
              <a:gd name="connsiteX2" fmla="*/ 6536 w 12073"/>
              <a:gd name="connsiteY2" fmla="*/ 106066 h 106066"/>
              <a:gd name="connsiteX3" fmla="*/ 0 w 12073"/>
              <a:gd name="connsiteY3" fmla="*/ 106066 h 106066"/>
              <a:gd name="connsiteX4" fmla="*/ 5526 w 12073"/>
              <a:gd name="connsiteY4" fmla="*/ 0 h 10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3" h="106066">
                <a:moveTo>
                  <a:pt x="5526" y="0"/>
                </a:moveTo>
                <a:lnTo>
                  <a:pt x="12073" y="0"/>
                </a:lnTo>
                <a:lnTo>
                  <a:pt x="6536" y="106066"/>
                </a:lnTo>
                <a:lnTo>
                  <a:pt x="0" y="106066"/>
                </a:lnTo>
                <a:lnTo>
                  <a:pt x="55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B0D53C48-0FF1-C731-E86E-F356A93BC43B}"/>
              </a:ext>
            </a:extLst>
          </p:cNvPr>
          <p:cNvSpPr/>
          <p:nvPr userDrawn="1"/>
        </p:nvSpPr>
        <p:spPr>
          <a:xfrm>
            <a:off x="6099351" y="0"/>
            <a:ext cx="5244104" cy="6858000"/>
          </a:xfrm>
          <a:custGeom>
            <a:avLst/>
            <a:gdLst>
              <a:gd name="connsiteX0" fmla="*/ 5220127 w 5244104"/>
              <a:gd name="connsiteY0" fmla="*/ 0 h 6858000"/>
              <a:gd name="connsiteX1" fmla="*/ 5244104 w 5244104"/>
              <a:gd name="connsiteY1" fmla="*/ 0 h 6858000"/>
              <a:gd name="connsiteX2" fmla="*/ 4979946 w 5244104"/>
              <a:gd name="connsiteY2" fmla="*/ 79208 h 6858000"/>
              <a:gd name="connsiteX3" fmla="*/ 3081320 w 5244104"/>
              <a:gd name="connsiteY3" fmla="*/ 1028429 h 6858000"/>
              <a:gd name="connsiteX4" fmla="*/ 1769419 w 5244104"/>
              <a:gd name="connsiteY4" fmla="*/ 2208748 h 6858000"/>
              <a:gd name="connsiteX5" fmla="*/ 811023 w 5244104"/>
              <a:gd name="connsiteY5" fmla="*/ 3622120 h 6858000"/>
              <a:gd name="connsiteX6" fmla="*/ 219226 w 5244104"/>
              <a:gd name="connsiteY6" fmla="*/ 5196534 h 6858000"/>
              <a:gd name="connsiteX7" fmla="*/ 23508 w 5244104"/>
              <a:gd name="connsiteY7" fmla="*/ 6440067 h 6858000"/>
              <a:gd name="connsiteX8" fmla="*/ 6548 w 5244104"/>
              <a:gd name="connsiteY8" fmla="*/ 6858000 h 6858000"/>
              <a:gd name="connsiteX9" fmla="*/ 0 w 5244104"/>
              <a:gd name="connsiteY9" fmla="*/ 6858000 h 6858000"/>
              <a:gd name="connsiteX10" fmla="*/ 16686 w 5244104"/>
              <a:gd name="connsiteY10" fmla="*/ 6439668 h 6858000"/>
              <a:gd name="connsiteX11" fmla="*/ 212680 w 5244104"/>
              <a:gd name="connsiteY11" fmla="*/ 5194570 h 6858000"/>
              <a:gd name="connsiteX12" fmla="*/ 805131 w 5244104"/>
              <a:gd name="connsiteY12" fmla="*/ 3618847 h 6858000"/>
              <a:gd name="connsiteX13" fmla="*/ 1764836 w 5244104"/>
              <a:gd name="connsiteY13" fmla="*/ 2204166 h 6858000"/>
              <a:gd name="connsiteX14" fmla="*/ 3078047 w 5244104"/>
              <a:gd name="connsiteY14" fmla="*/ 1023191 h 6858000"/>
              <a:gd name="connsiteX15" fmla="*/ 4956696 w 5244104"/>
              <a:gd name="connsiteY15" fmla="*/ 79954 h 6858000"/>
              <a:gd name="connsiteX16" fmla="*/ 5220127 w 524410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4104" h="6858000">
                <a:moveTo>
                  <a:pt x="5220127" y="0"/>
                </a:moveTo>
                <a:lnTo>
                  <a:pt x="5244104" y="0"/>
                </a:lnTo>
                <a:lnTo>
                  <a:pt x="4979946" y="79208"/>
                </a:lnTo>
                <a:cubicBezTo>
                  <a:pt x="4310984" y="297848"/>
                  <a:pt x="3671480" y="616004"/>
                  <a:pt x="3081320" y="1028429"/>
                </a:cubicBezTo>
                <a:cubicBezTo>
                  <a:pt x="2596231" y="1368842"/>
                  <a:pt x="2154348" y="1765555"/>
                  <a:pt x="1769419" y="2208748"/>
                </a:cubicBezTo>
                <a:cubicBezTo>
                  <a:pt x="1395617" y="2639502"/>
                  <a:pt x="1072879" y="3114772"/>
                  <a:pt x="811023" y="3622120"/>
                </a:cubicBezTo>
                <a:cubicBezTo>
                  <a:pt x="553748" y="4120957"/>
                  <a:pt x="354737" y="4650562"/>
                  <a:pt x="219226" y="5196534"/>
                </a:cubicBezTo>
                <a:cubicBezTo>
                  <a:pt x="118084" y="5604049"/>
                  <a:pt x="52661" y="6020770"/>
                  <a:pt x="23508" y="6440067"/>
                </a:cubicBezTo>
                <a:lnTo>
                  <a:pt x="6548" y="6858000"/>
                </a:lnTo>
                <a:lnTo>
                  <a:pt x="0" y="6858000"/>
                </a:lnTo>
                <a:lnTo>
                  <a:pt x="16686" y="6439668"/>
                </a:lnTo>
                <a:cubicBezTo>
                  <a:pt x="45747" y="6020033"/>
                  <a:pt x="111538" y="5603067"/>
                  <a:pt x="212680" y="5194570"/>
                </a:cubicBezTo>
                <a:cubicBezTo>
                  <a:pt x="348191" y="4647944"/>
                  <a:pt x="547202" y="4117684"/>
                  <a:pt x="805131" y="3618847"/>
                </a:cubicBezTo>
                <a:cubicBezTo>
                  <a:pt x="1067642" y="3110845"/>
                  <a:pt x="1390381" y="2634920"/>
                  <a:pt x="1764836" y="2204166"/>
                </a:cubicBezTo>
                <a:cubicBezTo>
                  <a:pt x="2150420" y="1760973"/>
                  <a:pt x="2592303" y="1363605"/>
                  <a:pt x="3078047" y="1023191"/>
                </a:cubicBezTo>
                <a:cubicBezTo>
                  <a:pt x="3661825" y="614695"/>
                  <a:pt x="4294577" y="298625"/>
                  <a:pt x="4956696" y="79954"/>
                </a:cubicBezTo>
                <a:lnTo>
                  <a:pt x="52201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1BE75B-3D42-2B10-C0FC-5B84D885F14E}"/>
              </a:ext>
            </a:extLst>
          </p:cNvPr>
          <p:cNvSpPr/>
          <p:nvPr userDrawn="1"/>
        </p:nvSpPr>
        <p:spPr>
          <a:xfrm>
            <a:off x="6099273" y="6858001"/>
            <a:ext cx="6627" cy="106067"/>
          </a:xfrm>
          <a:custGeom>
            <a:avLst/>
            <a:gdLst>
              <a:gd name="connsiteX0" fmla="*/ 79 w 6627"/>
              <a:gd name="connsiteY0" fmla="*/ 0 h 106067"/>
              <a:gd name="connsiteX1" fmla="*/ 6627 w 6627"/>
              <a:gd name="connsiteY1" fmla="*/ 0 h 106067"/>
              <a:gd name="connsiteX2" fmla="*/ 6546 w 6627"/>
              <a:gd name="connsiteY2" fmla="*/ 1979 h 106067"/>
              <a:gd name="connsiteX3" fmla="*/ 6546 w 6627"/>
              <a:gd name="connsiteY3" fmla="*/ 106067 h 106067"/>
              <a:gd name="connsiteX4" fmla="*/ 0 w 6627"/>
              <a:gd name="connsiteY4" fmla="*/ 106067 h 106067"/>
              <a:gd name="connsiteX5" fmla="*/ 0 w 6627"/>
              <a:gd name="connsiteY5" fmla="*/ 1979 h 106067"/>
              <a:gd name="connsiteX6" fmla="*/ 79 w 6627"/>
              <a:gd name="connsiteY6" fmla="*/ 0 h 10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" h="106067">
                <a:moveTo>
                  <a:pt x="79" y="0"/>
                </a:moveTo>
                <a:lnTo>
                  <a:pt x="6627" y="0"/>
                </a:lnTo>
                <a:lnTo>
                  <a:pt x="6546" y="1979"/>
                </a:lnTo>
                <a:lnTo>
                  <a:pt x="6546" y="106067"/>
                </a:lnTo>
                <a:lnTo>
                  <a:pt x="0" y="106067"/>
                </a:lnTo>
                <a:lnTo>
                  <a:pt x="0" y="1979"/>
                </a:lnTo>
                <a:lnTo>
                  <a:pt x="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CC88F-ED8F-EAC1-C561-48ECA73D0917}"/>
              </a:ext>
            </a:extLst>
          </p:cNvPr>
          <p:cNvGrpSpPr/>
          <p:nvPr userDrawn="1"/>
        </p:nvGrpSpPr>
        <p:grpSpPr>
          <a:xfrm>
            <a:off x="1015999" y="2946375"/>
            <a:ext cx="10160000" cy="965198"/>
            <a:chOff x="1015999" y="2946375"/>
            <a:chExt cx="10160000" cy="96519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6B324D4-BEA5-4679-DCCB-A991518BDF7D}"/>
                </a:ext>
              </a:extLst>
            </p:cNvPr>
            <p:cNvSpPr/>
            <p:nvPr userDrawn="1"/>
          </p:nvSpPr>
          <p:spPr>
            <a:xfrm>
              <a:off x="7791449" y="3346424"/>
              <a:ext cx="115824" cy="171399"/>
            </a:xfrm>
            <a:custGeom>
              <a:avLst/>
              <a:gdLst>
                <a:gd name="connsiteX0" fmla="*/ 60071 w 115824"/>
                <a:gd name="connsiteY0" fmla="*/ 0 h 171399"/>
                <a:gd name="connsiteX1" fmla="*/ 85407 w 115824"/>
                <a:gd name="connsiteY1" fmla="*/ 2343 h 171399"/>
                <a:gd name="connsiteX2" fmla="*/ 107061 w 115824"/>
                <a:gd name="connsiteY2" fmla="*/ 9639 h 171399"/>
                <a:gd name="connsiteX3" fmla="*/ 107061 w 115824"/>
                <a:gd name="connsiteY3" fmla="*/ 40215 h 171399"/>
                <a:gd name="connsiteX4" fmla="*/ 66484 w 115824"/>
                <a:gd name="connsiteY4" fmla="*/ 29864 h 171399"/>
                <a:gd name="connsiteX5" fmla="*/ 46228 w 115824"/>
                <a:gd name="connsiteY5" fmla="*/ 34449 h 171399"/>
                <a:gd name="connsiteX6" fmla="*/ 38862 w 115824"/>
                <a:gd name="connsiteY6" fmla="*/ 47492 h 171399"/>
                <a:gd name="connsiteX7" fmla="*/ 42355 w 115824"/>
                <a:gd name="connsiteY7" fmla="*/ 57601 h 171399"/>
                <a:gd name="connsiteX8" fmla="*/ 52006 w 115824"/>
                <a:gd name="connsiteY8" fmla="*/ 64656 h 171399"/>
                <a:gd name="connsiteX9" fmla="*/ 72263 w 115824"/>
                <a:gd name="connsiteY9" fmla="*/ 73578 h 171399"/>
                <a:gd name="connsiteX10" fmla="*/ 97854 w 115824"/>
                <a:gd name="connsiteY10" fmla="*/ 87090 h 171399"/>
                <a:gd name="connsiteX11" fmla="*/ 111443 w 115824"/>
                <a:gd name="connsiteY11" fmla="*/ 102381 h 171399"/>
                <a:gd name="connsiteX12" fmla="*/ 115824 w 115824"/>
                <a:gd name="connsiteY12" fmla="*/ 124130 h 171399"/>
                <a:gd name="connsiteX13" fmla="*/ 100076 w 115824"/>
                <a:gd name="connsiteY13" fmla="*/ 158947 h 171399"/>
                <a:gd name="connsiteX14" fmla="*/ 52959 w 115824"/>
                <a:gd name="connsiteY14" fmla="*/ 171399 h 171399"/>
                <a:gd name="connsiteX15" fmla="*/ 23685 w 115824"/>
                <a:gd name="connsiteY15" fmla="*/ 168593 h 171399"/>
                <a:gd name="connsiteX16" fmla="*/ 23685 w 115824"/>
                <a:gd name="connsiteY16" fmla="*/ 168612 h 171399"/>
                <a:gd name="connsiteX17" fmla="*/ 0 w 115824"/>
                <a:gd name="connsiteY17" fmla="*/ 161093 h 171399"/>
                <a:gd name="connsiteX18" fmla="*/ 0 w 115824"/>
                <a:gd name="connsiteY18" fmla="*/ 129578 h 171399"/>
                <a:gd name="connsiteX19" fmla="*/ 25336 w 115824"/>
                <a:gd name="connsiteY19" fmla="*/ 138754 h 171399"/>
                <a:gd name="connsiteX20" fmla="*/ 50419 w 115824"/>
                <a:gd name="connsiteY20" fmla="*/ 141808 h 171399"/>
                <a:gd name="connsiteX21" fmla="*/ 70739 w 115824"/>
                <a:gd name="connsiteY21" fmla="*/ 137103 h 171399"/>
                <a:gd name="connsiteX22" fmla="*/ 77597 w 115824"/>
                <a:gd name="connsiteY22" fmla="*/ 123933 h 171399"/>
                <a:gd name="connsiteX23" fmla="*/ 74168 w 115824"/>
                <a:gd name="connsiteY23" fmla="*/ 113576 h 171399"/>
                <a:gd name="connsiteX24" fmla="*/ 64135 w 115824"/>
                <a:gd name="connsiteY24" fmla="*/ 105931 h 171399"/>
                <a:gd name="connsiteX25" fmla="*/ 44006 w 115824"/>
                <a:gd name="connsiteY25" fmla="*/ 96882 h 171399"/>
                <a:gd name="connsiteX26" fmla="*/ 11303 w 115824"/>
                <a:gd name="connsiteY26" fmla="*/ 75826 h 171399"/>
                <a:gd name="connsiteX27" fmla="*/ 1143 w 115824"/>
                <a:gd name="connsiteY27" fmla="*/ 47022 h 171399"/>
                <a:gd name="connsiteX28" fmla="*/ 8509 w 115824"/>
                <a:gd name="connsiteY28" fmla="*/ 22441 h 171399"/>
                <a:gd name="connsiteX29" fmla="*/ 29210 w 115824"/>
                <a:gd name="connsiteY29" fmla="*/ 5867 h 171399"/>
                <a:gd name="connsiteX30" fmla="*/ 60071 w 115824"/>
                <a:gd name="connsiteY30" fmla="*/ 0 h 17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824" h="171399">
                  <a:moveTo>
                    <a:pt x="60071" y="0"/>
                  </a:moveTo>
                  <a:cubicBezTo>
                    <a:pt x="69596" y="0"/>
                    <a:pt x="78042" y="788"/>
                    <a:pt x="85407" y="2343"/>
                  </a:cubicBezTo>
                  <a:cubicBezTo>
                    <a:pt x="92773" y="3918"/>
                    <a:pt x="100013" y="6338"/>
                    <a:pt x="107061" y="9639"/>
                  </a:cubicBezTo>
                  <a:lnTo>
                    <a:pt x="107061" y="40215"/>
                  </a:lnTo>
                  <a:cubicBezTo>
                    <a:pt x="93535" y="33312"/>
                    <a:pt x="80010" y="29864"/>
                    <a:pt x="66484" y="29864"/>
                  </a:cubicBezTo>
                  <a:cubicBezTo>
                    <a:pt x="57912" y="29864"/>
                    <a:pt x="51181" y="31388"/>
                    <a:pt x="46228" y="34449"/>
                  </a:cubicBezTo>
                  <a:cubicBezTo>
                    <a:pt x="41339" y="37503"/>
                    <a:pt x="38862" y="41847"/>
                    <a:pt x="38862" y="47492"/>
                  </a:cubicBezTo>
                  <a:cubicBezTo>
                    <a:pt x="38862" y="51562"/>
                    <a:pt x="40069" y="54940"/>
                    <a:pt x="42355" y="57601"/>
                  </a:cubicBezTo>
                  <a:cubicBezTo>
                    <a:pt x="44641" y="60268"/>
                    <a:pt x="47879" y="62630"/>
                    <a:pt x="52006" y="64656"/>
                  </a:cubicBezTo>
                  <a:cubicBezTo>
                    <a:pt x="56197" y="66701"/>
                    <a:pt x="62929" y="69685"/>
                    <a:pt x="72263" y="73578"/>
                  </a:cubicBezTo>
                  <a:cubicBezTo>
                    <a:pt x="83185" y="78289"/>
                    <a:pt x="91694" y="82804"/>
                    <a:pt x="97854" y="87090"/>
                  </a:cubicBezTo>
                  <a:cubicBezTo>
                    <a:pt x="104013" y="91408"/>
                    <a:pt x="108521" y="96514"/>
                    <a:pt x="111443" y="102381"/>
                  </a:cubicBezTo>
                  <a:cubicBezTo>
                    <a:pt x="114364" y="108249"/>
                    <a:pt x="115824" y="115526"/>
                    <a:pt x="115824" y="124130"/>
                  </a:cubicBezTo>
                  <a:cubicBezTo>
                    <a:pt x="115824" y="139027"/>
                    <a:pt x="110554" y="150641"/>
                    <a:pt x="100076" y="158947"/>
                  </a:cubicBezTo>
                  <a:cubicBezTo>
                    <a:pt x="89535" y="167259"/>
                    <a:pt x="73851" y="171399"/>
                    <a:pt x="52959" y="171399"/>
                  </a:cubicBezTo>
                  <a:cubicBezTo>
                    <a:pt x="43117" y="171399"/>
                    <a:pt x="33401" y="170466"/>
                    <a:pt x="23685" y="168593"/>
                  </a:cubicBezTo>
                  <a:lnTo>
                    <a:pt x="23685" y="168612"/>
                  </a:lnTo>
                  <a:cubicBezTo>
                    <a:pt x="14033" y="166739"/>
                    <a:pt x="6159" y="164224"/>
                    <a:pt x="0" y="161093"/>
                  </a:cubicBezTo>
                  <a:lnTo>
                    <a:pt x="0" y="129578"/>
                  </a:lnTo>
                  <a:cubicBezTo>
                    <a:pt x="8128" y="133649"/>
                    <a:pt x="16573" y="136709"/>
                    <a:pt x="25336" y="138754"/>
                  </a:cubicBezTo>
                  <a:cubicBezTo>
                    <a:pt x="34099" y="140799"/>
                    <a:pt x="42481" y="141808"/>
                    <a:pt x="50419" y="141808"/>
                  </a:cubicBezTo>
                  <a:cubicBezTo>
                    <a:pt x="59372" y="141808"/>
                    <a:pt x="66104" y="140259"/>
                    <a:pt x="70739" y="137103"/>
                  </a:cubicBezTo>
                  <a:cubicBezTo>
                    <a:pt x="75311" y="133966"/>
                    <a:pt x="77597" y="129578"/>
                    <a:pt x="77597" y="123933"/>
                  </a:cubicBezTo>
                  <a:cubicBezTo>
                    <a:pt x="77597" y="119863"/>
                    <a:pt x="76454" y="116415"/>
                    <a:pt x="74168" y="113576"/>
                  </a:cubicBezTo>
                  <a:cubicBezTo>
                    <a:pt x="71882" y="110763"/>
                    <a:pt x="68517" y="108204"/>
                    <a:pt x="64135" y="105931"/>
                  </a:cubicBezTo>
                  <a:cubicBezTo>
                    <a:pt x="59754" y="103664"/>
                    <a:pt x="53086" y="100629"/>
                    <a:pt x="44006" y="96882"/>
                  </a:cubicBezTo>
                  <a:cubicBezTo>
                    <a:pt x="28956" y="90621"/>
                    <a:pt x="18034" y="83591"/>
                    <a:pt x="11303" y="75826"/>
                  </a:cubicBezTo>
                  <a:cubicBezTo>
                    <a:pt x="4508" y="68059"/>
                    <a:pt x="1143" y="58465"/>
                    <a:pt x="1143" y="47022"/>
                  </a:cubicBezTo>
                  <a:cubicBezTo>
                    <a:pt x="1143" y="37776"/>
                    <a:pt x="3619" y="29591"/>
                    <a:pt x="8509" y="22441"/>
                  </a:cubicBezTo>
                  <a:cubicBezTo>
                    <a:pt x="13398" y="15310"/>
                    <a:pt x="20320" y="9792"/>
                    <a:pt x="29210" y="5867"/>
                  </a:cubicBezTo>
                  <a:cubicBezTo>
                    <a:pt x="38164" y="1949"/>
                    <a:pt x="48451" y="0"/>
                    <a:pt x="600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951D3C0-ECAE-5E49-60C0-B9BCD36DC538}"/>
                </a:ext>
              </a:extLst>
            </p:cNvPr>
            <p:cNvSpPr/>
            <p:nvPr userDrawn="1"/>
          </p:nvSpPr>
          <p:spPr>
            <a:xfrm>
              <a:off x="7922259" y="3346423"/>
              <a:ext cx="171831" cy="171450"/>
            </a:xfrm>
            <a:custGeom>
              <a:avLst/>
              <a:gdLst>
                <a:gd name="connsiteX0" fmla="*/ 86170 w 171831"/>
                <a:gd name="connsiteY0" fmla="*/ 0 h 171450"/>
                <a:gd name="connsiteX1" fmla="*/ 129794 w 171831"/>
                <a:gd name="connsiteY1" fmla="*/ 10827 h 171450"/>
                <a:gd name="connsiteX2" fmla="*/ 160528 w 171831"/>
                <a:gd name="connsiteY2" fmla="*/ 41154 h 171450"/>
                <a:gd name="connsiteX3" fmla="*/ 171831 w 171831"/>
                <a:gd name="connsiteY3" fmla="*/ 85833 h 171450"/>
                <a:gd name="connsiteX4" fmla="*/ 160528 w 171831"/>
                <a:gd name="connsiteY4" fmla="*/ 130391 h 171450"/>
                <a:gd name="connsiteX5" fmla="*/ 129794 w 171831"/>
                <a:gd name="connsiteY5" fmla="*/ 160624 h 171450"/>
                <a:gd name="connsiteX6" fmla="*/ 86170 w 171831"/>
                <a:gd name="connsiteY6" fmla="*/ 171450 h 171450"/>
                <a:gd name="connsiteX7" fmla="*/ 42291 w 171831"/>
                <a:gd name="connsiteY7" fmla="*/ 160624 h 171450"/>
                <a:gd name="connsiteX8" fmla="*/ 11303 w 171831"/>
                <a:gd name="connsiteY8" fmla="*/ 130391 h 171450"/>
                <a:gd name="connsiteX9" fmla="*/ 0 w 171831"/>
                <a:gd name="connsiteY9" fmla="*/ 85833 h 171450"/>
                <a:gd name="connsiteX10" fmla="*/ 11303 w 171831"/>
                <a:gd name="connsiteY10" fmla="*/ 41154 h 171450"/>
                <a:gd name="connsiteX11" fmla="*/ 42291 w 171831"/>
                <a:gd name="connsiteY11" fmla="*/ 10827 h 171450"/>
                <a:gd name="connsiteX12" fmla="*/ 86170 w 171831"/>
                <a:gd name="connsiteY12" fmla="*/ 0 h 171450"/>
                <a:gd name="connsiteX13" fmla="*/ 86170 w 171831"/>
                <a:gd name="connsiteY13" fmla="*/ 33389 h 171450"/>
                <a:gd name="connsiteX14" fmla="*/ 60516 w 171831"/>
                <a:gd name="connsiteY14" fmla="*/ 39846 h 171450"/>
                <a:gd name="connsiteX15" fmla="*/ 42418 w 171831"/>
                <a:gd name="connsiteY15" fmla="*/ 58191 h 171450"/>
                <a:gd name="connsiteX16" fmla="*/ 35751 w 171831"/>
                <a:gd name="connsiteY16" fmla="*/ 85833 h 171450"/>
                <a:gd name="connsiteX17" fmla="*/ 42418 w 171831"/>
                <a:gd name="connsiteY17" fmla="*/ 113697 h 171450"/>
                <a:gd name="connsiteX18" fmla="*/ 60579 w 171831"/>
                <a:gd name="connsiteY18" fmla="*/ 132049 h 171450"/>
                <a:gd name="connsiteX19" fmla="*/ 86170 w 171831"/>
                <a:gd name="connsiteY19" fmla="*/ 138506 h 171450"/>
                <a:gd name="connsiteX20" fmla="*/ 111379 w 171831"/>
                <a:gd name="connsiteY20" fmla="*/ 132049 h 171450"/>
                <a:gd name="connsiteX21" fmla="*/ 129477 w 171831"/>
                <a:gd name="connsiteY21" fmla="*/ 113697 h 171450"/>
                <a:gd name="connsiteX22" fmla="*/ 136144 w 171831"/>
                <a:gd name="connsiteY22" fmla="*/ 85833 h 171450"/>
                <a:gd name="connsiteX23" fmla="*/ 129604 w 171831"/>
                <a:gd name="connsiteY23" fmla="*/ 58191 h 171450"/>
                <a:gd name="connsiteX24" fmla="*/ 111634 w 171831"/>
                <a:gd name="connsiteY24" fmla="*/ 39846 h 171450"/>
                <a:gd name="connsiteX25" fmla="*/ 86170 w 171831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831" h="171450">
                  <a:moveTo>
                    <a:pt x="86170" y="0"/>
                  </a:moveTo>
                  <a:cubicBezTo>
                    <a:pt x="102298" y="0"/>
                    <a:pt x="116840" y="3601"/>
                    <a:pt x="129794" y="10827"/>
                  </a:cubicBezTo>
                  <a:cubicBezTo>
                    <a:pt x="142748" y="18028"/>
                    <a:pt x="153035" y="28163"/>
                    <a:pt x="160528" y="41154"/>
                  </a:cubicBezTo>
                  <a:cubicBezTo>
                    <a:pt x="168022" y="54172"/>
                    <a:pt x="171831" y="69069"/>
                    <a:pt x="171831" y="85833"/>
                  </a:cubicBezTo>
                  <a:cubicBezTo>
                    <a:pt x="171831" y="102603"/>
                    <a:pt x="168022" y="117475"/>
                    <a:pt x="160528" y="130391"/>
                  </a:cubicBezTo>
                  <a:cubicBezTo>
                    <a:pt x="153035" y="143339"/>
                    <a:pt x="142748" y="153397"/>
                    <a:pt x="129794" y="160624"/>
                  </a:cubicBezTo>
                  <a:cubicBezTo>
                    <a:pt x="116840" y="167824"/>
                    <a:pt x="102235" y="171450"/>
                    <a:pt x="86170" y="171450"/>
                  </a:cubicBezTo>
                  <a:cubicBezTo>
                    <a:pt x="70041" y="171450"/>
                    <a:pt x="55435" y="167850"/>
                    <a:pt x="42291" y="160624"/>
                  </a:cubicBezTo>
                  <a:cubicBezTo>
                    <a:pt x="29146" y="153422"/>
                    <a:pt x="18797" y="143339"/>
                    <a:pt x="11303" y="130391"/>
                  </a:cubicBezTo>
                  <a:cubicBezTo>
                    <a:pt x="3746" y="117450"/>
                    <a:pt x="0" y="102603"/>
                    <a:pt x="0" y="85833"/>
                  </a:cubicBezTo>
                  <a:cubicBezTo>
                    <a:pt x="0" y="69069"/>
                    <a:pt x="3810" y="54172"/>
                    <a:pt x="11303" y="41154"/>
                  </a:cubicBezTo>
                  <a:cubicBezTo>
                    <a:pt x="18797" y="28137"/>
                    <a:pt x="29146" y="18028"/>
                    <a:pt x="42291" y="10827"/>
                  </a:cubicBezTo>
                  <a:cubicBezTo>
                    <a:pt x="55435" y="3626"/>
                    <a:pt x="70041" y="0"/>
                    <a:pt x="86170" y="0"/>
                  </a:cubicBezTo>
                  <a:close/>
                  <a:moveTo>
                    <a:pt x="86170" y="33389"/>
                  </a:moveTo>
                  <a:cubicBezTo>
                    <a:pt x="76835" y="33389"/>
                    <a:pt x="68072" y="35535"/>
                    <a:pt x="60516" y="39846"/>
                  </a:cubicBezTo>
                  <a:cubicBezTo>
                    <a:pt x="52896" y="44164"/>
                    <a:pt x="46863" y="50279"/>
                    <a:pt x="42418" y="58191"/>
                  </a:cubicBezTo>
                  <a:cubicBezTo>
                    <a:pt x="37973" y="66110"/>
                    <a:pt x="35751" y="75330"/>
                    <a:pt x="35751" y="85833"/>
                  </a:cubicBezTo>
                  <a:cubicBezTo>
                    <a:pt x="35751" y="96343"/>
                    <a:pt x="37973" y="105785"/>
                    <a:pt x="42418" y="113697"/>
                  </a:cubicBezTo>
                  <a:cubicBezTo>
                    <a:pt x="46863" y="121615"/>
                    <a:pt x="52896" y="127731"/>
                    <a:pt x="60579" y="132049"/>
                  </a:cubicBezTo>
                  <a:cubicBezTo>
                    <a:pt x="68263" y="136360"/>
                    <a:pt x="76835" y="138506"/>
                    <a:pt x="86170" y="138506"/>
                  </a:cubicBezTo>
                  <a:cubicBezTo>
                    <a:pt x="95568" y="138506"/>
                    <a:pt x="103822" y="136360"/>
                    <a:pt x="111379" y="132049"/>
                  </a:cubicBezTo>
                  <a:cubicBezTo>
                    <a:pt x="118999" y="127731"/>
                    <a:pt x="125032" y="121615"/>
                    <a:pt x="129477" y="113697"/>
                  </a:cubicBezTo>
                  <a:cubicBezTo>
                    <a:pt x="133921" y="105785"/>
                    <a:pt x="136144" y="96488"/>
                    <a:pt x="136144" y="85833"/>
                  </a:cubicBezTo>
                  <a:cubicBezTo>
                    <a:pt x="136144" y="75184"/>
                    <a:pt x="133985" y="66110"/>
                    <a:pt x="129604" y="58191"/>
                  </a:cubicBezTo>
                  <a:cubicBezTo>
                    <a:pt x="125222" y="50279"/>
                    <a:pt x="119253" y="44164"/>
                    <a:pt x="111634" y="39846"/>
                  </a:cubicBezTo>
                  <a:cubicBezTo>
                    <a:pt x="104013" y="35535"/>
                    <a:pt x="95568" y="33389"/>
                    <a:pt x="86170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C8443C-92FD-8550-5587-2343F323EE54}"/>
                </a:ext>
              </a:extLst>
            </p:cNvPr>
            <p:cNvSpPr/>
            <p:nvPr userDrawn="1"/>
          </p:nvSpPr>
          <p:spPr>
            <a:xfrm>
              <a:off x="9872789" y="3346423"/>
              <a:ext cx="147129" cy="171450"/>
            </a:xfrm>
            <a:custGeom>
              <a:avLst/>
              <a:gdLst>
                <a:gd name="connsiteX0" fmla="*/ 86995 w 147129"/>
                <a:gd name="connsiteY0" fmla="*/ 0 h 171450"/>
                <a:gd name="connsiteX1" fmla="*/ 117983 w 147129"/>
                <a:gd name="connsiteY1" fmla="*/ 3651 h 171450"/>
                <a:gd name="connsiteX2" fmla="*/ 142748 w 147129"/>
                <a:gd name="connsiteY2" fmla="*/ 15069 h 171450"/>
                <a:gd name="connsiteX3" fmla="*/ 142748 w 147129"/>
                <a:gd name="connsiteY3" fmla="*/ 49168 h 171450"/>
                <a:gd name="connsiteX4" fmla="*/ 119634 w 147129"/>
                <a:gd name="connsiteY4" fmla="*/ 36818 h 171450"/>
                <a:gd name="connsiteX5" fmla="*/ 89979 w 147129"/>
                <a:gd name="connsiteY5" fmla="*/ 32944 h 171450"/>
                <a:gd name="connsiteX6" fmla="*/ 62230 w 147129"/>
                <a:gd name="connsiteY6" fmla="*/ 39402 h 171450"/>
                <a:gd name="connsiteX7" fmla="*/ 42799 w 147129"/>
                <a:gd name="connsiteY7" fmla="*/ 57874 h 171450"/>
                <a:gd name="connsiteX8" fmla="*/ 35623 w 147129"/>
                <a:gd name="connsiteY8" fmla="*/ 85859 h 171450"/>
                <a:gd name="connsiteX9" fmla="*/ 42228 w 147129"/>
                <a:gd name="connsiteY9" fmla="*/ 114192 h 171450"/>
                <a:gd name="connsiteX10" fmla="*/ 60769 w 147129"/>
                <a:gd name="connsiteY10" fmla="*/ 132886 h 171450"/>
                <a:gd name="connsiteX11" fmla="*/ 88392 w 147129"/>
                <a:gd name="connsiteY11" fmla="*/ 139465 h 171450"/>
                <a:gd name="connsiteX12" fmla="*/ 113284 w 147129"/>
                <a:gd name="connsiteY12" fmla="*/ 134290 h 171450"/>
                <a:gd name="connsiteX13" fmla="*/ 113284 w 147129"/>
                <a:gd name="connsiteY13" fmla="*/ 102527 h 171450"/>
                <a:gd name="connsiteX14" fmla="*/ 87249 w 147129"/>
                <a:gd name="connsiteY14" fmla="*/ 102527 h 171450"/>
                <a:gd name="connsiteX15" fmla="*/ 87249 w 147129"/>
                <a:gd name="connsiteY15" fmla="*/ 76194 h 171450"/>
                <a:gd name="connsiteX16" fmla="*/ 147129 w 147129"/>
                <a:gd name="connsiteY16" fmla="*/ 76194 h 171450"/>
                <a:gd name="connsiteX17" fmla="*/ 147129 w 147129"/>
                <a:gd name="connsiteY17" fmla="*/ 155448 h 171450"/>
                <a:gd name="connsiteX18" fmla="*/ 87058 w 147129"/>
                <a:gd name="connsiteY18" fmla="*/ 171450 h 171450"/>
                <a:gd name="connsiteX19" fmla="*/ 41466 w 147129"/>
                <a:gd name="connsiteY19" fmla="*/ 160992 h 171450"/>
                <a:gd name="connsiteX20" fmla="*/ 41402 w 147129"/>
                <a:gd name="connsiteY20" fmla="*/ 160973 h 171450"/>
                <a:gd name="connsiteX21" fmla="*/ 10795 w 147129"/>
                <a:gd name="connsiteY21" fmla="*/ 131229 h 171450"/>
                <a:gd name="connsiteX22" fmla="*/ 0 w 147129"/>
                <a:gd name="connsiteY22" fmla="*/ 85833 h 171450"/>
                <a:gd name="connsiteX23" fmla="*/ 10795 w 147129"/>
                <a:gd name="connsiteY23" fmla="*/ 40316 h 171450"/>
                <a:gd name="connsiteX24" fmla="*/ 41402 w 147129"/>
                <a:gd name="connsiteY24" fmla="*/ 10452 h 171450"/>
                <a:gd name="connsiteX25" fmla="*/ 86995 w 147129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7129" h="171450">
                  <a:moveTo>
                    <a:pt x="86995" y="0"/>
                  </a:moveTo>
                  <a:cubicBezTo>
                    <a:pt x="98679" y="0"/>
                    <a:pt x="109029" y="1207"/>
                    <a:pt x="117983" y="3651"/>
                  </a:cubicBezTo>
                  <a:cubicBezTo>
                    <a:pt x="127000" y="6090"/>
                    <a:pt x="135255" y="9887"/>
                    <a:pt x="142748" y="15069"/>
                  </a:cubicBezTo>
                  <a:lnTo>
                    <a:pt x="142748" y="49168"/>
                  </a:lnTo>
                  <a:cubicBezTo>
                    <a:pt x="136017" y="43523"/>
                    <a:pt x="128270" y="39402"/>
                    <a:pt x="119634" y="36818"/>
                  </a:cubicBezTo>
                  <a:cubicBezTo>
                    <a:pt x="110934" y="34227"/>
                    <a:pt x="101092" y="32944"/>
                    <a:pt x="89979" y="32944"/>
                  </a:cubicBezTo>
                  <a:cubicBezTo>
                    <a:pt x="79692" y="32944"/>
                    <a:pt x="70485" y="35090"/>
                    <a:pt x="62230" y="39402"/>
                  </a:cubicBezTo>
                  <a:cubicBezTo>
                    <a:pt x="54039" y="43720"/>
                    <a:pt x="47561" y="49886"/>
                    <a:pt x="42799" y="57874"/>
                  </a:cubicBezTo>
                  <a:cubicBezTo>
                    <a:pt x="38036" y="65862"/>
                    <a:pt x="35623" y="75210"/>
                    <a:pt x="35623" y="85859"/>
                  </a:cubicBezTo>
                  <a:cubicBezTo>
                    <a:pt x="35623" y="96514"/>
                    <a:pt x="37846" y="106128"/>
                    <a:pt x="42228" y="114192"/>
                  </a:cubicBezTo>
                  <a:cubicBezTo>
                    <a:pt x="46609" y="122282"/>
                    <a:pt x="52768" y="128493"/>
                    <a:pt x="60769" y="132886"/>
                  </a:cubicBezTo>
                  <a:cubicBezTo>
                    <a:pt x="68707" y="137275"/>
                    <a:pt x="77978" y="139465"/>
                    <a:pt x="88392" y="139465"/>
                  </a:cubicBezTo>
                  <a:cubicBezTo>
                    <a:pt x="97917" y="139465"/>
                    <a:pt x="106235" y="137744"/>
                    <a:pt x="113284" y="134290"/>
                  </a:cubicBezTo>
                  <a:lnTo>
                    <a:pt x="113284" y="102527"/>
                  </a:lnTo>
                  <a:lnTo>
                    <a:pt x="87249" y="102527"/>
                  </a:lnTo>
                  <a:lnTo>
                    <a:pt x="87249" y="76194"/>
                  </a:lnTo>
                  <a:lnTo>
                    <a:pt x="147129" y="76194"/>
                  </a:lnTo>
                  <a:lnTo>
                    <a:pt x="147129" y="155448"/>
                  </a:lnTo>
                  <a:cubicBezTo>
                    <a:pt x="131953" y="166122"/>
                    <a:pt x="111887" y="171450"/>
                    <a:pt x="87058" y="171450"/>
                  </a:cubicBezTo>
                  <a:cubicBezTo>
                    <a:pt x="69850" y="171450"/>
                    <a:pt x="54610" y="167951"/>
                    <a:pt x="41466" y="160992"/>
                  </a:cubicBezTo>
                  <a:lnTo>
                    <a:pt x="41402" y="160973"/>
                  </a:lnTo>
                  <a:cubicBezTo>
                    <a:pt x="28194" y="153994"/>
                    <a:pt x="17970" y="144082"/>
                    <a:pt x="10795" y="131229"/>
                  </a:cubicBezTo>
                  <a:cubicBezTo>
                    <a:pt x="3556" y="118383"/>
                    <a:pt x="0" y="103245"/>
                    <a:pt x="0" y="85833"/>
                  </a:cubicBezTo>
                  <a:cubicBezTo>
                    <a:pt x="0" y="68428"/>
                    <a:pt x="3556" y="53264"/>
                    <a:pt x="10795" y="40316"/>
                  </a:cubicBezTo>
                  <a:cubicBezTo>
                    <a:pt x="18034" y="27369"/>
                    <a:pt x="28194" y="17431"/>
                    <a:pt x="41402" y="10452"/>
                  </a:cubicBezTo>
                  <a:cubicBezTo>
                    <a:pt x="54610" y="3480"/>
                    <a:pt x="69850" y="0"/>
                    <a:pt x="86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6146B16-4385-743C-C39F-8A7C5EAD1B82}"/>
                </a:ext>
              </a:extLst>
            </p:cNvPr>
            <p:cNvSpPr/>
            <p:nvPr userDrawn="1"/>
          </p:nvSpPr>
          <p:spPr>
            <a:xfrm>
              <a:off x="10307891" y="3346423"/>
              <a:ext cx="171767" cy="171450"/>
            </a:xfrm>
            <a:custGeom>
              <a:avLst/>
              <a:gdLst>
                <a:gd name="connsiteX0" fmla="*/ 86106 w 171767"/>
                <a:gd name="connsiteY0" fmla="*/ 0 h 171450"/>
                <a:gd name="connsiteX1" fmla="*/ 129730 w 171767"/>
                <a:gd name="connsiteY1" fmla="*/ 10827 h 171450"/>
                <a:gd name="connsiteX2" fmla="*/ 160527 w 171767"/>
                <a:gd name="connsiteY2" fmla="*/ 41154 h 171450"/>
                <a:gd name="connsiteX3" fmla="*/ 171767 w 171767"/>
                <a:gd name="connsiteY3" fmla="*/ 85833 h 171450"/>
                <a:gd name="connsiteX4" fmla="*/ 160527 w 171767"/>
                <a:gd name="connsiteY4" fmla="*/ 130391 h 171450"/>
                <a:gd name="connsiteX5" fmla="*/ 129730 w 171767"/>
                <a:gd name="connsiteY5" fmla="*/ 160624 h 171450"/>
                <a:gd name="connsiteX6" fmla="*/ 86106 w 171767"/>
                <a:gd name="connsiteY6" fmla="*/ 171450 h 171450"/>
                <a:gd name="connsiteX7" fmla="*/ 42227 w 171767"/>
                <a:gd name="connsiteY7" fmla="*/ 160624 h 171450"/>
                <a:gd name="connsiteX8" fmla="*/ 11240 w 171767"/>
                <a:gd name="connsiteY8" fmla="*/ 130391 h 171450"/>
                <a:gd name="connsiteX9" fmla="*/ 0 w 171767"/>
                <a:gd name="connsiteY9" fmla="*/ 85833 h 171450"/>
                <a:gd name="connsiteX10" fmla="*/ 11240 w 171767"/>
                <a:gd name="connsiteY10" fmla="*/ 41154 h 171450"/>
                <a:gd name="connsiteX11" fmla="*/ 42227 w 171767"/>
                <a:gd name="connsiteY11" fmla="*/ 10827 h 171450"/>
                <a:gd name="connsiteX12" fmla="*/ 86106 w 171767"/>
                <a:gd name="connsiteY12" fmla="*/ 0 h 171450"/>
                <a:gd name="connsiteX13" fmla="*/ 86106 w 171767"/>
                <a:gd name="connsiteY13" fmla="*/ 33389 h 171450"/>
                <a:gd name="connsiteX14" fmla="*/ 60452 w 171767"/>
                <a:gd name="connsiteY14" fmla="*/ 39846 h 171450"/>
                <a:gd name="connsiteX15" fmla="*/ 42354 w 171767"/>
                <a:gd name="connsiteY15" fmla="*/ 58191 h 171450"/>
                <a:gd name="connsiteX16" fmla="*/ 35687 w 171767"/>
                <a:gd name="connsiteY16" fmla="*/ 85833 h 171450"/>
                <a:gd name="connsiteX17" fmla="*/ 42354 w 171767"/>
                <a:gd name="connsiteY17" fmla="*/ 113697 h 171450"/>
                <a:gd name="connsiteX18" fmla="*/ 60515 w 171767"/>
                <a:gd name="connsiteY18" fmla="*/ 132049 h 171450"/>
                <a:gd name="connsiteX19" fmla="*/ 86106 w 171767"/>
                <a:gd name="connsiteY19" fmla="*/ 138506 h 171450"/>
                <a:gd name="connsiteX20" fmla="*/ 111315 w 171767"/>
                <a:gd name="connsiteY20" fmla="*/ 132049 h 171450"/>
                <a:gd name="connsiteX21" fmla="*/ 129413 w 171767"/>
                <a:gd name="connsiteY21" fmla="*/ 113697 h 171450"/>
                <a:gd name="connsiteX22" fmla="*/ 136080 w 171767"/>
                <a:gd name="connsiteY22" fmla="*/ 85833 h 171450"/>
                <a:gd name="connsiteX23" fmla="*/ 129539 w 171767"/>
                <a:gd name="connsiteY23" fmla="*/ 58191 h 171450"/>
                <a:gd name="connsiteX24" fmla="*/ 111569 w 171767"/>
                <a:gd name="connsiteY24" fmla="*/ 39846 h 171450"/>
                <a:gd name="connsiteX25" fmla="*/ 86106 w 171767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767" h="171450">
                  <a:moveTo>
                    <a:pt x="86106" y="0"/>
                  </a:moveTo>
                  <a:cubicBezTo>
                    <a:pt x="102235" y="0"/>
                    <a:pt x="116777" y="3601"/>
                    <a:pt x="129730" y="10827"/>
                  </a:cubicBezTo>
                  <a:cubicBezTo>
                    <a:pt x="142748" y="18028"/>
                    <a:pt x="152971" y="28163"/>
                    <a:pt x="160527" y="41154"/>
                  </a:cubicBezTo>
                  <a:cubicBezTo>
                    <a:pt x="168021" y="54172"/>
                    <a:pt x="171767" y="69069"/>
                    <a:pt x="171767" y="85833"/>
                  </a:cubicBezTo>
                  <a:cubicBezTo>
                    <a:pt x="171767" y="102603"/>
                    <a:pt x="168021" y="117475"/>
                    <a:pt x="160527" y="130391"/>
                  </a:cubicBezTo>
                  <a:cubicBezTo>
                    <a:pt x="152971" y="143339"/>
                    <a:pt x="142748" y="153397"/>
                    <a:pt x="129730" y="160624"/>
                  </a:cubicBezTo>
                  <a:cubicBezTo>
                    <a:pt x="116777" y="167824"/>
                    <a:pt x="102235" y="171450"/>
                    <a:pt x="86106" y="171450"/>
                  </a:cubicBezTo>
                  <a:cubicBezTo>
                    <a:pt x="69977" y="171450"/>
                    <a:pt x="55372" y="167850"/>
                    <a:pt x="42227" y="160624"/>
                  </a:cubicBezTo>
                  <a:cubicBezTo>
                    <a:pt x="29083" y="153422"/>
                    <a:pt x="18796" y="143339"/>
                    <a:pt x="11240" y="130391"/>
                  </a:cubicBezTo>
                  <a:cubicBezTo>
                    <a:pt x="3683" y="117450"/>
                    <a:pt x="0" y="102603"/>
                    <a:pt x="0" y="85833"/>
                  </a:cubicBezTo>
                  <a:cubicBezTo>
                    <a:pt x="0" y="69069"/>
                    <a:pt x="3746" y="54172"/>
                    <a:pt x="11240" y="41154"/>
                  </a:cubicBezTo>
                  <a:cubicBezTo>
                    <a:pt x="18732" y="28137"/>
                    <a:pt x="29083" y="18028"/>
                    <a:pt x="42227" y="10827"/>
                  </a:cubicBezTo>
                  <a:cubicBezTo>
                    <a:pt x="55372" y="3626"/>
                    <a:pt x="69977" y="0"/>
                    <a:pt x="86106" y="0"/>
                  </a:cubicBezTo>
                  <a:close/>
                  <a:moveTo>
                    <a:pt x="86106" y="33389"/>
                  </a:moveTo>
                  <a:cubicBezTo>
                    <a:pt x="76771" y="33389"/>
                    <a:pt x="68008" y="35535"/>
                    <a:pt x="60452" y="39846"/>
                  </a:cubicBezTo>
                  <a:cubicBezTo>
                    <a:pt x="52832" y="44164"/>
                    <a:pt x="46799" y="50279"/>
                    <a:pt x="42354" y="58191"/>
                  </a:cubicBezTo>
                  <a:cubicBezTo>
                    <a:pt x="37909" y="66110"/>
                    <a:pt x="35687" y="75330"/>
                    <a:pt x="35687" y="85833"/>
                  </a:cubicBezTo>
                  <a:cubicBezTo>
                    <a:pt x="35687" y="96343"/>
                    <a:pt x="37909" y="105785"/>
                    <a:pt x="42354" y="113697"/>
                  </a:cubicBezTo>
                  <a:cubicBezTo>
                    <a:pt x="46799" y="121615"/>
                    <a:pt x="52832" y="127731"/>
                    <a:pt x="60515" y="132049"/>
                  </a:cubicBezTo>
                  <a:cubicBezTo>
                    <a:pt x="68199" y="136360"/>
                    <a:pt x="76771" y="138506"/>
                    <a:pt x="86106" y="138506"/>
                  </a:cubicBezTo>
                  <a:cubicBezTo>
                    <a:pt x="95503" y="138506"/>
                    <a:pt x="103759" y="136360"/>
                    <a:pt x="111315" y="132049"/>
                  </a:cubicBezTo>
                  <a:cubicBezTo>
                    <a:pt x="118935" y="127731"/>
                    <a:pt x="124968" y="121615"/>
                    <a:pt x="129413" y="113697"/>
                  </a:cubicBezTo>
                  <a:cubicBezTo>
                    <a:pt x="133858" y="105785"/>
                    <a:pt x="136080" y="96488"/>
                    <a:pt x="136080" y="85833"/>
                  </a:cubicBezTo>
                  <a:cubicBezTo>
                    <a:pt x="136080" y="75184"/>
                    <a:pt x="133921" y="66110"/>
                    <a:pt x="129539" y="58191"/>
                  </a:cubicBezTo>
                  <a:cubicBezTo>
                    <a:pt x="125158" y="50279"/>
                    <a:pt x="119190" y="44164"/>
                    <a:pt x="111569" y="39846"/>
                  </a:cubicBezTo>
                  <a:cubicBezTo>
                    <a:pt x="103949" y="35535"/>
                    <a:pt x="95503" y="33389"/>
                    <a:pt x="86106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531C6F6-32BD-6B87-2110-2A37148AC681}"/>
                </a:ext>
              </a:extLst>
            </p:cNvPr>
            <p:cNvSpPr/>
            <p:nvPr userDrawn="1"/>
          </p:nvSpPr>
          <p:spPr>
            <a:xfrm>
              <a:off x="11022329" y="3349922"/>
              <a:ext cx="153670" cy="164402"/>
            </a:xfrm>
            <a:custGeom>
              <a:avLst/>
              <a:gdLst>
                <a:gd name="connsiteX0" fmla="*/ 0 w 153670"/>
                <a:gd name="connsiteY0" fmla="*/ 0 h 164402"/>
                <a:gd name="connsiteX1" fmla="*/ 37338 w 153670"/>
                <a:gd name="connsiteY1" fmla="*/ 0 h 164402"/>
                <a:gd name="connsiteX2" fmla="*/ 76264 w 153670"/>
                <a:gd name="connsiteY2" fmla="*/ 68428 h 164402"/>
                <a:gd name="connsiteX3" fmla="*/ 116586 w 153670"/>
                <a:gd name="connsiteY3" fmla="*/ 0 h 164402"/>
                <a:gd name="connsiteX4" fmla="*/ 153670 w 153670"/>
                <a:gd name="connsiteY4" fmla="*/ 0 h 164402"/>
                <a:gd name="connsiteX5" fmla="*/ 93345 w 153670"/>
                <a:gd name="connsiteY5" fmla="*/ 101841 h 164402"/>
                <a:gd name="connsiteX6" fmla="*/ 93345 w 153670"/>
                <a:gd name="connsiteY6" fmla="*/ 164402 h 164402"/>
                <a:gd name="connsiteX7" fmla="*/ 58991 w 153670"/>
                <a:gd name="connsiteY7" fmla="*/ 164402 h 164402"/>
                <a:gd name="connsiteX8" fmla="*/ 58991 w 153670"/>
                <a:gd name="connsiteY8" fmla="*/ 101841 h 164402"/>
                <a:gd name="connsiteX9" fmla="*/ 0 w 153670"/>
                <a:gd name="connsiteY9" fmla="*/ 0 h 1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670" h="164402">
                  <a:moveTo>
                    <a:pt x="0" y="0"/>
                  </a:moveTo>
                  <a:lnTo>
                    <a:pt x="37338" y="0"/>
                  </a:lnTo>
                  <a:lnTo>
                    <a:pt x="76264" y="68428"/>
                  </a:lnTo>
                  <a:lnTo>
                    <a:pt x="116586" y="0"/>
                  </a:lnTo>
                  <a:lnTo>
                    <a:pt x="153670" y="0"/>
                  </a:lnTo>
                  <a:lnTo>
                    <a:pt x="93345" y="101841"/>
                  </a:lnTo>
                  <a:lnTo>
                    <a:pt x="93345" y="164402"/>
                  </a:lnTo>
                  <a:lnTo>
                    <a:pt x="58991" y="164402"/>
                  </a:lnTo>
                  <a:lnTo>
                    <a:pt x="58991" y="10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39DAE0A-97AF-2093-6B9B-79A72EB717C3}"/>
                </a:ext>
              </a:extLst>
            </p:cNvPr>
            <p:cNvSpPr/>
            <p:nvPr userDrawn="1"/>
          </p:nvSpPr>
          <p:spPr>
            <a:xfrm>
              <a:off x="8113458" y="3349949"/>
              <a:ext cx="111697" cy="164401"/>
            </a:xfrm>
            <a:custGeom>
              <a:avLst/>
              <a:gdLst>
                <a:gd name="connsiteX0" fmla="*/ 0 w 111697"/>
                <a:gd name="connsiteY0" fmla="*/ 0 h 164401"/>
                <a:gd name="connsiteX1" fmla="*/ 111697 w 111697"/>
                <a:gd name="connsiteY1" fmla="*/ 0 h 164401"/>
                <a:gd name="connsiteX2" fmla="*/ 111697 w 111697"/>
                <a:gd name="connsiteY2" fmla="*/ 30112 h 164401"/>
                <a:gd name="connsiteX3" fmla="*/ 34989 w 111697"/>
                <a:gd name="connsiteY3" fmla="*/ 30112 h 164401"/>
                <a:gd name="connsiteX4" fmla="*/ 34989 w 111697"/>
                <a:gd name="connsiteY4" fmla="*/ 68453 h 164401"/>
                <a:gd name="connsiteX5" fmla="*/ 91440 w 111697"/>
                <a:gd name="connsiteY5" fmla="*/ 68453 h 164401"/>
                <a:gd name="connsiteX6" fmla="*/ 91440 w 111697"/>
                <a:gd name="connsiteY6" fmla="*/ 95974 h 164401"/>
                <a:gd name="connsiteX7" fmla="*/ 34989 w 111697"/>
                <a:gd name="connsiteY7" fmla="*/ 95974 h 164401"/>
                <a:gd name="connsiteX8" fmla="*/ 34989 w 111697"/>
                <a:gd name="connsiteY8" fmla="*/ 164401 h 164401"/>
                <a:gd name="connsiteX9" fmla="*/ 0 w 111697"/>
                <a:gd name="connsiteY9" fmla="*/ 164401 h 164401"/>
                <a:gd name="connsiteX10" fmla="*/ 0 w 111697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697" h="164401">
                  <a:moveTo>
                    <a:pt x="0" y="0"/>
                  </a:moveTo>
                  <a:lnTo>
                    <a:pt x="111697" y="0"/>
                  </a:lnTo>
                  <a:lnTo>
                    <a:pt x="111697" y="30112"/>
                  </a:lnTo>
                  <a:lnTo>
                    <a:pt x="34989" y="30112"/>
                  </a:lnTo>
                  <a:lnTo>
                    <a:pt x="34989" y="68453"/>
                  </a:lnTo>
                  <a:lnTo>
                    <a:pt x="91440" y="68453"/>
                  </a:lnTo>
                  <a:lnTo>
                    <a:pt x="91440" y="95974"/>
                  </a:lnTo>
                  <a:lnTo>
                    <a:pt x="34989" y="959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B73D80A-59B4-8960-78F3-BB4129BD2C3A}"/>
                </a:ext>
              </a:extLst>
            </p:cNvPr>
            <p:cNvSpPr/>
            <p:nvPr userDrawn="1"/>
          </p:nvSpPr>
          <p:spPr>
            <a:xfrm>
              <a:off x="8231377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8 w 128968"/>
                <a:gd name="connsiteY3" fmla="*/ 29864 h 164376"/>
                <a:gd name="connsiteX4" fmla="*/ 81978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8" y="29864"/>
                  </a:lnTo>
                  <a:lnTo>
                    <a:pt x="81978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08335C3-A534-3043-F7C8-1FD6497DCF78}"/>
                </a:ext>
              </a:extLst>
            </p:cNvPr>
            <p:cNvSpPr/>
            <p:nvPr userDrawn="1"/>
          </p:nvSpPr>
          <p:spPr>
            <a:xfrm>
              <a:off x="8367776" y="3349949"/>
              <a:ext cx="213741" cy="164401"/>
            </a:xfrm>
            <a:custGeom>
              <a:avLst/>
              <a:gdLst>
                <a:gd name="connsiteX0" fmla="*/ 0 w 213741"/>
                <a:gd name="connsiteY0" fmla="*/ 0 h 164401"/>
                <a:gd name="connsiteX1" fmla="*/ 36830 w 213741"/>
                <a:gd name="connsiteY1" fmla="*/ 0 h 164401"/>
                <a:gd name="connsiteX2" fmla="*/ 65595 w 213741"/>
                <a:gd name="connsiteY2" fmla="*/ 106305 h 164401"/>
                <a:gd name="connsiteX3" fmla="*/ 93917 w 213741"/>
                <a:gd name="connsiteY3" fmla="*/ 0 h 164401"/>
                <a:gd name="connsiteX4" fmla="*/ 120904 w 213741"/>
                <a:gd name="connsiteY4" fmla="*/ 0 h 164401"/>
                <a:gd name="connsiteX5" fmla="*/ 148336 w 213741"/>
                <a:gd name="connsiteY5" fmla="*/ 106305 h 164401"/>
                <a:gd name="connsiteX6" fmla="*/ 177102 w 213741"/>
                <a:gd name="connsiteY6" fmla="*/ 0 h 164401"/>
                <a:gd name="connsiteX7" fmla="*/ 213741 w 213741"/>
                <a:gd name="connsiteY7" fmla="*/ 0 h 164401"/>
                <a:gd name="connsiteX8" fmla="*/ 168593 w 213741"/>
                <a:gd name="connsiteY8" fmla="*/ 164401 h 164401"/>
                <a:gd name="connsiteX9" fmla="*/ 135636 w 213741"/>
                <a:gd name="connsiteY9" fmla="*/ 164401 h 164401"/>
                <a:gd name="connsiteX10" fmla="*/ 106870 w 213741"/>
                <a:gd name="connsiteY10" fmla="*/ 60217 h 164401"/>
                <a:gd name="connsiteX11" fmla="*/ 78295 w 213741"/>
                <a:gd name="connsiteY11" fmla="*/ 164401 h 164401"/>
                <a:gd name="connsiteX12" fmla="*/ 45148 w 213741"/>
                <a:gd name="connsiteY12" fmla="*/ 164401 h 164401"/>
                <a:gd name="connsiteX13" fmla="*/ 0 w 213741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3741" h="164401">
                  <a:moveTo>
                    <a:pt x="0" y="0"/>
                  </a:moveTo>
                  <a:lnTo>
                    <a:pt x="36830" y="0"/>
                  </a:lnTo>
                  <a:lnTo>
                    <a:pt x="65595" y="106305"/>
                  </a:lnTo>
                  <a:lnTo>
                    <a:pt x="93917" y="0"/>
                  </a:lnTo>
                  <a:lnTo>
                    <a:pt x="120904" y="0"/>
                  </a:lnTo>
                  <a:lnTo>
                    <a:pt x="148336" y="106305"/>
                  </a:lnTo>
                  <a:lnTo>
                    <a:pt x="177102" y="0"/>
                  </a:lnTo>
                  <a:lnTo>
                    <a:pt x="213741" y="0"/>
                  </a:lnTo>
                  <a:lnTo>
                    <a:pt x="168593" y="164401"/>
                  </a:lnTo>
                  <a:lnTo>
                    <a:pt x="135636" y="164401"/>
                  </a:lnTo>
                  <a:lnTo>
                    <a:pt x="106870" y="60217"/>
                  </a:lnTo>
                  <a:lnTo>
                    <a:pt x="78295" y="164401"/>
                  </a:lnTo>
                  <a:lnTo>
                    <a:pt x="45148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F34DBA6-631E-8B2A-453B-130B58DCF670}"/>
                </a:ext>
              </a:extLst>
            </p:cNvPr>
            <p:cNvSpPr/>
            <p:nvPr userDrawn="1"/>
          </p:nvSpPr>
          <p:spPr>
            <a:xfrm>
              <a:off x="8572308" y="3349949"/>
              <a:ext cx="163068" cy="164401"/>
            </a:xfrm>
            <a:custGeom>
              <a:avLst/>
              <a:gdLst>
                <a:gd name="connsiteX0" fmla="*/ 64516 w 163068"/>
                <a:gd name="connsiteY0" fmla="*/ 0 h 164401"/>
                <a:gd name="connsiteX1" fmla="*/ 98806 w 163068"/>
                <a:gd name="connsiteY1" fmla="*/ 0 h 164401"/>
                <a:gd name="connsiteX2" fmla="*/ 163068 w 163068"/>
                <a:gd name="connsiteY2" fmla="*/ 164401 h 164401"/>
                <a:gd name="connsiteX3" fmla="*/ 127381 w 163068"/>
                <a:gd name="connsiteY3" fmla="*/ 164401 h 164401"/>
                <a:gd name="connsiteX4" fmla="*/ 113538 w 163068"/>
                <a:gd name="connsiteY4" fmla="*/ 128644 h 164401"/>
                <a:gd name="connsiteX5" fmla="*/ 49721 w 163068"/>
                <a:gd name="connsiteY5" fmla="*/ 128644 h 164401"/>
                <a:gd name="connsiteX6" fmla="*/ 35941 w 163068"/>
                <a:gd name="connsiteY6" fmla="*/ 164401 h 164401"/>
                <a:gd name="connsiteX7" fmla="*/ 0 w 163068"/>
                <a:gd name="connsiteY7" fmla="*/ 164401 h 164401"/>
                <a:gd name="connsiteX8" fmla="*/ 64516 w 163068"/>
                <a:gd name="connsiteY8" fmla="*/ 0 h 164401"/>
                <a:gd name="connsiteX9" fmla="*/ 81535 w 163068"/>
                <a:gd name="connsiteY9" fmla="*/ 37605 h 164401"/>
                <a:gd name="connsiteX10" fmla="*/ 58738 w 163068"/>
                <a:gd name="connsiteY10" fmla="*/ 100165 h 164401"/>
                <a:gd name="connsiteX11" fmla="*/ 104331 w 163068"/>
                <a:gd name="connsiteY11" fmla="*/ 100165 h 164401"/>
                <a:gd name="connsiteX12" fmla="*/ 81535 w 163068"/>
                <a:gd name="connsiteY12" fmla="*/ 37605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3068" h="164401">
                  <a:moveTo>
                    <a:pt x="64516" y="0"/>
                  </a:moveTo>
                  <a:lnTo>
                    <a:pt x="98806" y="0"/>
                  </a:lnTo>
                  <a:lnTo>
                    <a:pt x="163068" y="164401"/>
                  </a:lnTo>
                  <a:lnTo>
                    <a:pt x="127381" y="164401"/>
                  </a:lnTo>
                  <a:lnTo>
                    <a:pt x="113538" y="128644"/>
                  </a:lnTo>
                  <a:lnTo>
                    <a:pt x="49721" y="128644"/>
                  </a:lnTo>
                  <a:lnTo>
                    <a:pt x="35941" y="164401"/>
                  </a:lnTo>
                  <a:lnTo>
                    <a:pt x="0" y="164401"/>
                  </a:lnTo>
                  <a:lnTo>
                    <a:pt x="64516" y="0"/>
                  </a:lnTo>
                  <a:close/>
                  <a:moveTo>
                    <a:pt x="81535" y="37605"/>
                  </a:moveTo>
                  <a:lnTo>
                    <a:pt x="58738" y="100165"/>
                  </a:lnTo>
                  <a:lnTo>
                    <a:pt x="104331" y="100165"/>
                  </a:lnTo>
                  <a:lnTo>
                    <a:pt x="81535" y="376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9C1A805-C8C4-42DA-CB83-C5331117F507}"/>
                </a:ext>
              </a:extLst>
            </p:cNvPr>
            <p:cNvSpPr/>
            <p:nvPr userDrawn="1"/>
          </p:nvSpPr>
          <p:spPr>
            <a:xfrm>
              <a:off x="8754681" y="3349949"/>
              <a:ext cx="127889" cy="164401"/>
            </a:xfrm>
            <a:custGeom>
              <a:avLst/>
              <a:gdLst>
                <a:gd name="connsiteX0" fmla="*/ 0 w 127889"/>
                <a:gd name="connsiteY0" fmla="*/ 0 h 164401"/>
                <a:gd name="connsiteX1" fmla="*/ 69850 w 127889"/>
                <a:gd name="connsiteY1" fmla="*/ 0 h 164401"/>
                <a:gd name="connsiteX2" fmla="*/ 112523 w 127889"/>
                <a:gd name="connsiteY2" fmla="*/ 13982 h 164401"/>
                <a:gd name="connsiteX3" fmla="*/ 127889 w 127889"/>
                <a:gd name="connsiteY3" fmla="*/ 54324 h 164401"/>
                <a:gd name="connsiteX4" fmla="*/ 119571 w 127889"/>
                <a:gd name="connsiteY4" fmla="*/ 85490 h 164401"/>
                <a:gd name="connsiteX5" fmla="*/ 96076 w 127889"/>
                <a:gd name="connsiteY5" fmla="*/ 104184 h 164401"/>
                <a:gd name="connsiteX6" fmla="*/ 126683 w 127889"/>
                <a:gd name="connsiteY6" fmla="*/ 164401 h 164401"/>
                <a:gd name="connsiteX7" fmla="*/ 90742 w 127889"/>
                <a:gd name="connsiteY7" fmla="*/ 164401 h 164401"/>
                <a:gd name="connsiteX8" fmla="*/ 62421 w 127889"/>
                <a:gd name="connsiteY8" fmla="*/ 108674 h 164401"/>
                <a:gd name="connsiteX9" fmla="*/ 35052 w 127889"/>
                <a:gd name="connsiteY9" fmla="*/ 108674 h 164401"/>
                <a:gd name="connsiteX10" fmla="*/ 35052 w 127889"/>
                <a:gd name="connsiteY10" fmla="*/ 164401 h 164401"/>
                <a:gd name="connsiteX11" fmla="*/ 0 w 127889"/>
                <a:gd name="connsiteY11" fmla="*/ 164401 h 164401"/>
                <a:gd name="connsiteX12" fmla="*/ 0 w 127889"/>
                <a:gd name="connsiteY12" fmla="*/ 0 h 164401"/>
                <a:gd name="connsiteX13" fmla="*/ 35052 w 127889"/>
                <a:gd name="connsiteY13" fmla="*/ 29864 h 164401"/>
                <a:gd name="connsiteX14" fmla="*/ 35052 w 127889"/>
                <a:gd name="connsiteY14" fmla="*/ 78784 h 164401"/>
                <a:gd name="connsiteX15" fmla="*/ 63627 w 127889"/>
                <a:gd name="connsiteY15" fmla="*/ 78784 h 164401"/>
                <a:gd name="connsiteX16" fmla="*/ 84710 w 127889"/>
                <a:gd name="connsiteY16" fmla="*/ 72917 h 164401"/>
                <a:gd name="connsiteX17" fmla="*/ 92393 w 127889"/>
                <a:gd name="connsiteY17" fmla="*/ 54324 h 164401"/>
                <a:gd name="connsiteX18" fmla="*/ 84773 w 127889"/>
                <a:gd name="connsiteY18" fmla="*/ 35389 h 164401"/>
                <a:gd name="connsiteX19" fmla="*/ 63627 w 127889"/>
                <a:gd name="connsiteY19" fmla="*/ 29864 h 164401"/>
                <a:gd name="connsiteX20" fmla="*/ 35052 w 127889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89" h="164401">
                  <a:moveTo>
                    <a:pt x="0" y="0"/>
                  </a:moveTo>
                  <a:lnTo>
                    <a:pt x="69850" y="0"/>
                  </a:lnTo>
                  <a:cubicBezTo>
                    <a:pt x="88138" y="0"/>
                    <a:pt x="102363" y="4661"/>
                    <a:pt x="112523" y="13982"/>
                  </a:cubicBezTo>
                  <a:cubicBezTo>
                    <a:pt x="122746" y="23304"/>
                    <a:pt x="127889" y="36766"/>
                    <a:pt x="127889" y="54324"/>
                  </a:cubicBezTo>
                  <a:cubicBezTo>
                    <a:pt x="127889" y="66554"/>
                    <a:pt x="125095" y="76936"/>
                    <a:pt x="119571" y="85490"/>
                  </a:cubicBezTo>
                  <a:cubicBezTo>
                    <a:pt x="114047" y="94050"/>
                    <a:pt x="106236" y="100260"/>
                    <a:pt x="96076" y="104184"/>
                  </a:cubicBezTo>
                  <a:lnTo>
                    <a:pt x="126683" y="164401"/>
                  </a:lnTo>
                  <a:lnTo>
                    <a:pt x="90742" y="164401"/>
                  </a:lnTo>
                  <a:lnTo>
                    <a:pt x="62421" y="108674"/>
                  </a:lnTo>
                  <a:lnTo>
                    <a:pt x="35052" y="108674"/>
                  </a:lnTo>
                  <a:lnTo>
                    <a:pt x="35052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10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3" y="35389"/>
                  </a:cubicBezTo>
                  <a:cubicBezTo>
                    <a:pt x="79756" y="31712"/>
                    <a:pt x="72708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A713282-C756-E2B1-A642-C4F7ACC4E4D6}"/>
                </a:ext>
              </a:extLst>
            </p:cNvPr>
            <p:cNvSpPr/>
            <p:nvPr userDrawn="1"/>
          </p:nvSpPr>
          <p:spPr>
            <a:xfrm>
              <a:off x="8902127" y="3349949"/>
              <a:ext cx="111696" cy="164401"/>
            </a:xfrm>
            <a:custGeom>
              <a:avLst/>
              <a:gdLst>
                <a:gd name="connsiteX0" fmla="*/ 0 w 111696"/>
                <a:gd name="connsiteY0" fmla="*/ 0 h 164401"/>
                <a:gd name="connsiteX1" fmla="*/ 111696 w 111696"/>
                <a:gd name="connsiteY1" fmla="*/ 0 h 164401"/>
                <a:gd name="connsiteX2" fmla="*/ 111696 w 111696"/>
                <a:gd name="connsiteY2" fmla="*/ 29864 h 164401"/>
                <a:gd name="connsiteX3" fmla="*/ 35052 w 111696"/>
                <a:gd name="connsiteY3" fmla="*/ 29864 h 164401"/>
                <a:gd name="connsiteX4" fmla="*/ 35052 w 111696"/>
                <a:gd name="connsiteY4" fmla="*/ 67957 h 164401"/>
                <a:gd name="connsiteX5" fmla="*/ 91440 w 111696"/>
                <a:gd name="connsiteY5" fmla="*/ 67957 h 164401"/>
                <a:gd name="connsiteX6" fmla="*/ 91440 w 111696"/>
                <a:gd name="connsiteY6" fmla="*/ 96660 h 164401"/>
                <a:gd name="connsiteX7" fmla="*/ 35052 w 111696"/>
                <a:gd name="connsiteY7" fmla="*/ 96660 h 164401"/>
                <a:gd name="connsiteX8" fmla="*/ 35052 w 111696"/>
                <a:gd name="connsiteY8" fmla="*/ 134537 h 164401"/>
                <a:gd name="connsiteX9" fmla="*/ 111696 w 111696"/>
                <a:gd name="connsiteY9" fmla="*/ 134537 h 164401"/>
                <a:gd name="connsiteX10" fmla="*/ 111696 w 111696"/>
                <a:gd name="connsiteY10" fmla="*/ 164401 h 164401"/>
                <a:gd name="connsiteX11" fmla="*/ 0 w 111696"/>
                <a:gd name="connsiteY11" fmla="*/ 164401 h 164401"/>
                <a:gd name="connsiteX12" fmla="*/ 0 w 111696"/>
                <a:gd name="connsiteY12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96" h="164401">
                  <a:moveTo>
                    <a:pt x="0" y="0"/>
                  </a:moveTo>
                  <a:lnTo>
                    <a:pt x="111696" y="0"/>
                  </a:lnTo>
                  <a:lnTo>
                    <a:pt x="111696" y="29864"/>
                  </a:lnTo>
                  <a:lnTo>
                    <a:pt x="35052" y="29864"/>
                  </a:lnTo>
                  <a:lnTo>
                    <a:pt x="35052" y="67957"/>
                  </a:lnTo>
                  <a:lnTo>
                    <a:pt x="91440" y="67957"/>
                  </a:lnTo>
                  <a:lnTo>
                    <a:pt x="91440" y="96660"/>
                  </a:lnTo>
                  <a:lnTo>
                    <a:pt x="35052" y="96660"/>
                  </a:lnTo>
                  <a:lnTo>
                    <a:pt x="35052" y="134537"/>
                  </a:lnTo>
                  <a:lnTo>
                    <a:pt x="111696" y="134537"/>
                  </a:lnTo>
                  <a:lnTo>
                    <a:pt x="111696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5CD6D3-153F-5E30-0C7D-BE081E454280}"/>
                </a:ext>
              </a:extLst>
            </p:cNvPr>
            <p:cNvSpPr/>
            <p:nvPr userDrawn="1"/>
          </p:nvSpPr>
          <p:spPr>
            <a:xfrm>
              <a:off x="9111488" y="3349949"/>
              <a:ext cx="142621" cy="164401"/>
            </a:xfrm>
            <a:custGeom>
              <a:avLst/>
              <a:gdLst>
                <a:gd name="connsiteX0" fmla="*/ 0 w 142621"/>
                <a:gd name="connsiteY0" fmla="*/ 0 h 164401"/>
                <a:gd name="connsiteX1" fmla="*/ 56007 w 142621"/>
                <a:gd name="connsiteY1" fmla="*/ 0 h 164401"/>
                <a:gd name="connsiteX2" fmla="*/ 101854 w 142621"/>
                <a:gd name="connsiteY2" fmla="*/ 9887 h 164401"/>
                <a:gd name="connsiteX3" fmla="*/ 132017 w 142621"/>
                <a:gd name="connsiteY3" fmla="*/ 38100 h 164401"/>
                <a:gd name="connsiteX4" fmla="*/ 142621 w 142621"/>
                <a:gd name="connsiteY4" fmla="*/ 81375 h 164401"/>
                <a:gd name="connsiteX5" fmla="*/ 119190 w 142621"/>
                <a:gd name="connsiteY5" fmla="*/ 143339 h 164401"/>
                <a:gd name="connsiteX6" fmla="*/ 54166 w 142621"/>
                <a:gd name="connsiteY6" fmla="*/ 164401 h 164401"/>
                <a:gd name="connsiteX7" fmla="*/ 0 w 142621"/>
                <a:gd name="connsiteY7" fmla="*/ 164401 h 164401"/>
                <a:gd name="connsiteX8" fmla="*/ 0 w 142621"/>
                <a:gd name="connsiteY8" fmla="*/ 0 h 164401"/>
                <a:gd name="connsiteX9" fmla="*/ 35052 w 142621"/>
                <a:gd name="connsiteY9" fmla="*/ 29864 h 164401"/>
                <a:gd name="connsiteX10" fmla="*/ 35052 w 142621"/>
                <a:gd name="connsiteY10" fmla="*/ 134512 h 164401"/>
                <a:gd name="connsiteX11" fmla="*/ 56007 w 142621"/>
                <a:gd name="connsiteY11" fmla="*/ 134512 h 164401"/>
                <a:gd name="connsiteX12" fmla="*/ 93726 w 142621"/>
                <a:gd name="connsiteY12" fmla="*/ 120409 h 164401"/>
                <a:gd name="connsiteX13" fmla="*/ 106870 w 142621"/>
                <a:gd name="connsiteY13" fmla="*/ 81375 h 164401"/>
                <a:gd name="connsiteX14" fmla="*/ 101156 w 142621"/>
                <a:gd name="connsiteY14" fmla="*/ 54794 h 164401"/>
                <a:gd name="connsiteX15" fmla="*/ 84328 w 142621"/>
                <a:gd name="connsiteY15" fmla="*/ 36449 h 164401"/>
                <a:gd name="connsiteX16" fmla="*/ 58293 w 142621"/>
                <a:gd name="connsiteY16" fmla="*/ 29864 h 164401"/>
                <a:gd name="connsiteX17" fmla="*/ 35052 w 142621"/>
                <a:gd name="connsiteY17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621" h="164401">
                  <a:moveTo>
                    <a:pt x="0" y="0"/>
                  </a:moveTo>
                  <a:lnTo>
                    <a:pt x="56007" y="0"/>
                  </a:lnTo>
                  <a:cubicBezTo>
                    <a:pt x="73469" y="0"/>
                    <a:pt x="88773" y="3283"/>
                    <a:pt x="101854" y="9887"/>
                  </a:cubicBezTo>
                  <a:cubicBezTo>
                    <a:pt x="114871" y="16472"/>
                    <a:pt x="124905" y="25870"/>
                    <a:pt x="132017" y="38100"/>
                  </a:cubicBezTo>
                  <a:cubicBezTo>
                    <a:pt x="139065" y="50330"/>
                    <a:pt x="142621" y="64757"/>
                    <a:pt x="142621" y="81375"/>
                  </a:cubicBezTo>
                  <a:cubicBezTo>
                    <a:pt x="142621" y="108648"/>
                    <a:pt x="134810" y="129311"/>
                    <a:pt x="119190" y="143339"/>
                  </a:cubicBezTo>
                  <a:cubicBezTo>
                    <a:pt x="103632" y="157372"/>
                    <a:pt x="81915" y="164401"/>
                    <a:pt x="54166" y="164401"/>
                  </a:cubicBez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134512"/>
                  </a:lnTo>
                  <a:lnTo>
                    <a:pt x="56007" y="134512"/>
                  </a:lnTo>
                  <a:cubicBezTo>
                    <a:pt x="72390" y="134512"/>
                    <a:pt x="85027" y="129806"/>
                    <a:pt x="93726" y="120409"/>
                  </a:cubicBezTo>
                  <a:cubicBezTo>
                    <a:pt x="102489" y="110992"/>
                    <a:pt x="106870" y="97993"/>
                    <a:pt x="106870" y="81375"/>
                  </a:cubicBezTo>
                  <a:cubicBezTo>
                    <a:pt x="106870" y="71488"/>
                    <a:pt x="104966" y="62636"/>
                    <a:pt x="101156" y="54794"/>
                  </a:cubicBezTo>
                  <a:cubicBezTo>
                    <a:pt x="97282" y="46952"/>
                    <a:pt x="91694" y="40837"/>
                    <a:pt x="84328" y="36449"/>
                  </a:cubicBezTo>
                  <a:cubicBezTo>
                    <a:pt x="76962" y="32055"/>
                    <a:pt x="68263" y="29864"/>
                    <a:pt x="58293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C8B9E84-1ADA-E687-C254-2B5BE23B3B5F}"/>
                </a:ext>
              </a:extLst>
            </p:cNvPr>
            <p:cNvSpPr/>
            <p:nvPr userDrawn="1"/>
          </p:nvSpPr>
          <p:spPr>
            <a:xfrm>
              <a:off x="9273412" y="3349949"/>
              <a:ext cx="127826" cy="164401"/>
            </a:xfrm>
            <a:custGeom>
              <a:avLst/>
              <a:gdLst>
                <a:gd name="connsiteX0" fmla="*/ 0 w 127826"/>
                <a:gd name="connsiteY0" fmla="*/ 0 h 164401"/>
                <a:gd name="connsiteX1" fmla="*/ 69786 w 127826"/>
                <a:gd name="connsiteY1" fmla="*/ 0 h 164401"/>
                <a:gd name="connsiteX2" fmla="*/ 112522 w 127826"/>
                <a:gd name="connsiteY2" fmla="*/ 13982 h 164401"/>
                <a:gd name="connsiteX3" fmla="*/ 127826 w 127826"/>
                <a:gd name="connsiteY3" fmla="*/ 54324 h 164401"/>
                <a:gd name="connsiteX4" fmla="*/ 119570 w 127826"/>
                <a:gd name="connsiteY4" fmla="*/ 85490 h 164401"/>
                <a:gd name="connsiteX5" fmla="*/ 96076 w 127826"/>
                <a:gd name="connsiteY5" fmla="*/ 104184 h 164401"/>
                <a:gd name="connsiteX6" fmla="*/ 126682 w 127826"/>
                <a:gd name="connsiteY6" fmla="*/ 164401 h 164401"/>
                <a:gd name="connsiteX7" fmla="*/ 90742 w 127826"/>
                <a:gd name="connsiteY7" fmla="*/ 164401 h 164401"/>
                <a:gd name="connsiteX8" fmla="*/ 62420 w 127826"/>
                <a:gd name="connsiteY8" fmla="*/ 108674 h 164401"/>
                <a:gd name="connsiteX9" fmla="*/ 34989 w 127826"/>
                <a:gd name="connsiteY9" fmla="*/ 108674 h 164401"/>
                <a:gd name="connsiteX10" fmla="*/ 34989 w 127826"/>
                <a:gd name="connsiteY10" fmla="*/ 164401 h 164401"/>
                <a:gd name="connsiteX11" fmla="*/ 0 w 127826"/>
                <a:gd name="connsiteY11" fmla="*/ 164401 h 164401"/>
                <a:gd name="connsiteX12" fmla="*/ 0 w 127826"/>
                <a:gd name="connsiteY12" fmla="*/ 0 h 164401"/>
                <a:gd name="connsiteX13" fmla="*/ 35052 w 127826"/>
                <a:gd name="connsiteY13" fmla="*/ 29864 h 164401"/>
                <a:gd name="connsiteX14" fmla="*/ 35052 w 127826"/>
                <a:gd name="connsiteY14" fmla="*/ 78784 h 164401"/>
                <a:gd name="connsiteX15" fmla="*/ 63627 w 127826"/>
                <a:gd name="connsiteY15" fmla="*/ 78784 h 164401"/>
                <a:gd name="connsiteX16" fmla="*/ 84709 w 127826"/>
                <a:gd name="connsiteY16" fmla="*/ 72917 h 164401"/>
                <a:gd name="connsiteX17" fmla="*/ 92393 w 127826"/>
                <a:gd name="connsiteY17" fmla="*/ 54324 h 164401"/>
                <a:gd name="connsiteX18" fmla="*/ 84772 w 127826"/>
                <a:gd name="connsiteY18" fmla="*/ 35389 h 164401"/>
                <a:gd name="connsiteX19" fmla="*/ 63627 w 127826"/>
                <a:gd name="connsiteY19" fmla="*/ 29864 h 164401"/>
                <a:gd name="connsiteX20" fmla="*/ 35052 w 127826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26" h="164401">
                  <a:moveTo>
                    <a:pt x="0" y="0"/>
                  </a:moveTo>
                  <a:lnTo>
                    <a:pt x="69786" y="0"/>
                  </a:lnTo>
                  <a:cubicBezTo>
                    <a:pt x="88074" y="0"/>
                    <a:pt x="102298" y="4661"/>
                    <a:pt x="112522" y="13982"/>
                  </a:cubicBezTo>
                  <a:cubicBezTo>
                    <a:pt x="122745" y="23304"/>
                    <a:pt x="127826" y="36766"/>
                    <a:pt x="127826" y="54324"/>
                  </a:cubicBezTo>
                  <a:cubicBezTo>
                    <a:pt x="127826" y="66554"/>
                    <a:pt x="125095" y="76936"/>
                    <a:pt x="119570" y="85490"/>
                  </a:cubicBezTo>
                  <a:cubicBezTo>
                    <a:pt x="114046" y="94050"/>
                    <a:pt x="106172" y="100260"/>
                    <a:pt x="96076" y="104184"/>
                  </a:cubicBezTo>
                  <a:lnTo>
                    <a:pt x="126682" y="164401"/>
                  </a:lnTo>
                  <a:lnTo>
                    <a:pt x="90742" y="164401"/>
                  </a:lnTo>
                  <a:lnTo>
                    <a:pt x="62420" y="108674"/>
                  </a:lnTo>
                  <a:lnTo>
                    <a:pt x="34989" y="1086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09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2" y="35389"/>
                  </a:cubicBezTo>
                  <a:cubicBezTo>
                    <a:pt x="79756" y="31712"/>
                    <a:pt x="72707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5C63506-EF1D-B37A-86CE-66AC71601D09}"/>
                </a:ext>
              </a:extLst>
            </p:cNvPr>
            <p:cNvSpPr/>
            <p:nvPr userDrawn="1"/>
          </p:nvSpPr>
          <p:spPr>
            <a:xfrm>
              <a:off x="942085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3138490-F379-7DD8-8440-76A54061637B}"/>
                </a:ext>
              </a:extLst>
            </p:cNvPr>
            <p:cNvSpPr/>
            <p:nvPr userDrawn="1"/>
          </p:nvSpPr>
          <p:spPr>
            <a:xfrm>
              <a:off x="9475405" y="3349949"/>
              <a:ext cx="163068" cy="164401"/>
            </a:xfrm>
            <a:custGeom>
              <a:avLst/>
              <a:gdLst>
                <a:gd name="connsiteX0" fmla="*/ 0 w 163068"/>
                <a:gd name="connsiteY0" fmla="*/ 0 h 164401"/>
                <a:gd name="connsiteX1" fmla="*/ 37338 w 163068"/>
                <a:gd name="connsiteY1" fmla="*/ 0 h 164401"/>
                <a:gd name="connsiteX2" fmla="*/ 81535 w 163068"/>
                <a:gd name="connsiteY2" fmla="*/ 116884 h 164401"/>
                <a:gd name="connsiteX3" fmla="*/ 125985 w 163068"/>
                <a:gd name="connsiteY3" fmla="*/ 0 h 164401"/>
                <a:gd name="connsiteX4" fmla="*/ 163068 w 163068"/>
                <a:gd name="connsiteY4" fmla="*/ 0 h 164401"/>
                <a:gd name="connsiteX5" fmla="*/ 98806 w 163068"/>
                <a:gd name="connsiteY5" fmla="*/ 164401 h 164401"/>
                <a:gd name="connsiteX6" fmla="*/ 64516 w 163068"/>
                <a:gd name="connsiteY6" fmla="*/ 164401 h 164401"/>
                <a:gd name="connsiteX7" fmla="*/ 0 w 163068"/>
                <a:gd name="connsiteY7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068" h="164401">
                  <a:moveTo>
                    <a:pt x="0" y="0"/>
                  </a:moveTo>
                  <a:lnTo>
                    <a:pt x="37338" y="0"/>
                  </a:lnTo>
                  <a:lnTo>
                    <a:pt x="81535" y="116884"/>
                  </a:lnTo>
                  <a:lnTo>
                    <a:pt x="125985" y="0"/>
                  </a:lnTo>
                  <a:lnTo>
                    <a:pt x="163068" y="0"/>
                  </a:lnTo>
                  <a:lnTo>
                    <a:pt x="98806" y="164401"/>
                  </a:lnTo>
                  <a:lnTo>
                    <a:pt x="64516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42474D7-0808-5B53-C48E-BFBBA580121A}"/>
                </a:ext>
              </a:extLst>
            </p:cNvPr>
            <p:cNvSpPr/>
            <p:nvPr userDrawn="1"/>
          </p:nvSpPr>
          <p:spPr>
            <a:xfrm>
              <a:off x="9657842" y="3349949"/>
              <a:ext cx="35051" cy="164401"/>
            </a:xfrm>
            <a:custGeom>
              <a:avLst/>
              <a:gdLst>
                <a:gd name="connsiteX0" fmla="*/ 0 w 35051"/>
                <a:gd name="connsiteY0" fmla="*/ 0 h 164401"/>
                <a:gd name="connsiteX1" fmla="*/ 35051 w 35051"/>
                <a:gd name="connsiteY1" fmla="*/ 0 h 164401"/>
                <a:gd name="connsiteX2" fmla="*/ 35051 w 35051"/>
                <a:gd name="connsiteY2" fmla="*/ 164401 h 164401"/>
                <a:gd name="connsiteX3" fmla="*/ 0 w 35051"/>
                <a:gd name="connsiteY3" fmla="*/ 164401 h 164401"/>
                <a:gd name="connsiteX4" fmla="*/ 0 w 35051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51" h="164401">
                  <a:moveTo>
                    <a:pt x="0" y="0"/>
                  </a:moveTo>
                  <a:lnTo>
                    <a:pt x="35051" y="0"/>
                  </a:lnTo>
                  <a:lnTo>
                    <a:pt x="3505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73327BD-14C6-4580-D54A-B7160E0992AD}"/>
                </a:ext>
              </a:extLst>
            </p:cNvPr>
            <p:cNvSpPr/>
            <p:nvPr userDrawn="1"/>
          </p:nvSpPr>
          <p:spPr>
            <a:xfrm>
              <a:off x="9717086" y="3349949"/>
              <a:ext cx="136334" cy="164401"/>
            </a:xfrm>
            <a:custGeom>
              <a:avLst/>
              <a:gdLst>
                <a:gd name="connsiteX0" fmla="*/ 0 w 136334"/>
                <a:gd name="connsiteY0" fmla="*/ 0 h 164401"/>
                <a:gd name="connsiteX1" fmla="*/ 34035 w 136334"/>
                <a:gd name="connsiteY1" fmla="*/ 0 h 164401"/>
                <a:gd name="connsiteX2" fmla="*/ 101345 w 136334"/>
                <a:gd name="connsiteY2" fmla="*/ 106305 h 164401"/>
                <a:gd name="connsiteX3" fmla="*/ 101345 w 136334"/>
                <a:gd name="connsiteY3" fmla="*/ 0 h 164401"/>
                <a:gd name="connsiteX4" fmla="*/ 136334 w 136334"/>
                <a:gd name="connsiteY4" fmla="*/ 0 h 164401"/>
                <a:gd name="connsiteX5" fmla="*/ 136334 w 136334"/>
                <a:gd name="connsiteY5" fmla="*/ 164401 h 164401"/>
                <a:gd name="connsiteX6" fmla="*/ 102489 w 136334"/>
                <a:gd name="connsiteY6" fmla="*/ 164401 h 164401"/>
                <a:gd name="connsiteX7" fmla="*/ 34988 w 136334"/>
                <a:gd name="connsiteY7" fmla="*/ 58096 h 164401"/>
                <a:gd name="connsiteX8" fmla="*/ 34988 w 136334"/>
                <a:gd name="connsiteY8" fmla="*/ 164401 h 164401"/>
                <a:gd name="connsiteX9" fmla="*/ 0 w 136334"/>
                <a:gd name="connsiteY9" fmla="*/ 164401 h 164401"/>
                <a:gd name="connsiteX10" fmla="*/ 0 w 136334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334" h="164401">
                  <a:moveTo>
                    <a:pt x="0" y="0"/>
                  </a:moveTo>
                  <a:lnTo>
                    <a:pt x="34035" y="0"/>
                  </a:lnTo>
                  <a:lnTo>
                    <a:pt x="101345" y="106305"/>
                  </a:lnTo>
                  <a:lnTo>
                    <a:pt x="101345" y="0"/>
                  </a:lnTo>
                  <a:lnTo>
                    <a:pt x="136334" y="0"/>
                  </a:lnTo>
                  <a:lnTo>
                    <a:pt x="136334" y="164401"/>
                  </a:lnTo>
                  <a:lnTo>
                    <a:pt x="102489" y="164401"/>
                  </a:lnTo>
                  <a:lnTo>
                    <a:pt x="34988" y="58096"/>
                  </a:lnTo>
                  <a:lnTo>
                    <a:pt x="34988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3C05CD5-6B82-4B81-4D5C-3EACD05A3D26}"/>
                </a:ext>
              </a:extLst>
            </p:cNvPr>
            <p:cNvSpPr/>
            <p:nvPr userDrawn="1"/>
          </p:nvSpPr>
          <p:spPr>
            <a:xfrm>
              <a:off x="10120184" y="3349949"/>
              <a:ext cx="168084" cy="164401"/>
            </a:xfrm>
            <a:custGeom>
              <a:avLst/>
              <a:gdLst>
                <a:gd name="connsiteX0" fmla="*/ 0 w 168084"/>
                <a:gd name="connsiteY0" fmla="*/ 0 h 164401"/>
                <a:gd name="connsiteX1" fmla="*/ 34544 w 168084"/>
                <a:gd name="connsiteY1" fmla="*/ 0 h 164401"/>
                <a:gd name="connsiteX2" fmla="*/ 84074 w 168084"/>
                <a:gd name="connsiteY2" fmla="*/ 110052 h 164401"/>
                <a:gd name="connsiteX3" fmla="*/ 133795 w 168084"/>
                <a:gd name="connsiteY3" fmla="*/ 0 h 164401"/>
                <a:gd name="connsiteX4" fmla="*/ 168084 w 168084"/>
                <a:gd name="connsiteY4" fmla="*/ 0 h 164401"/>
                <a:gd name="connsiteX5" fmla="*/ 168084 w 168084"/>
                <a:gd name="connsiteY5" fmla="*/ 164401 h 164401"/>
                <a:gd name="connsiteX6" fmla="*/ 134683 w 168084"/>
                <a:gd name="connsiteY6" fmla="*/ 164401 h 164401"/>
                <a:gd name="connsiteX7" fmla="*/ 134683 w 168084"/>
                <a:gd name="connsiteY7" fmla="*/ 71044 h 164401"/>
                <a:gd name="connsiteX8" fmla="*/ 92138 w 168084"/>
                <a:gd name="connsiteY8" fmla="*/ 164401 h 164401"/>
                <a:gd name="connsiteX9" fmla="*/ 76009 w 168084"/>
                <a:gd name="connsiteY9" fmla="*/ 164401 h 164401"/>
                <a:gd name="connsiteX10" fmla="*/ 33591 w 168084"/>
                <a:gd name="connsiteY10" fmla="*/ 71044 h 164401"/>
                <a:gd name="connsiteX11" fmla="*/ 33591 w 168084"/>
                <a:gd name="connsiteY11" fmla="*/ 164401 h 164401"/>
                <a:gd name="connsiteX12" fmla="*/ 0 w 168084"/>
                <a:gd name="connsiteY12" fmla="*/ 164401 h 164401"/>
                <a:gd name="connsiteX13" fmla="*/ 0 w 168084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084" h="164401">
                  <a:moveTo>
                    <a:pt x="0" y="0"/>
                  </a:moveTo>
                  <a:lnTo>
                    <a:pt x="34544" y="0"/>
                  </a:lnTo>
                  <a:lnTo>
                    <a:pt x="84074" y="110052"/>
                  </a:lnTo>
                  <a:lnTo>
                    <a:pt x="133795" y="0"/>
                  </a:lnTo>
                  <a:lnTo>
                    <a:pt x="168084" y="0"/>
                  </a:lnTo>
                  <a:lnTo>
                    <a:pt x="168084" y="164401"/>
                  </a:lnTo>
                  <a:lnTo>
                    <a:pt x="134683" y="164401"/>
                  </a:lnTo>
                  <a:lnTo>
                    <a:pt x="134683" y="71044"/>
                  </a:lnTo>
                  <a:lnTo>
                    <a:pt x="92138" y="164401"/>
                  </a:lnTo>
                  <a:lnTo>
                    <a:pt x="76009" y="164401"/>
                  </a:lnTo>
                  <a:lnTo>
                    <a:pt x="33591" y="71044"/>
                  </a:lnTo>
                  <a:lnTo>
                    <a:pt x="3359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AAA511B-5C02-B746-9C84-469813F70714}"/>
                </a:ext>
              </a:extLst>
            </p:cNvPr>
            <p:cNvSpPr/>
            <p:nvPr userDrawn="1"/>
          </p:nvSpPr>
          <p:spPr>
            <a:xfrm>
              <a:off x="10499025" y="3349948"/>
              <a:ext cx="132652" cy="164350"/>
            </a:xfrm>
            <a:custGeom>
              <a:avLst/>
              <a:gdLst>
                <a:gd name="connsiteX0" fmla="*/ 0 w 132652"/>
                <a:gd name="connsiteY0" fmla="*/ 0 h 164350"/>
                <a:gd name="connsiteX1" fmla="*/ 78994 w 132652"/>
                <a:gd name="connsiteY1" fmla="*/ 0 h 164350"/>
                <a:gd name="connsiteX2" fmla="*/ 114681 w 132652"/>
                <a:gd name="connsiteY2" fmla="*/ 11518 h 164350"/>
                <a:gd name="connsiteX3" fmla="*/ 127571 w 132652"/>
                <a:gd name="connsiteY3" fmla="*/ 44907 h 164350"/>
                <a:gd name="connsiteX4" fmla="*/ 122555 w 132652"/>
                <a:gd name="connsiteY4" fmla="*/ 64998 h 164350"/>
                <a:gd name="connsiteX5" fmla="*/ 108712 w 132652"/>
                <a:gd name="connsiteY5" fmla="*/ 78981 h 164350"/>
                <a:gd name="connsiteX6" fmla="*/ 126682 w 132652"/>
                <a:gd name="connsiteY6" fmla="*/ 92494 h 164350"/>
                <a:gd name="connsiteX7" fmla="*/ 132652 w 132652"/>
                <a:gd name="connsiteY7" fmla="*/ 116141 h 164350"/>
                <a:gd name="connsiteX8" fmla="*/ 126111 w 132652"/>
                <a:gd name="connsiteY8" fmla="*/ 141884 h 164350"/>
                <a:gd name="connsiteX9" fmla="*/ 108141 w 132652"/>
                <a:gd name="connsiteY9" fmla="*/ 158578 h 164350"/>
                <a:gd name="connsiteX10" fmla="*/ 82931 w 132652"/>
                <a:gd name="connsiteY10" fmla="*/ 164350 h 164350"/>
                <a:gd name="connsiteX11" fmla="*/ 0 w 132652"/>
                <a:gd name="connsiteY11" fmla="*/ 164350 h 164350"/>
                <a:gd name="connsiteX12" fmla="*/ 0 w 132652"/>
                <a:gd name="connsiteY12" fmla="*/ 0 h 164350"/>
                <a:gd name="connsiteX13" fmla="*/ 35052 w 132652"/>
                <a:gd name="connsiteY13" fmla="*/ 27273 h 164350"/>
                <a:gd name="connsiteX14" fmla="*/ 35052 w 132652"/>
                <a:gd name="connsiteY14" fmla="*/ 66776 h 164350"/>
                <a:gd name="connsiteX15" fmla="*/ 72327 w 132652"/>
                <a:gd name="connsiteY15" fmla="*/ 66776 h 164350"/>
                <a:gd name="connsiteX16" fmla="*/ 86868 w 132652"/>
                <a:gd name="connsiteY16" fmla="*/ 62064 h 164350"/>
                <a:gd name="connsiteX17" fmla="*/ 92139 w 132652"/>
                <a:gd name="connsiteY17" fmla="*/ 47027 h 164350"/>
                <a:gd name="connsiteX18" fmla="*/ 86931 w 132652"/>
                <a:gd name="connsiteY18" fmla="*/ 31514 h 164350"/>
                <a:gd name="connsiteX19" fmla="*/ 71183 w 132652"/>
                <a:gd name="connsiteY19" fmla="*/ 27273 h 164350"/>
                <a:gd name="connsiteX20" fmla="*/ 35052 w 132652"/>
                <a:gd name="connsiteY20" fmla="*/ 27273 h 164350"/>
                <a:gd name="connsiteX21" fmla="*/ 35052 w 132652"/>
                <a:gd name="connsiteY21" fmla="*/ 94297 h 164350"/>
                <a:gd name="connsiteX22" fmla="*/ 35052 w 132652"/>
                <a:gd name="connsiteY22" fmla="*/ 137102 h 164350"/>
                <a:gd name="connsiteX23" fmla="*/ 74422 w 132652"/>
                <a:gd name="connsiteY23" fmla="*/ 137102 h 164350"/>
                <a:gd name="connsiteX24" fmla="*/ 91567 w 132652"/>
                <a:gd name="connsiteY24" fmla="*/ 132517 h 164350"/>
                <a:gd name="connsiteX25" fmla="*/ 97472 w 132652"/>
                <a:gd name="connsiteY25" fmla="*/ 116414 h 164350"/>
                <a:gd name="connsiteX26" fmla="*/ 91377 w 132652"/>
                <a:gd name="connsiteY26" fmla="*/ 99472 h 164350"/>
                <a:gd name="connsiteX27" fmla="*/ 73279 w 132652"/>
                <a:gd name="connsiteY27" fmla="*/ 94297 h 164350"/>
                <a:gd name="connsiteX28" fmla="*/ 35052 w 132652"/>
                <a:gd name="connsiteY28" fmla="*/ 94297 h 16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652" h="164350">
                  <a:moveTo>
                    <a:pt x="0" y="0"/>
                  </a:moveTo>
                  <a:lnTo>
                    <a:pt x="78994" y="0"/>
                  </a:lnTo>
                  <a:cubicBezTo>
                    <a:pt x="94170" y="0"/>
                    <a:pt x="106108" y="3847"/>
                    <a:pt x="114681" y="11518"/>
                  </a:cubicBezTo>
                  <a:cubicBezTo>
                    <a:pt x="123317" y="19208"/>
                    <a:pt x="127571" y="30333"/>
                    <a:pt x="127571" y="44907"/>
                  </a:cubicBezTo>
                  <a:cubicBezTo>
                    <a:pt x="127571" y="52279"/>
                    <a:pt x="125920" y="58985"/>
                    <a:pt x="122555" y="64998"/>
                  </a:cubicBezTo>
                  <a:cubicBezTo>
                    <a:pt x="119126" y="71043"/>
                    <a:pt x="114554" y="75704"/>
                    <a:pt x="108712" y="78981"/>
                  </a:cubicBezTo>
                  <a:cubicBezTo>
                    <a:pt x="116713" y="81965"/>
                    <a:pt x="122682" y="86480"/>
                    <a:pt x="126682" y="92494"/>
                  </a:cubicBezTo>
                  <a:cubicBezTo>
                    <a:pt x="130683" y="98539"/>
                    <a:pt x="132652" y="106400"/>
                    <a:pt x="132652" y="116141"/>
                  </a:cubicBezTo>
                  <a:cubicBezTo>
                    <a:pt x="132652" y="125882"/>
                    <a:pt x="130492" y="134613"/>
                    <a:pt x="126111" y="141884"/>
                  </a:cubicBezTo>
                  <a:cubicBezTo>
                    <a:pt x="121730" y="149161"/>
                    <a:pt x="115760" y="154730"/>
                    <a:pt x="108141" y="158578"/>
                  </a:cubicBezTo>
                  <a:cubicBezTo>
                    <a:pt x="100520" y="162426"/>
                    <a:pt x="92139" y="164350"/>
                    <a:pt x="82931" y="164350"/>
                  </a:cubicBezTo>
                  <a:lnTo>
                    <a:pt x="0" y="164350"/>
                  </a:lnTo>
                  <a:lnTo>
                    <a:pt x="0" y="0"/>
                  </a:lnTo>
                  <a:close/>
                  <a:moveTo>
                    <a:pt x="35052" y="27273"/>
                  </a:moveTo>
                  <a:lnTo>
                    <a:pt x="35052" y="66776"/>
                  </a:lnTo>
                  <a:lnTo>
                    <a:pt x="72327" y="66776"/>
                  </a:lnTo>
                  <a:cubicBezTo>
                    <a:pt x="78486" y="66776"/>
                    <a:pt x="83312" y="65220"/>
                    <a:pt x="86868" y="62064"/>
                  </a:cubicBezTo>
                  <a:cubicBezTo>
                    <a:pt x="90360" y="58934"/>
                    <a:pt x="92139" y="53904"/>
                    <a:pt x="92139" y="47027"/>
                  </a:cubicBezTo>
                  <a:cubicBezTo>
                    <a:pt x="92139" y="39503"/>
                    <a:pt x="90424" y="34327"/>
                    <a:pt x="86931" y="31514"/>
                  </a:cubicBezTo>
                  <a:cubicBezTo>
                    <a:pt x="83503" y="28701"/>
                    <a:pt x="78232" y="27273"/>
                    <a:pt x="71183" y="27273"/>
                  </a:cubicBezTo>
                  <a:lnTo>
                    <a:pt x="35052" y="27273"/>
                  </a:lnTo>
                  <a:close/>
                  <a:moveTo>
                    <a:pt x="35052" y="94297"/>
                  </a:moveTo>
                  <a:lnTo>
                    <a:pt x="35052" y="137102"/>
                  </a:lnTo>
                  <a:lnTo>
                    <a:pt x="74422" y="137102"/>
                  </a:lnTo>
                  <a:cubicBezTo>
                    <a:pt x="81979" y="137102"/>
                    <a:pt x="87630" y="135572"/>
                    <a:pt x="91567" y="132517"/>
                  </a:cubicBezTo>
                  <a:cubicBezTo>
                    <a:pt x="95504" y="129457"/>
                    <a:pt x="97472" y="124085"/>
                    <a:pt x="97472" y="116414"/>
                  </a:cubicBezTo>
                  <a:cubicBezTo>
                    <a:pt x="97472" y="108743"/>
                    <a:pt x="95441" y="102927"/>
                    <a:pt x="91377" y="99472"/>
                  </a:cubicBezTo>
                  <a:cubicBezTo>
                    <a:pt x="87249" y="96024"/>
                    <a:pt x="81280" y="94297"/>
                    <a:pt x="73279" y="94297"/>
                  </a:cubicBezTo>
                  <a:lnTo>
                    <a:pt x="35052" y="942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B156F5B-542E-F7D5-A8F7-893AC74EBE57}"/>
                </a:ext>
              </a:extLst>
            </p:cNvPr>
            <p:cNvSpPr/>
            <p:nvPr userDrawn="1"/>
          </p:nvSpPr>
          <p:spPr>
            <a:xfrm>
              <a:off x="1065129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3E05CB1-8B26-8565-DBBC-DEE73A32FCBC}"/>
                </a:ext>
              </a:extLst>
            </p:cNvPr>
            <p:cNvSpPr/>
            <p:nvPr userDrawn="1"/>
          </p:nvSpPr>
          <p:spPr>
            <a:xfrm>
              <a:off x="10710481" y="3349948"/>
              <a:ext cx="108713" cy="164376"/>
            </a:xfrm>
            <a:custGeom>
              <a:avLst/>
              <a:gdLst>
                <a:gd name="connsiteX0" fmla="*/ 0 w 108713"/>
                <a:gd name="connsiteY0" fmla="*/ 0 h 164376"/>
                <a:gd name="connsiteX1" fmla="*/ 34989 w 108713"/>
                <a:gd name="connsiteY1" fmla="*/ 0 h 164376"/>
                <a:gd name="connsiteX2" fmla="*/ 34989 w 108713"/>
                <a:gd name="connsiteY2" fmla="*/ 134512 h 164376"/>
                <a:gd name="connsiteX3" fmla="*/ 108713 w 108713"/>
                <a:gd name="connsiteY3" fmla="*/ 134512 h 164376"/>
                <a:gd name="connsiteX4" fmla="*/ 108713 w 108713"/>
                <a:gd name="connsiteY4" fmla="*/ 164376 h 164376"/>
                <a:gd name="connsiteX5" fmla="*/ 0 w 108713"/>
                <a:gd name="connsiteY5" fmla="*/ 164376 h 164376"/>
                <a:gd name="connsiteX6" fmla="*/ 0 w 108713"/>
                <a:gd name="connsiteY6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713" h="164376">
                  <a:moveTo>
                    <a:pt x="0" y="0"/>
                  </a:moveTo>
                  <a:lnTo>
                    <a:pt x="34989" y="0"/>
                  </a:lnTo>
                  <a:lnTo>
                    <a:pt x="34989" y="134512"/>
                  </a:lnTo>
                  <a:lnTo>
                    <a:pt x="108713" y="134512"/>
                  </a:lnTo>
                  <a:lnTo>
                    <a:pt x="108713" y="164376"/>
                  </a:lnTo>
                  <a:lnTo>
                    <a:pt x="0" y="164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CC61E89-0B8E-6819-E932-FF9998E0FE4C}"/>
                </a:ext>
              </a:extLst>
            </p:cNvPr>
            <p:cNvSpPr/>
            <p:nvPr userDrawn="1"/>
          </p:nvSpPr>
          <p:spPr>
            <a:xfrm>
              <a:off x="1083417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A3A616B-9295-B312-7CC7-49E04E281443}"/>
                </a:ext>
              </a:extLst>
            </p:cNvPr>
            <p:cNvSpPr/>
            <p:nvPr userDrawn="1"/>
          </p:nvSpPr>
          <p:spPr>
            <a:xfrm>
              <a:off x="10884851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9 w 128968"/>
                <a:gd name="connsiteY3" fmla="*/ 29864 h 164376"/>
                <a:gd name="connsiteX4" fmla="*/ 81979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9" y="29864"/>
                  </a:lnTo>
                  <a:lnTo>
                    <a:pt x="81979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A66F5D6-4CFA-BD8F-9984-775E08F213A5}"/>
                </a:ext>
              </a:extLst>
            </p:cNvPr>
            <p:cNvSpPr/>
            <p:nvPr userDrawn="1"/>
          </p:nvSpPr>
          <p:spPr>
            <a:xfrm>
              <a:off x="1015999" y="2946375"/>
              <a:ext cx="626445" cy="565798"/>
            </a:xfrm>
            <a:custGeom>
              <a:avLst/>
              <a:gdLst>
                <a:gd name="connsiteX0" fmla="*/ 431386 w 626445"/>
                <a:gd name="connsiteY0" fmla="*/ 3 h 565798"/>
                <a:gd name="connsiteX1" fmla="*/ 618277 w 626445"/>
                <a:gd name="connsiteY1" fmla="*/ 83546 h 565798"/>
                <a:gd name="connsiteX2" fmla="*/ 618930 w 626445"/>
                <a:gd name="connsiteY2" fmla="*/ 84462 h 565798"/>
                <a:gd name="connsiteX3" fmla="*/ 619673 w 626445"/>
                <a:gd name="connsiteY3" fmla="*/ 85546 h 565798"/>
                <a:gd name="connsiteX4" fmla="*/ 626445 w 626445"/>
                <a:gd name="connsiteY4" fmla="*/ 108288 h 565798"/>
                <a:gd name="connsiteX5" fmla="*/ 614273 w 626445"/>
                <a:gd name="connsiteY5" fmla="*/ 137692 h 565798"/>
                <a:gd name="connsiteX6" fmla="*/ 584882 w 626445"/>
                <a:gd name="connsiteY6" fmla="*/ 149878 h 565798"/>
                <a:gd name="connsiteX7" fmla="*/ 335536 w 626445"/>
                <a:gd name="connsiteY7" fmla="*/ 397585 h 565798"/>
                <a:gd name="connsiteX8" fmla="*/ 335536 w 626445"/>
                <a:gd name="connsiteY8" fmla="*/ 399421 h 565798"/>
                <a:gd name="connsiteX9" fmla="*/ 335536 w 626445"/>
                <a:gd name="connsiteY9" fmla="*/ 401180 h 565798"/>
                <a:gd name="connsiteX10" fmla="*/ 264619 w 626445"/>
                <a:gd name="connsiteY10" fmla="*/ 535711 h 565798"/>
                <a:gd name="connsiteX11" fmla="*/ 40400 w 626445"/>
                <a:gd name="connsiteY11" fmla="*/ 504488 h 565798"/>
                <a:gd name="connsiteX12" fmla="*/ 39842 w 626445"/>
                <a:gd name="connsiteY12" fmla="*/ 503808 h 565798"/>
                <a:gd name="connsiteX13" fmla="*/ 33117 w 626445"/>
                <a:gd name="connsiteY13" fmla="*/ 494836 h 565798"/>
                <a:gd name="connsiteX14" fmla="*/ 26291 w 626445"/>
                <a:gd name="connsiteY14" fmla="*/ 484289 h 565798"/>
                <a:gd name="connsiteX15" fmla="*/ 25979 w 626445"/>
                <a:gd name="connsiteY15" fmla="*/ 483755 h 565798"/>
                <a:gd name="connsiteX16" fmla="*/ 183021 w 626445"/>
                <a:gd name="connsiteY16" fmla="*/ 85210 h 565798"/>
                <a:gd name="connsiteX17" fmla="*/ 431386 w 626445"/>
                <a:gd name="connsiteY17" fmla="*/ 3 h 56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5" h="565798">
                  <a:moveTo>
                    <a:pt x="431386" y="3"/>
                  </a:moveTo>
                  <a:cubicBezTo>
                    <a:pt x="510110" y="-287"/>
                    <a:pt x="578589" y="27548"/>
                    <a:pt x="618277" y="83546"/>
                  </a:cubicBezTo>
                  <a:cubicBezTo>
                    <a:pt x="618492" y="83833"/>
                    <a:pt x="618708" y="84150"/>
                    <a:pt x="618930" y="84462"/>
                  </a:cubicBezTo>
                  <a:cubicBezTo>
                    <a:pt x="619171" y="84823"/>
                    <a:pt x="619432" y="85185"/>
                    <a:pt x="619673" y="85546"/>
                  </a:cubicBezTo>
                  <a:lnTo>
                    <a:pt x="626445" y="108288"/>
                  </a:lnTo>
                  <a:lnTo>
                    <a:pt x="614273" y="137692"/>
                  </a:lnTo>
                  <a:cubicBezTo>
                    <a:pt x="606750" y="145220"/>
                    <a:pt x="596359" y="149878"/>
                    <a:pt x="584882" y="149878"/>
                  </a:cubicBezTo>
                  <a:cubicBezTo>
                    <a:pt x="447778" y="149878"/>
                    <a:pt x="336520" y="260616"/>
                    <a:pt x="335536" y="397585"/>
                  </a:cubicBezTo>
                  <a:cubicBezTo>
                    <a:pt x="335536" y="398190"/>
                    <a:pt x="335536" y="398817"/>
                    <a:pt x="335536" y="399421"/>
                  </a:cubicBezTo>
                  <a:cubicBezTo>
                    <a:pt x="335536" y="400024"/>
                    <a:pt x="335536" y="400602"/>
                    <a:pt x="335536" y="401180"/>
                  </a:cubicBezTo>
                  <a:cubicBezTo>
                    <a:pt x="334958" y="452965"/>
                    <a:pt x="310263" y="503739"/>
                    <a:pt x="264619" y="535711"/>
                  </a:cubicBezTo>
                  <a:cubicBezTo>
                    <a:pt x="192743" y="586073"/>
                    <a:pt x="94871" y="571569"/>
                    <a:pt x="40400" y="504488"/>
                  </a:cubicBezTo>
                  <a:cubicBezTo>
                    <a:pt x="40203" y="504272"/>
                    <a:pt x="40038" y="504030"/>
                    <a:pt x="39842" y="503808"/>
                  </a:cubicBezTo>
                  <a:cubicBezTo>
                    <a:pt x="37505" y="500887"/>
                    <a:pt x="35289" y="497897"/>
                    <a:pt x="33117" y="494836"/>
                  </a:cubicBezTo>
                  <a:cubicBezTo>
                    <a:pt x="30704" y="491382"/>
                    <a:pt x="28437" y="487857"/>
                    <a:pt x="26291" y="484289"/>
                  </a:cubicBezTo>
                  <a:cubicBezTo>
                    <a:pt x="26195" y="484117"/>
                    <a:pt x="26075" y="483952"/>
                    <a:pt x="25979" y="483755"/>
                  </a:cubicBezTo>
                  <a:cubicBezTo>
                    <a:pt x="-41464" y="370243"/>
                    <a:pt x="26437" y="194887"/>
                    <a:pt x="183021" y="85210"/>
                  </a:cubicBezTo>
                  <a:cubicBezTo>
                    <a:pt x="263691" y="28708"/>
                    <a:pt x="352662" y="293"/>
                    <a:pt x="431386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B7405F5-D318-4630-6C31-E3EC0BCC7CB4}"/>
                </a:ext>
              </a:extLst>
            </p:cNvPr>
            <p:cNvSpPr/>
            <p:nvPr userDrawn="1"/>
          </p:nvSpPr>
          <p:spPr>
            <a:xfrm>
              <a:off x="3550482" y="3177262"/>
              <a:ext cx="436074" cy="503351"/>
            </a:xfrm>
            <a:custGeom>
              <a:avLst/>
              <a:gdLst>
                <a:gd name="connsiteX0" fmla="*/ 262877 w 436074"/>
                <a:gd name="connsiteY0" fmla="*/ 0 h 503351"/>
                <a:gd name="connsiteX1" fmla="*/ 355321 w 436074"/>
                <a:gd name="connsiteY1" fmla="*/ 10356 h 503351"/>
                <a:gd name="connsiteX2" fmla="*/ 430530 w 436074"/>
                <a:gd name="connsiteY2" fmla="*/ 42811 h 503351"/>
                <a:gd name="connsiteX3" fmla="*/ 430530 w 436074"/>
                <a:gd name="connsiteY3" fmla="*/ 158806 h 503351"/>
                <a:gd name="connsiteX4" fmla="*/ 361879 w 436074"/>
                <a:gd name="connsiteY4" fmla="*/ 123602 h 503351"/>
                <a:gd name="connsiteX5" fmla="*/ 273920 w 436074"/>
                <a:gd name="connsiteY5" fmla="*/ 112548 h 503351"/>
                <a:gd name="connsiteX6" fmla="*/ 164229 w 436074"/>
                <a:gd name="connsiteY6" fmla="*/ 149492 h 503351"/>
                <a:gd name="connsiteX7" fmla="*/ 125602 w 436074"/>
                <a:gd name="connsiteY7" fmla="*/ 252024 h 503351"/>
                <a:gd name="connsiteX8" fmla="*/ 164592 w 436074"/>
                <a:gd name="connsiteY8" fmla="*/ 354894 h 503351"/>
                <a:gd name="connsiteX9" fmla="*/ 273946 w 436074"/>
                <a:gd name="connsiteY9" fmla="*/ 392181 h 503351"/>
                <a:gd name="connsiteX10" fmla="*/ 362940 w 436074"/>
                <a:gd name="connsiteY10" fmla="*/ 380453 h 503351"/>
                <a:gd name="connsiteX11" fmla="*/ 436074 w 436074"/>
                <a:gd name="connsiteY11" fmla="*/ 343172 h 503351"/>
                <a:gd name="connsiteX12" fmla="*/ 436074 w 436074"/>
                <a:gd name="connsiteY12" fmla="*/ 458469 h 503351"/>
                <a:gd name="connsiteX13" fmla="*/ 262902 w 436074"/>
                <a:gd name="connsiteY13" fmla="*/ 503351 h 503351"/>
                <a:gd name="connsiteX14" fmla="*/ 124567 w 436074"/>
                <a:gd name="connsiteY14" fmla="*/ 472973 h 503351"/>
                <a:gd name="connsiteX15" fmla="*/ 124542 w 436074"/>
                <a:gd name="connsiteY15" fmla="*/ 472998 h 503351"/>
                <a:gd name="connsiteX16" fmla="*/ 32437 w 436074"/>
                <a:gd name="connsiteY16" fmla="*/ 385641 h 503351"/>
                <a:gd name="connsiteX17" fmla="*/ 0 w 436074"/>
                <a:gd name="connsiteY17" fmla="*/ 252024 h 503351"/>
                <a:gd name="connsiteX18" fmla="*/ 32437 w 436074"/>
                <a:gd name="connsiteY18" fmla="*/ 118414 h 503351"/>
                <a:gd name="connsiteX19" fmla="*/ 124542 w 436074"/>
                <a:gd name="connsiteY19" fmla="*/ 30721 h 503351"/>
                <a:gd name="connsiteX20" fmla="*/ 262877 w 436074"/>
                <a:gd name="connsiteY20" fmla="*/ 0 h 50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6074" h="503351">
                  <a:moveTo>
                    <a:pt x="262877" y="0"/>
                  </a:moveTo>
                  <a:cubicBezTo>
                    <a:pt x="297383" y="0"/>
                    <a:pt x="328174" y="3453"/>
                    <a:pt x="355321" y="10356"/>
                  </a:cubicBezTo>
                  <a:cubicBezTo>
                    <a:pt x="382448" y="17253"/>
                    <a:pt x="407524" y="28092"/>
                    <a:pt x="430530" y="42811"/>
                  </a:cubicBezTo>
                  <a:lnTo>
                    <a:pt x="430530" y="158806"/>
                  </a:lnTo>
                  <a:cubicBezTo>
                    <a:pt x="410274" y="142715"/>
                    <a:pt x="387414" y="130961"/>
                    <a:pt x="361879" y="123602"/>
                  </a:cubicBezTo>
                  <a:cubicBezTo>
                    <a:pt x="336347" y="116242"/>
                    <a:pt x="307023" y="112548"/>
                    <a:pt x="273920" y="112548"/>
                  </a:cubicBezTo>
                  <a:cubicBezTo>
                    <a:pt x="226537" y="112548"/>
                    <a:pt x="189986" y="124878"/>
                    <a:pt x="164229" y="149492"/>
                  </a:cubicBezTo>
                  <a:cubicBezTo>
                    <a:pt x="138456" y="174129"/>
                    <a:pt x="125602" y="208299"/>
                    <a:pt x="125602" y="252024"/>
                  </a:cubicBezTo>
                  <a:cubicBezTo>
                    <a:pt x="125602" y="295751"/>
                    <a:pt x="138602" y="330040"/>
                    <a:pt x="164592" y="354894"/>
                  </a:cubicBezTo>
                  <a:cubicBezTo>
                    <a:pt x="190589" y="379754"/>
                    <a:pt x="227019" y="392181"/>
                    <a:pt x="273946" y="392181"/>
                  </a:cubicBezTo>
                  <a:cubicBezTo>
                    <a:pt x="307048" y="392181"/>
                    <a:pt x="336734" y="388270"/>
                    <a:pt x="362940" y="380453"/>
                  </a:cubicBezTo>
                  <a:cubicBezTo>
                    <a:pt x="389153" y="372636"/>
                    <a:pt x="413530" y="360209"/>
                    <a:pt x="436074" y="343172"/>
                  </a:cubicBezTo>
                  <a:lnTo>
                    <a:pt x="436074" y="458469"/>
                  </a:lnTo>
                  <a:cubicBezTo>
                    <a:pt x="392386" y="488390"/>
                    <a:pt x="334658" y="503351"/>
                    <a:pt x="262902" y="503351"/>
                  </a:cubicBezTo>
                  <a:cubicBezTo>
                    <a:pt x="210457" y="503351"/>
                    <a:pt x="164350" y="493216"/>
                    <a:pt x="124567" y="472973"/>
                  </a:cubicBezTo>
                  <a:lnTo>
                    <a:pt x="124542" y="472998"/>
                  </a:lnTo>
                  <a:cubicBezTo>
                    <a:pt x="84759" y="452748"/>
                    <a:pt x="54063" y="423620"/>
                    <a:pt x="32437" y="385641"/>
                  </a:cubicBezTo>
                  <a:cubicBezTo>
                    <a:pt x="10809" y="347655"/>
                    <a:pt x="0" y="303135"/>
                    <a:pt x="0" y="252024"/>
                  </a:cubicBezTo>
                  <a:cubicBezTo>
                    <a:pt x="0" y="200920"/>
                    <a:pt x="10809" y="156393"/>
                    <a:pt x="32437" y="118414"/>
                  </a:cubicBezTo>
                  <a:cubicBezTo>
                    <a:pt x="54040" y="80429"/>
                    <a:pt x="84759" y="51206"/>
                    <a:pt x="124542" y="30721"/>
                  </a:cubicBezTo>
                  <a:cubicBezTo>
                    <a:pt x="164325" y="10235"/>
                    <a:pt x="210433" y="0"/>
                    <a:pt x="2628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B3C6725-0BD0-A900-C067-C8820E20066D}"/>
                </a:ext>
              </a:extLst>
            </p:cNvPr>
            <p:cNvSpPr/>
            <p:nvPr userDrawn="1"/>
          </p:nvSpPr>
          <p:spPr>
            <a:xfrm>
              <a:off x="2437678" y="3177311"/>
              <a:ext cx="517423" cy="503326"/>
            </a:xfrm>
            <a:custGeom>
              <a:avLst/>
              <a:gdLst>
                <a:gd name="connsiteX0" fmla="*/ 259397 w 517423"/>
                <a:gd name="connsiteY0" fmla="*/ 0 h 503326"/>
                <a:gd name="connsiteX1" fmla="*/ 390836 w 517423"/>
                <a:gd name="connsiteY1" fmla="*/ 31757 h 503326"/>
                <a:gd name="connsiteX2" fmla="*/ 483622 w 517423"/>
                <a:gd name="connsiteY2" fmla="*/ 120821 h 503326"/>
                <a:gd name="connsiteX3" fmla="*/ 517423 w 517423"/>
                <a:gd name="connsiteY3" fmla="*/ 252000 h 503326"/>
                <a:gd name="connsiteX4" fmla="*/ 483622 w 517423"/>
                <a:gd name="connsiteY4" fmla="*/ 382841 h 503326"/>
                <a:gd name="connsiteX5" fmla="*/ 390836 w 517423"/>
                <a:gd name="connsiteY5" fmla="*/ 471570 h 503326"/>
                <a:gd name="connsiteX6" fmla="*/ 259397 w 517423"/>
                <a:gd name="connsiteY6" fmla="*/ 503326 h 503326"/>
                <a:gd name="connsiteX7" fmla="*/ 127286 w 517423"/>
                <a:gd name="connsiteY7" fmla="*/ 471570 h 503326"/>
                <a:gd name="connsiteX8" fmla="*/ 34144 w 517423"/>
                <a:gd name="connsiteY8" fmla="*/ 382841 h 503326"/>
                <a:gd name="connsiteX9" fmla="*/ 0 w 517423"/>
                <a:gd name="connsiteY9" fmla="*/ 252000 h 503326"/>
                <a:gd name="connsiteX10" fmla="*/ 34144 w 517423"/>
                <a:gd name="connsiteY10" fmla="*/ 120821 h 503326"/>
                <a:gd name="connsiteX11" fmla="*/ 127286 w 517423"/>
                <a:gd name="connsiteY11" fmla="*/ 31757 h 503326"/>
                <a:gd name="connsiteX12" fmla="*/ 259397 w 517423"/>
                <a:gd name="connsiteY12" fmla="*/ 0 h 503326"/>
                <a:gd name="connsiteX13" fmla="*/ 259423 w 517423"/>
                <a:gd name="connsiteY13" fmla="*/ 115323 h 503326"/>
                <a:gd name="connsiteX14" fmla="*/ 191110 w 517423"/>
                <a:gd name="connsiteY14" fmla="*/ 132240 h 503326"/>
                <a:gd name="connsiteX15" fmla="*/ 143153 w 517423"/>
                <a:gd name="connsiteY15" fmla="*/ 179870 h 503326"/>
                <a:gd name="connsiteX16" fmla="*/ 125578 w 517423"/>
                <a:gd name="connsiteY16" fmla="*/ 252025 h 503326"/>
                <a:gd name="connsiteX17" fmla="*/ 143153 w 517423"/>
                <a:gd name="connsiteY17" fmla="*/ 324517 h 503326"/>
                <a:gd name="connsiteX18" fmla="*/ 191453 w 517423"/>
                <a:gd name="connsiteY18" fmla="*/ 372148 h 503326"/>
                <a:gd name="connsiteX19" fmla="*/ 259397 w 517423"/>
                <a:gd name="connsiteY19" fmla="*/ 388728 h 503326"/>
                <a:gd name="connsiteX20" fmla="*/ 326314 w 517423"/>
                <a:gd name="connsiteY20" fmla="*/ 372148 h 503326"/>
                <a:gd name="connsiteX21" fmla="*/ 326333 w 517423"/>
                <a:gd name="connsiteY21" fmla="*/ 372148 h 503326"/>
                <a:gd name="connsiteX22" fmla="*/ 374631 w 517423"/>
                <a:gd name="connsiteY22" fmla="*/ 324517 h 503326"/>
                <a:gd name="connsiteX23" fmla="*/ 392570 w 517423"/>
                <a:gd name="connsiteY23" fmla="*/ 252025 h 503326"/>
                <a:gd name="connsiteX24" fmla="*/ 374969 w 517423"/>
                <a:gd name="connsiteY24" fmla="*/ 179870 h 503326"/>
                <a:gd name="connsiteX25" fmla="*/ 327031 w 517423"/>
                <a:gd name="connsiteY25" fmla="*/ 132240 h 503326"/>
                <a:gd name="connsiteX26" fmla="*/ 259423 w 517423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3" h="503326">
                  <a:moveTo>
                    <a:pt x="259397" y="0"/>
                  </a:moveTo>
                  <a:cubicBezTo>
                    <a:pt x="308153" y="0"/>
                    <a:pt x="351511" y="10593"/>
                    <a:pt x="390836" y="31757"/>
                  </a:cubicBezTo>
                  <a:cubicBezTo>
                    <a:pt x="430161" y="52946"/>
                    <a:pt x="461073" y="82626"/>
                    <a:pt x="483622" y="120821"/>
                  </a:cubicBezTo>
                  <a:cubicBezTo>
                    <a:pt x="506139" y="159048"/>
                    <a:pt x="517423" y="202774"/>
                    <a:pt x="517423" y="252000"/>
                  </a:cubicBezTo>
                  <a:cubicBezTo>
                    <a:pt x="517423" y="301231"/>
                    <a:pt x="506139" y="344856"/>
                    <a:pt x="483622" y="382841"/>
                  </a:cubicBezTo>
                  <a:cubicBezTo>
                    <a:pt x="461073" y="420821"/>
                    <a:pt x="430135" y="450405"/>
                    <a:pt x="390836" y="471570"/>
                  </a:cubicBezTo>
                  <a:cubicBezTo>
                    <a:pt x="351511" y="492760"/>
                    <a:pt x="307695" y="503326"/>
                    <a:pt x="259397" y="503326"/>
                  </a:cubicBezTo>
                  <a:cubicBezTo>
                    <a:pt x="211100" y="503326"/>
                    <a:pt x="166618" y="492735"/>
                    <a:pt x="127286" y="471570"/>
                  </a:cubicBezTo>
                  <a:cubicBezTo>
                    <a:pt x="87961" y="450405"/>
                    <a:pt x="56901" y="420821"/>
                    <a:pt x="34144" y="382841"/>
                  </a:cubicBezTo>
                  <a:cubicBezTo>
                    <a:pt x="11378" y="344856"/>
                    <a:pt x="0" y="301250"/>
                    <a:pt x="0" y="252000"/>
                  </a:cubicBezTo>
                  <a:cubicBezTo>
                    <a:pt x="0" y="202749"/>
                    <a:pt x="11378" y="159023"/>
                    <a:pt x="34144" y="120821"/>
                  </a:cubicBezTo>
                  <a:cubicBezTo>
                    <a:pt x="56901" y="82626"/>
                    <a:pt x="87961" y="52946"/>
                    <a:pt x="127286" y="31757"/>
                  </a:cubicBezTo>
                  <a:cubicBezTo>
                    <a:pt x="166618" y="10593"/>
                    <a:pt x="210642" y="0"/>
                    <a:pt x="259397" y="0"/>
                  </a:cubicBezTo>
                  <a:close/>
                  <a:moveTo>
                    <a:pt x="259423" y="115323"/>
                  </a:moveTo>
                  <a:cubicBezTo>
                    <a:pt x="234587" y="115323"/>
                    <a:pt x="211341" y="120968"/>
                    <a:pt x="191110" y="132240"/>
                  </a:cubicBezTo>
                  <a:cubicBezTo>
                    <a:pt x="170860" y="143529"/>
                    <a:pt x="154896" y="159410"/>
                    <a:pt x="143153" y="179870"/>
                  </a:cubicBezTo>
                  <a:cubicBezTo>
                    <a:pt x="131432" y="200362"/>
                    <a:pt x="125578" y="224422"/>
                    <a:pt x="125578" y="252025"/>
                  </a:cubicBezTo>
                  <a:cubicBezTo>
                    <a:pt x="125578" y="279629"/>
                    <a:pt x="131432" y="303809"/>
                    <a:pt x="143153" y="324517"/>
                  </a:cubicBezTo>
                  <a:cubicBezTo>
                    <a:pt x="154896" y="345218"/>
                    <a:pt x="170981" y="361099"/>
                    <a:pt x="191453" y="372148"/>
                  </a:cubicBezTo>
                  <a:cubicBezTo>
                    <a:pt x="211919" y="383203"/>
                    <a:pt x="234563" y="388728"/>
                    <a:pt x="259397" y="388728"/>
                  </a:cubicBezTo>
                  <a:cubicBezTo>
                    <a:pt x="284232" y="388728"/>
                    <a:pt x="306083" y="383203"/>
                    <a:pt x="326314" y="372148"/>
                  </a:cubicBezTo>
                  <a:lnTo>
                    <a:pt x="326333" y="372148"/>
                  </a:lnTo>
                  <a:cubicBezTo>
                    <a:pt x="346563" y="361099"/>
                    <a:pt x="362674" y="345218"/>
                    <a:pt x="374631" y="324517"/>
                  </a:cubicBezTo>
                  <a:cubicBezTo>
                    <a:pt x="386594" y="303809"/>
                    <a:pt x="392570" y="279629"/>
                    <a:pt x="392570" y="252025"/>
                  </a:cubicBezTo>
                  <a:cubicBezTo>
                    <a:pt x="392570" y="224422"/>
                    <a:pt x="386715" y="200362"/>
                    <a:pt x="374969" y="179870"/>
                  </a:cubicBezTo>
                  <a:cubicBezTo>
                    <a:pt x="363251" y="159385"/>
                    <a:pt x="347262" y="143510"/>
                    <a:pt x="327031" y="132240"/>
                  </a:cubicBezTo>
                  <a:cubicBezTo>
                    <a:pt x="306780" y="120968"/>
                    <a:pt x="284258" y="115323"/>
                    <a:pt x="259423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65B27D7-44D1-73A6-7CB3-70EF29EE2794}"/>
                </a:ext>
              </a:extLst>
            </p:cNvPr>
            <p:cNvSpPr/>
            <p:nvPr userDrawn="1"/>
          </p:nvSpPr>
          <p:spPr>
            <a:xfrm>
              <a:off x="4003772" y="3177311"/>
              <a:ext cx="517429" cy="503326"/>
            </a:xfrm>
            <a:custGeom>
              <a:avLst/>
              <a:gdLst>
                <a:gd name="connsiteX0" fmla="*/ 259403 w 517429"/>
                <a:gd name="connsiteY0" fmla="*/ 0 h 503326"/>
                <a:gd name="connsiteX1" fmla="*/ 390842 w 517429"/>
                <a:gd name="connsiteY1" fmla="*/ 31757 h 503326"/>
                <a:gd name="connsiteX2" fmla="*/ 483622 w 517429"/>
                <a:gd name="connsiteY2" fmla="*/ 120821 h 503326"/>
                <a:gd name="connsiteX3" fmla="*/ 517429 w 517429"/>
                <a:gd name="connsiteY3" fmla="*/ 252000 h 503326"/>
                <a:gd name="connsiteX4" fmla="*/ 483622 w 517429"/>
                <a:gd name="connsiteY4" fmla="*/ 382841 h 503326"/>
                <a:gd name="connsiteX5" fmla="*/ 390842 w 517429"/>
                <a:gd name="connsiteY5" fmla="*/ 471570 h 503326"/>
                <a:gd name="connsiteX6" fmla="*/ 259403 w 517429"/>
                <a:gd name="connsiteY6" fmla="*/ 503326 h 503326"/>
                <a:gd name="connsiteX7" fmla="*/ 127292 w 517429"/>
                <a:gd name="connsiteY7" fmla="*/ 471570 h 503326"/>
                <a:gd name="connsiteX8" fmla="*/ 34145 w 517429"/>
                <a:gd name="connsiteY8" fmla="*/ 382841 h 503326"/>
                <a:gd name="connsiteX9" fmla="*/ 0 w 517429"/>
                <a:gd name="connsiteY9" fmla="*/ 252000 h 503326"/>
                <a:gd name="connsiteX10" fmla="*/ 34145 w 517429"/>
                <a:gd name="connsiteY10" fmla="*/ 120821 h 503326"/>
                <a:gd name="connsiteX11" fmla="*/ 127292 w 517429"/>
                <a:gd name="connsiteY11" fmla="*/ 31757 h 503326"/>
                <a:gd name="connsiteX12" fmla="*/ 259403 w 517429"/>
                <a:gd name="connsiteY12" fmla="*/ 0 h 503326"/>
                <a:gd name="connsiteX13" fmla="*/ 259429 w 517429"/>
                <a:gd name="connsiteY13" fmla="*/ 115323 h 503326"/>
                <a:gd name="connsiteX14" fmla="*/ 191115 w 517429"/>
                <a:gd name="connsiteY14" fmla="*/ 132240 h 503326"/>
                <a:gd name="connsiteX15" fmla="*/ 143154 w 517429"/>
                <a:gd name="connsiteY15" fmla="*/ 179870 h 503326"/>
                <a:gd name="connsiteX16" fmla="*/ 125577 w 517429"/>
                <a:gd name="connsiteY16" fmla="*/ 252025 h 503326"/>
                <a:gd name="connsiteX17" fmla="*/ 143154 w 517429"/>
                <a:gd name="connsiteY17" fmla="*/ 324517 h 503326"/>
                <a:gd name="connsiteX18" fmla="*/ 191451 w 517429"/>
                <a:gd name="connsiteY18" fmla="*/ 372148 h 503326"/>
                <a:gd name="connsiteX19" fmla="*/ 259403 w 517429"/>
                <a:gd name="connsiteY19" fmla="*/ 388728 h 503326"/>
                <a:gd name="connsiteX20" fmla="*/ 326313 w 517429"/>
                <a:gd name="connsiteY20" fmla="*/ 372148 h 503326"/>
                <a:gd name="connsiteX21" fmla="*/ 326338 w 517429"/>
                <a:gd name="connsiteY21" fmla="*/ 372148 h 503326"/>
                <a:gd name="connsiteX22" fmla="*/ 374636 w 517429"/>
                <a:gd name="connsiteY22" fmla="*/ 324517 h 503326"/>
                <a:gd name="connsiteX23" fmla="*/ 392576 w 517429"/>
                <a:gd name="connsiteY23" fmla="*/ 252025 h 503326"/>
                <a:gd name="connsiteX24" fmla="*/ 374974 w 517429"/>
                <a:gd name="connsiteY24" fmla="*/ 179870 h 503326"/>
                <a:gd name="connsiteX25" fmla="*/ 327039 w 517429"/>
                <a:gd name="connsiteY25" fmla="*/ 132240 h 503326"/>
                <a:gd name="connsiteX26" fmla="*/ 259429 w 517429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9" h="503326">
                  <a:moveTo>
                    <a:pt x="259403" y="0"/>
                  </a:moveTo>
                  <a:cubicBezTo>
                    <a:pt x="308158" y="0"/>
                    <a:pt x="351509" y="10593"/>
                    <a:pt x="390842" y="31757"/>
                  </a:cubicBezTo>
                  <a:cubicBezTo>
                    <a:pt x="430167" y="52946"/>
                    <a:pt x="461079" y="82626"/>
                    <a:pt x="483622" y="120821"/>
                  </a:cubicBezTo>
                  <a:cubicBezTo>
                    <a:pt x="506145" y="159048"/>
                    <a:pt x="517429" y="202774"/>
                    <a:pt x="517429" y="252000"/>
                  </a:cubicBezTo>
                  <a:cubicBezTo>
                    <a:pt x="517429" y="301231"/>
                    <a:pt x="506145" y="344856"/>
                    <a:pt x="483622" y="382841"/>
                  </a:cubicBezTo>
                  <a:cubicBezTo>
                    <a:pt x="461079" y="420821"/>
                    <a:pt x="430143" y="450405"/>
                    <a:pt x="390842" y="471570"/>
                  </a:cubicBezTo>
                  <a:cubicBezTo>
                    <a:pt x="351509" y="492760"/>
                    <a:pt x="307702" y="503326"/>
                    <a:pt x="259403" y="503326"/>
                  </a:cubicBezTo>
                  <a:cubicBezTo>
                    <a:pt x="211107" y="503326"/>
                    <a:pt x="166617" y="492735"/>
                    <a:pt x="127292" y="471570"/>
                  </a:cubicBezTo>
                  <a:cubicBezTo>
                    <a:pt x="87966" y="450405"/>
                    <a:pt x="56908" y="420821"/>
                    <a:pt x="34145" y="382841"/>
                  </a:cubicBezTo>
                  <a:cubicBezTo>
                    <a:pt x="11385" y="344856"/>
                    <a:pt x="0" y="301250"/>
                    <a:pt x="0" y="252000"/>
                  </a:cubicBezTo>
                  <a:cubicBezTo>
                    <a:pt x="0" y="202749"/>
                    <a:pt x="11385" y="159023"/>
                    <a:pt x="34145" y="120821"/>
                  </a:cubicBezTo>
                  <a:cubicBezTo>
                    <a:pt x="56908" y="82626"/>
                    <a:pt x="87966" y="52946"/>
                    <a:pt x="127292" y="31757"/>
                  </a:cubicBezTo>
                  <a:cubicBezTo>
                    <a:pt x="166617" y="10593"/>
                    <a:pt x="210649" y="0"/>
                    <a:pt x="259403" y="0"/>
                  </a:cubicBezTo>
                  <a:close/>
                  <a:moveTo>
                    <a:pt x="259429" y="115323"/>
                  </a:moveTo>
                  <a:cubicBezTo>
                    <a:pt x="234593" y="115323"/>
                    <a:pt x="211347" y="120968"/>
                    <a:pt x="191115" y="132240"/>
                  </a:cubicBezTo>
                  <a:cubicBezTo>
                    <a:pt x="170859" y="143529"/>
                    <a:pt x="154902" y="159410"/>
                    <a:pt x="143154" y="179870"/>
                  </a:cubicBezTo>
                  <a:cubicBezTo>
                    <a:pt x="131438" y="200362"/>
                    <a:pt x="125577" y="224422"/>
                    <a:pt x="125577" y="252025"/>
                  </a:cubicBezTo>
                  <a:cubicBezTo>
                    <a:pt x="125577" y="279629"/>
                    <a:pt x="131438" y="303809"/>
                    <a:pt x="143154" y="324517"/>
                  </a:cubicBezTo>
                  <a:cubicBezTo>
                    <a:pt x="154902" y="345218"/>
                    <a:pt x="170980" y="361099"/>
                    <a:pt x="191451" y="372148"/>
                  </a:cubicBezTo>
                  <a:cubicBezTo>
                    <a:pt x="211926" y="383203"/>
                    <a:pt x="234568" y="388728"/>
                    <a:pt x="259403" y="388728"/>
                  </a:cubicBezTo>
                  <a:cubicBezTo>
                    <a:pt x="284239" y="388728"/>
                    <a:pt x="306082" y="383203"/>
                    <a:pt x="326313" y="372148"/>
                  </a:cubicBezTo>
                  <a:lnTo>
                    <a:pt x="326338" y="372148"/>
                  </a:lnTo>
                  <a:cubicBezTo>
                    <a:pt x="346570" y="361099"/>
                    <a:pt x="362673" y="345218"/>
                    <a:pt x="374636" y="324517"/>
                  </a:cubicBezTo>
                  <a:cubicBezTo>
                    <a:pt x="386594" y="303809"/>
                    <a:pt x="392576" y="279629"/>
                    <a:pt x="392576" y="252025"/>
                  </a:cubicBezTo>
                  <a:cubicBezTo>
                    <a:pt x="392576" y="224422"/>
                    <a:pt x="386714" y="200362"/>
                    <a:pt x="374974" y="179870"/>
                  </a:cubicBezTo>
                  <a:cubicBezTo>
                    <a:pt x="363258" y="159385"/>
                    <a:pt x="347269" y="143510"/>
                    <a:pt x="327039" y="132240"/>
                  </a:cubicBezTo>
                  <a:cubicBezTo>
                    <a:pt x="306781" y="120968"/>
                    <a:pt x="284264" y="115323"/>
                    <a:pt x="259429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60BC75-788E-BEB7-D93F-CF3DC6D35213}"/>
                </a:ext>
              </a:extLst>
            </p:cNvPr>
            <p:cNvSpPr/>
            <p:nvPr userDrawn="1"/>
          </p:nvSpPr>
          <p:spPr>
            <a:xfrm>
              <a:off x="2045126" y="3177337"/>
              <a:ext cx="358071" cy="503371"/>
            </a:xfrm>
            <a:custGeom>
              <a:avLst/>
              <a:gdLst>
                <a:gd name="connsiteX0" fmla="*/ 185549 w 358071"/>
                <a:gd name="connsiteY0" fmla="*/ 0 h 503371"/>
                <a:gd name="connsiteX1" fmla="*/ 264199 w 358071"/>
                <a:gd name="connsiteY1" fmla="*/ 6902 h 503371"/>
                <a:gd name="connsiteX2" fmla="*/ 330435 w 358071"/>
                <a:gd name="connsiteY2" fmla="*/ 29007 h 503371"/>
                <a:gd name="connsiteX3" fmla="*/ 330435 w 358071"/>
                <a:gd name="connsiteY3" fmla="*/ 136024 h 503371"/>
                <a:gd name="connsiteX4" fmla="*/ 208331 w 358071"/>
                <a:gd name="connsiteY4" fmla="*/ 104268 h 503371"/>
                <a:gd name="connsiteX5" fmla="*/ 155551 w 358071"/>
                <a:gd name="connsiteY5" fmla="*/ 114986 h 503371"/>
                <a:gd name="connsiteX6" fmla="*/ 135896 w 358071"/>
                <a:gd name="connsiteY6" fmla="*/ 145701 h 503371"/>
                <a:gd name="connsiteX7" fmla="*/ 155914 w 358071"/>
                <a:gd name="connsiteY7" fmla="*/ 178162 h 503371"/>
                <a:gd name="connsiteX8" fmla="*/ 229744 w 358071"/>
                <a:gd name="connsiteY8" fmla="*/ 211988 h 503371"/>
                <a:gd name="connsiteX9" fmla="*/ 305988 w 358071"/>
                <a:gd name="connsiteY9" fmla="*/ 251346 h 503371"/>
                <a:gd name="connsiteX10" fmla="*/ 345650 w 358071"/>
                <a:gd name="connsiteY10" fmla="*/ 296234 h 503371"/>
                <a:gd name="connsiteX11" fmla="*/ 358071 w 358071"/>
                <a:gd name="connsiteY11" fmla="*/ 361144 h 503371"/>
                <a:gd name="connsiteX12" fmla="*/ 309436 w 358071"/>
                <a:gd name="connsiteY12" fmla="*/ 465754 h 503371"/>
                <a:gd name="connsiteX13" fmla="*/ 164206 w 358071"/>
                <a:gd name="connsiteY13" fmla="*/ 503371 h 503371"/>
                <a:gd name="connsiteX14" fmla="*/ 73833 w 358071"/>
                <a:gd name="connsiteY14" fmla="*/ 494735 h 503371"/>
                <a:gd name="connsiteX15" fmla="*/ 73833 w 358071"/>
                <a:gd name="connsiteY15" fmla="*/ 494665 h 503371"/>
                <a:gd name="connsiteX16" fmla="*/ 0 w 358071"/>
                <a:gd name="connsiteY16" fmla="*/ 470846 h 503371"/>
                <a:gd name="connsiteX17" fmla="*/ 0 w 358071"/>
                <a:gd name="connsiteY17" fmla="*/ 361074 h 503371"/>
                <a:gd name="connsiteX18" fmla="*/ 77617 w 358071"/>
                <a:gd name="connsiteY18" fmla="*/ 390080 h 503371"/>
                <a:gd name="connsiteX19" fmla="*/ 154535 w 358071"/>
                <a:gd name="connsiteY19" fmla="*/ 399758 h 503371"/>
                <a:gd name="connsiteX20" fmla="*/ 205582 w 358071"/>
                <a:gd name="connsiteY20" fmla="*/ 389401 h 503371"/>
                <a:gd name="connsiteX21" fmla="*/ 222823 w 358071"/>
                <a:gd name="connsiteY21" fmla="*/ 359721 h 503371"/>
                <a:gd name="connsiteX22" fmla="*/ 213513 w 358071"/>
                <a:gd name="connsiteY22" fmla="*/ 334531 h 503371"/>
                <a:gd name="connsiteX23" fmla="*/ 186267 w 358071"/>
                <a:gd name="connsiteY23" fmla="*/ 314865 h 503371"/>
                <a:gd name="connsiteX24" fmla="*/ 130373 w 358071"/>
                <a:gd name="connsiteY24" fmla="*/ 290005 h 503371"/>
                <a:gd name="connsiteX25" fmla="*/ 33103 w 358071"/>
                <a:gd name="connsiteY25" fmla="*/ 227171 h 503371"/>
                <a:gd name="connsiteX26" fmla="*/ 2750 w 358071"/>
                <a:gd name="connsiteY26" fmla="*/ 142253 h 503371"/>
                <a:gd name="connsiteX27" fmla="*/ 25851 w 358071"/>
                <a:gd name="connsiteY27" fmla="*/ 68364 h 503371"/>
                <a:gd name="connsiteX28" fmla="*/ 90348 w 358071"/>
                <a:gd name="connsiteY28" fmla="*/ 17952 h 503371"/>
                <a:gd name="connsiteX29" fmla="*/ 185549 w 358071"/>
                <a:gd name="connsiteY29" fmla="*/ 0 h 503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58071" h="503371">
                  <a:moveTo>
                    <a:pt x="185549" y="0"/>
                  </a:moveTo>
                  <a:cubicBezTo>
                    <a:pt x="214987" y="0"/>
                    <a:pt x="241198" y="2318"/>
                    <a:pt x="264199" y="6902"/>
                  </a:cubicBezTo>
                  <a:cubicBezTo>
                    <a:pt x="287204" y="11512"/>
                    <a:pt x="309266" y="18872"/>
                    <a:pt x="330435" y="29007"/>
                  </a:cubicBezTo>
                  <a:lnTo>
                    <a:pt x="330435" y="136024"/>
                  </a:lnTo>
                  <a:cubicBezTo>
                    <a:pt x="289955" y="114865"/>
                    <a:pt x="249250" y="104268"/>
                    <a:pt x="208331" y="104268"/>
                  </a:cubicBezTo>
                  <a:cubicBezTo>
                    <a:pt x="186248" y="104268"/>
                    <a:pt x="168662" y="107842"/>
                    <a:pt x="155551" y="114986"/>
                  </a:cubicBezTo>
                  <a:cubicBezTo>
                    <a:pt x="142432" y="122130"/>
                    <a:pt x="135896" y="132360"/>
                    <a:pt x="135896" y="145701"/>
                  </a:cubicBezTo>
                  <a:cubicBezTo>
                    <a:pt x="135896" y="159048"/>
                    <a:pt x="142552" y="169856"/>
                    <a:pt x="155914" y="178162"/>
                  </a:cubicBezTo>
                  <a:cubicBezTo>
                    <a:pt x="169248" y="186436"/>
                    <a:pt x="193867" y="197733"/>
                    <a:pt x="229744" y="211988"/>
                  </a:cubicBezTo>
                  <a:cubicBezTo>
                    <a:pt x="262388" y="225337"/>
                    <a:pt x="287807" y="238462"/>
                    <a:pt x="305988" y="251346"/>
                  </a:cubicBezTo>
                  <a:cubicBezTo>
                    <a:pt x="324143" y="264236"/>
                    <a:pt x="337383" y="279197"/>
                    <a:pt x="345650" y="296234"/>
                  </a:cubicBezTo>
                  <a:cubicBezTo>
                    <a:pt x="353925" y="313271"/>
                    <a:pt x="358071" y="334893"/>
                    <a:pt x="358071" y="361144"/>
                  </a:cubicBezTo>
                  <a:cubicBezTo>
                    <a:pt x="358071" y="405790"/>
                    <a:pt x="341865" y="440658"/>
                    <a:pt x="309436" y="465754"/>
                  </a:cubicBezTo>
                  <a:cubicBezTo>
                    <a:pt x="277001" y="490849"/>
                    <a:pt x="228588" y="503371"/>
                    <a:pt x="164206" y="503371"/>
                  </a:cubicBezTo>
                  <a:cubicBezTo>
                    <a:pt x="133845" y="503371"/>
                    <a:pt x="103709" y="500501"/>
                    <a:pt x="73833" y="494735"/>
                  </a:cubicBezTo>
                  <a:lnTo>
                    <a:pt x="73833" y="494665"/>
                  </a:lnTo>
                  <a:cubicBezTo>
                    <a:pt x="43929" y="488918"/>
                    <a:pt x="19336" y="480981"/>
                    <a:pt x="0" y="470846"/>
                  </a:cubicBezTo>
                  <a:lnTo>
                    <a:pt x="0" y="361074"/>
                  </a:lnTo>
                  <a:cubicBezTo>
                    <a:pt x="24835" y="373958"/>
                    <a:pt x="50705" y="383635"/>
                    <a:pt x="77617" y="390080"/>
                  </a:cubicBezTo>
                  <a:cubicBezTo>
                    <a:pt x="104529" y="396519"/>
                    <a:pt x="130156" y="399758"/>
                    <a:pt x="154535" y="399758"/>
                  </a:cubicBezTo>
                  <a:cubicBezTo>
                    <a:pt x="177058" y="399758"/>
                    <a:pt x="194083" y="396304"/>
                    <a:pt x="205582" y="389401"/>
                  </a:cubicBezTo>
                  <a:cubicBezTo>
                    <a:pt x="217081" y="382499"/>
                    <a:pt x="222823" y="372605"/>
                    <a:pt x="222823" y="359721"/>
                  </a:cubicBezTo>
                  <a:cubicBezTo>
                    <a:pt x="222823" y="350044"/>
                    <a:pt x="219711" y="341674"/>
                    <a:pt x="213513" y="334531"/>
                  </a:cubicBezTo>
                  <a:cubicBezTo>
                    <a:pt x="207297" y="327387"/>
                    <a:pt x="198204" y="320847"/>
                    <a:pt x="186267" y="314865"/>
                  </a:cubicBezTo>
                  <a:cubicBezTo>
                    <a:pt x="174308" y="308877"/>
                    <a:pt x="155671" y="300602"/>
                    <a:pt x="130373" y="290005"/>
                  </a:cubicBezTo>
                  <a:cubicBezTo>
                    <a:pt x="85744" y="271139"/>
                    <a:pt x="53335" y="250190"/>
                    <a:pt x="33103" y="227171"/>
                  </a:cubicBezTo>
                  <a:cubicBezTo>
                    <a:pt x="12853" y="204146"/>
                    <a:pt x="2750" y="175844"/>
                    <a:pt x="2750" y="142253"/>
                  </a:cubicBezTo>
                  <a:cubicBezTo>
                    <a:pt x="2750" y="114624"/>
                    <a:pt x="10439" y="90011"/>
                    <a:pt x="25851" y="68364"/>
                  </a:cubicBezTo>
                  <a:cubicBezTo>
                    <a:pt x="41257" y="46743"/>
                    <a:pt x="62765" y="29947"/>
                    <a:pt x="90348" y="17952"/>
                  </a:cubicBezTo>
                  <a:cubicBezTo>
                    <a:pt x="117959" y="5982"/>
                    <a:pt x="149690" y="0"/>
                    <a:pt x="1855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94BBDDD-8B97-099C-6E70-5A7061DB83DB}"/>
                </a:ext>
              </a:extLst>
            </p:cNvPr>
            <p:cNvSpPr/>
            <p:nvPr userDrawn="1"/>
          </p:nvSpPr>
          <p:spPr>
            <a:xfrm>
              <a:off x="3003398" y="3187662"/>
              <a:ext cx="342202" cy="482625"/>
            </a:xfrm>
            <a:custGeom>
              <a:avLst/>
              <a:gdLst>
                <a:gd name="connsiteX0" fmla="*/ 0 w 342202"/>
                <a:gd name="connsiteY0" fmla="*/ 0 h 482625"/>
                <a:gd name="connsiteX1" fmla="*/ 342202 w 342202"/>
                <a:gd name="connsiteY1" fmla="*/ 0 h 482625"/>
                <a:gd name="connsiteX2" fmla="*/ 342202 w 342202"/>
                <a:gd name="connsiteY2" fmla="*/ 102870 h 482625"/>
                <a:gd name="connsiteX3" fmla="*/ 122104 w 342202"/>
                <a:gd name="connsiteY3" fmla="*/ 102870 h 482625"/>
                <a:gd name="connsiteX4" fmla="*/ 122104 w 342202"/>
                <a:gd name="connsiteY4" fmla="*/ 193313 h 482625"/>
                <a:gd name="connsiteX5" fmla="*/ 282861 w 342202"/>
                <a:gd name="connsiteY5" fmla="*/ 193313 h 482625"/>
                <a:gd name="connsiteX6" fmla="*/ 282861 w 342202"/>
                <a:gd name="connsiteY6" fmla="*/ 289287 h 482625"/>
                <a:gd name="connsiteX7" fmla="*/ 122104 w 342202"/>
                <a:gd name="connsiteY7" fmla="*/ 289287 h 482625"/>
                <a:gd name="connsiteX8" fmla="*/ 122104 w 342202"/>
                <a:gd name="connsiteY8" fmla="*/ 482625 h 482625"/>
                <a:gd name="connsiteX9" fmla="*/ 0 w 342202"/>
                <a:gd name="connsiteY9" fmla="*/ 482625 h 482625"/>
                <a:gd name="connsiteX10" fmla="*/ 0 w 342202"/>
                <a:gd name="connsiteY10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202" h="482625">
                  <a:moveTo>
                    <a:pt x="0" y="0"/>
                  </a:moveTo>
                  <a:lnTo>
                    <a:pt x="342202" y="0"/>
                  </a:lnTo>
                  <a:lnTo>
                    <a:pt x="342202" y="102870"/>
                  </a:lnTo>
                  <a:lnTo>
                    <a:pt x="122104" y="102870"/>
                  </a:lnTo>
                  <a:lnTo>
                    <a:pt x="122104" y="193313"/>
                  </a:lnTo>
                  <a:lnTo>
                    <a:pt x="282861" y="193313"/>
                  </a:lnTo>
                  <a:lnTo>
                    <a:pt x="282861" y="289287"/>
                  </a:lnTo>
                  <a:lnTo>
                    <a:pt x="122104" y="289287"/>
                  </a:lnTo>
                  <a:lnTo>
                    <a:pt x="122104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A9A58B1-CC7D-0366-F230-FA9985312C9C}"/>
                </a:ext>
              </a:extLst>
            </p:cNvPr>
            <p:cNvSpPr/>
            <p:nvPr userDrawn="1"/>
          </p:nvSpPr>
          <p:spPr>
            <a:xfrm>
              <a:off x="3380106" y="3187662"/>
              <a:ext cx="122103" cy="482625"/>
            </a:xfrm>
            <a:custGeom>
              <a:avLst/>
              <a:gdLst>
                <a:gd name="connsiteX0" fmla="*/ 0 w 122103"/>
                <a:gd name="connsiteY0" fmla="*/ 0 h 482625"/>
                <a:gd name="connsiteX1" fmla="*/ 122103 w 122103"/>
                <a:gd name="connsiteY1" fmla="*/ 0 h 482625"/>
                <a:gd name="connsiteX2" fmla="*/ 122103 w 122103"/>
                <a:gd name="connsiteY2" fmla="*/ 482625 h 482625"/>
                <a:gd name="connsiteX3" fmla="*/ 0 w 122103"/>
                <a:gd name="connsiteY3" fmla="*/ 482625 h 482625"/>
                <a:gd name="connsiteX4" fmla="*/ 0 w 122103"/>
                <a:gd name="connsiteY4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03" h="482625">
                  <a:moveTo>
                    <a:pt x="0" y="0"/>
                  </a:moveTo>
                  <a:lnTo>
                    <a:pt x="122103" y="0"/>
                  </a:lnTo>
                  <a:lnTo>
                    <a:pt x="122103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BA037-A57F-9A5B-8C85-FA87B2E3A7B0}"/>
                </a:ext>
              </a:extLst>
            </p:cNvPr>
            <p:cNvSpPr/>
            <p:nvPr userDrawn="1"/>
          </p:nvSpPr>
          <p:spPr>
            <a:xfrm>
              <a:off x="1060645" y="3345776"/>
              <a:ext cx="626442" cy="565797"/>
            </a:xfrm>
            <a:custGeom>
              <a:avLst/>
              <a:gdLst>
                <a:gd name="connsiteX0" fmla="*/ 480466 w 626442"/>
                <a:gd name="connsiteY0" fmla="*/ 1658 h 565797"/>
                <a:gd name="connsiteX1" fmla="*/ 586049 w 626442"/>
                <a:gd name="connsiteY1" fmla="*/ 61311 h 565797"/>
                <a:gd name="connsiteX2" fmla="*/ 586602 w 626442"/>
                <a:gd name="connsiteY2" fmla="*/ 61990 h 565797"/>
                <a:gd name="connsiteX3" fmla="*/ 593327 w 626442"/>
                <a:gd name="connsiteY3" fmla="*/ 70963 h 565797"/>
                <a:gd name="connsiteX4" fmla="*/ 600153 w 626442"/>
                <a:gd name="connsiteY4" fmla="*/ 81510 h 565797"/>
                <a:gd name="connsiteX5" fmla="*/ 600464 w 626442"/>
                <a:gd name="connsiteY5" fmla="*/ 82044 h 565797"/>
                <a:gd name="connsiteX6" fmla="*/ 443422 w 626442"/>
                <a:gd name="connsiteY6" fmla="*/ 480589 h 565797"/>
                <a:gd name="connsiteX7" fmla="*/ 8167 w 626442"/>
                <a:gd name="connsiteY7" fmla="*/ 482252 h 565797"/>
                <a:gd name="connsiteX8" fmla="*/ 7520 w 626442"/>
                <a:gd name="connsiteY8" fmla="*/ 481338 h 565797"/>
                <a:gd name="connsiteX9" fmla="*/ 6770 w 626442"/>
                <a:gd name="connsiteY9" fmla="*/ 480252 h 565797"/>
                <a:gd name="connsiteX10" fmla="*/ 0 w 626442"/>
                <a:gd name="connsiteY10" fmla="*/ 457509 h 565797"/>
                <a:gd name="connsiteX11" fmla="*/ 12173 w 626442"/>
                <a:gd name="connsiteY11" fmla="*/ 428104 h 565797"/>
                <a:gd name="connsiteX12" fmla="*/ 41562 w 626442"/>
                <a:gd name="connsiteY12" fmla="*/ 415920 h 565797"/>
                <a:gd name="connsiteX13" fmla="*/ 290914 w 626442"/>
                <a:gd name="connsiteY13" fmla="*/ 168213 h 565797"/>
                <a:gd name="connsiteX14" fmla="*/ 290914 w 626442"/>
                <a:gd name="connsiteY14" fmla="*/ 166378 h 565797"/>
                <a:gd name="connsiteX15" fmla="*/ 290914 w 626442"/>
                <a:gd name="connsiteY15" fmla="*/ 164619 h 565797"/>
                <a:gd name="connsiteX16" fmla="*/ 361824 w 626442"/>
                <a:gd name="connsiteY16" fmla="*/ 30089 h 565797"/>
                <a:gd name="connsiteX17" fmla="*/ 480466 w 626442"/>
                <a:gd name="connsiteY17" fmla="*/ 1658 h 56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2" h="565797">
                  <a:moveTo>
                    <a:pt x="480466" y="1658"/>
                  </a:moveTo>
                  <a:cubicBezTo>
                    <a:pt x="520728" y="7374"/>
                    <a:pt x="558814" y="27770"/>
                    <a:pt x="586049" y="61311"/>
                  </a:cubicBezTo>
                  <a:cubicBezTo>
                    <a:pt x="586241" y="61527"/>
                    <a:pt x="586411" y="61768"/>
                    <a:pt x="586602" y="61990"/>
                  </a:cubicBezTo>
                  <a:cubicBezTo>
                    <a:pt x="588939" y="64905"/>
                    <a:pt x="591162" y="67902"/>
                    <a:pt x="593327" y="70963"/>
                  </a:cubicBezTo>
                  <a:cubicBezTo>
                    <a:pt x="595739" y="74417"/>
                    <a:pt x="598007" y="77941"/>
                    <a:pt x="600153" y="81510"/>
                  </a:cubicBezTo>
                  <a:cubicBezTo>
                    <a:pt x="600248" y="81682"/>
                    <a:pt x="600368" y="81848"/>
                    <a:pt x="600464" y="82044"/>
                  </a:cubicBezTo>
                  <a:cubicBezTo>
                    <a:pt x="667907" y="195556"/>
                    <a:pt x="600007" y="370911"/>
                    <a:pt x="443422" y="480589"/>
                  </a:cubicBezTo>
                  <a:cubicBezTo>
                    <a:pt x="282087" y="593593"/>
                    <a:pt x="87549" y="594247"/>
                    <a:pt x="8167" y="482252"/>
                  </a:cubicBezTo>
                  <a:cubicBezTo>
                    <a:pt x="7952" y="481966"/>
                    <a:pt x="7736" y="481649"/>
                    <a:pt x="7520" y="481338"/>
                  </a:cubicBezTo>
                  <a:cubicBezTo>
                    <a:pt x="7278" y="480976"/>
                    <a:pt x="7012" y="480614"/>
                    <a:pt x="6770" y="480252"/>
                  </a:cubicBezTo>
                  <a:lnTo>
                    <a:pt x="0" y="457509"/>
                  </a:lnTo>
                  <a:lnTo>
                    <a:pt x="12173" y="428104"/>
                  </a:lnTo>
                  <a:cubicBezTo>
                    <a:pt x="19696" y="420576"/>
                    <a:pt x="30088" y="415920"/>
                    <a:pt x="41562" y="415920"/>
                  </a:cubicBezTo>
                  <a:cubicBezTo>
                    <a:pt x="178665" y="415920"/>
                    <a:pt x="289923" y="305182"/>
                    <a:pt x="290914" y="168213"/>
                  </a:cubicBezTo>
                  <a:cubicBezTo>
                    <a:pt x="290914" y="167610"/>
                    <a:pt x="290914" y="166981"/>
                    <a:pt x="290914" y="166378"/>
                  </a:cubicBezTo>
                  <a:cubicBezTo>
                    <a:pt x="290914" y="165774"/>
                    <a:pt x="290914" y="165197"/>
                    <a:pt x="290914" y="164619"/>
                  </a:cubicBezTo>
                  <a:cubicBezTo>
                    <a:pt x="291492" y="112835"/>
                    <a:pt x="316181" y="62060"/>
                    <a:pt x="361824" y="30089"/>
                  </a:cubicBezTo>
                  <a:cubicBezTo>
                    <a:pt x="397765" y="4907"/>
                    <a:pt x="440204" y="-4058"/>
                    <a:pt x="480466" y="16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1D75C1C8-FEC4-2404-0665-3CEADB64E9C9}"/>
              </a:ext>
            </a:extLst>
          </p:cNvPr>
          <p:cNvSpPr/>
          <p:nvPr userDrawn="1"/>
        </p:nvSpPr>
        <p:spPr>
          <a:xfrm>
            <a:off x="-187253" y="-106066"/>
            <a:ext cx="6281289" cy="6986993"/>
          </a:xfrm>
          <a:custGeom>
            <a:avLst/>
            <a:gdLst>
              <a:gd name="connsiteX0" fmla="*/ 6274743 w 6281289"/>
              <a:gd name="connsiteY0" fmla="*/ 0 h 6986993"/>
              <a:gd name="connsiteX1" fmla="*/ 6063948 w 6281289"/>
              <a:gd name="connsiteY1" fmla="*/ 1567868 h 6986993"/>
              <a:gd name="connsiteX2" fmla="*/ 5472152 w 6281289"/>
              <a:gd name="connsiteY2" fmla="*/ 3142281 h 6986993"/>
              <a:gd name="connsiteX3" fmla="*/ 4513756 w 6281289"/>
              <a:gd name="connsiteY3" fmla="*/ 4555654 h 6986993"/>
              <a:gd name="connsiteX4" fmla="*/ 3201854 w 6281289"/>
              <a:gd name="connsiteY4" fmla="*/ 5735973 h 6986993"/>
              <a:gd name="connsiteX5" fmla="*/ 0 w 6281289"/>
              <a:gd name="connsiteY5" fmla="*/ 6980448 h 6986993"/>
              <a:gd name="connsiteX6" fmla="*/ 0 w 6281289"/>
              <a:gd name="connsiteY6" fmla="*/ 6986994 h 6986993"/>
              <a:gd name="connsiteX7" fmla="*/ 3205782 w 6281289"/>
              <a:gd name="connsiteY7" fmla="*/ 5741210 h 6986993"/>
              <a:gd name="connsiteX8" fmla="*/ 4518993 w 6281289"/>
              <a:gd name="connsiteY8" fmla="*/ 4560236 h 6986993"/>
              <a:gd name="connsiteX9" fmla="*/ 5478698 w 6281289"/>
              <a:gd name="connsiteY9" fmla="*/ 3145555 h 6986993"/>
              <a:gd name="connsiteX10" fmla="*/ 6071149 w 6281289"/>
              <a:gd name="connsiteY10" fmla="*/ 1569831 h 6986993"/>
              <a:gd name="connsiteX11" fmla="*/ 6281290 w 6281289"/>
              <a:gd name="connsiteY11" fmla="*/ 0 h 6986993"/>
              <a:gd name="connsiteX12" fmla="*/ 6274743 w 6281289"/>
              <a:gd name="connsiteY12" fmla="*/ 0 h 69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81289" h="6986993">
                <a:moveTo>
                  <a:pt x="6274743" y="0"/>
                </a:moveTo>
                <a:cubicBezTo>
                  <a:pt x="6261650" y="527641"/>
                  <a:pt x="6190949" y="1054628"/>
                  <a:pt x="6063948" y="1567868"/>
                </a:cubicBezTo>
                <a:cubicBezTo>
                  <a:pt x="5928437" y="2113839"/>
                  <a:pt x="5729427" y="2643444"/>
                  <a:pt x="5472152" y="3142281"/>
                </a:cubicBezTo>
                <a:cubicBezTo>
                  <a:pt x="5210295" y="3649629"/>
                  <a:pt x="4887557" y="4124899"/>
                  <a:pt x="4513756" y="4555654"/>
                </a:cubicBezTo>
                <a:cubicBezTo>
                  <a:pt x="4128827" y="4998846"/>
                  <a:pt x="3686944" y="5395559"/>
                  <a:pt x="3201854" y="5735973"/>
                </a:cubicBezTo>
                <a:cubicBezTo>
                  <a:pt x="2238221" y="6410254"/>
                  <a:pt x="1141696" y="6832498"/>
                  <a:pt x="0" y="6980448"/>
                </a:cubicBezTo>
                <a:lnTo>
                  <a:pt x="0" y="6986994"/>
                </a:lnTo>
                <a:cubicBezTo>
                  <a:pt x="1143005" y="6839044"/>
                  <a:pt x="2241494" y="6416801"/>
                  <a:pt x="3205782" y="5741210"/>
                </a:cubicBezTo>
                <a:cubicBezTo>
                  <a:pt x="3691526" y="5400796"/>
                  <a:pt x="4133409" y="5003429"/>
                  <a:pt x="4518993" y="4560236"/>
                </a:cubicBezTo>
                <a:cubicBezTo>
                  <a:pt x="4893449" y="4129481"/>
                  <a:pt x="5216187" y="3653557"/>
                  <a:pt x="5478698" y="3145555"/>
                </a:cubicBezTo>
                <a:cubicBezTo>
                  <a:pt x="5736627" y="2646717"/>
                  <a:pt x="5935639" y="2116457"/>
                  <a:pt x="6071149" y="1569831"/>
                </a:cubicBezTo>
                <a:cubicBezTo>
                  <a:pt x="6196841" y="1055938"/>
                  <a:pt x="6268197" y="528951"/>
                  <a:pt x="6281290" y="0"/>
                </a:cubicBezTo>
                <a:lnTo>
                  <a:pt x="6274743" y="0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0AFC06AE-AB4E-6006-C4C8-F27D53665F67}"/>
              </a:ext>
            </a:extLst>
          </p:cNvPr>
          <p:cNvSpPr/>
          <p:nvPr userDrawn="1"/>
        </p:nvSpPr>
        <p:spPr>
          <a:xfrm>
            <a:off x="6099272" y="-106066"/>
            <a:ext cx="5658070" cy="7070133"/>
          </a:xfrm>
          <a:custGeom>
            <a:avLst/>
            <a:gdLst>
              <a:gd name="connsiteX0" fmla="*/ 6546 w 5658070"/>
              <a:gd name="connsiteY0" fmla="*/ 7070133 h 7070133"/>
              <a:gd name="connsiteX1" fmla="*/ 6546 w 5658070"/>
              <a:gd name="connsiteY1" fmla="*/ 6966045 h 7070133"/>
              <a:gd name="connsiteX2" fmla="*/ 3273 w 5658070"/>
              <a:gd name="connsiteY2" fmla="*/ 6966045 h 7070133"/>
              <a:gd name="connsiteX3" fmla="*/ 6546 w 5658070"/>
              <a:gd name="connsiteY3" fmla="*/ 6966045 h 7070133"/>
              <a:gd name="connsiteX4" fmla="*/ 219305 w 5658070"/>
              <a:gd name="connsiteY4" fmla="*/ 5302600 h 7070133"/>
              <a:gd name="connsiteX5" fmla="*/ 811102 w 5658070"/>
              <a:gd name="connsiteY5" fmla="*/ 3728186 h 7070133"/>
              <a:gd name="connsiteX6" fmla="*/ 1769498 w 5658070"/>
              <a:gd name="connsiteY6" fmla="*/ 2314814 h 7070133"/>
              <a:gd name="connsiteX7" fmla="*/ 3081399 w 5658070"/>
              <a:gd name="connsiteY7" fmla="*/ 1134495 h 7070133"/>
              <a:gd name="connsiteX8" fmla="*/ 5658071 w 5658070"/>
              <a:gd name="connsiteY8" fmla="*/ 0 h 7070133"/>
              <a:gd name="connsiteX9" fmla="*/ 5627957 w 5658070"/>
              <a:gd name="connsiteY9" fmla="*/ 0 h 7070133"/>
              <a:gd name="connsiteX10" fmla="*/ 3078126 w 5658070"/>
              <a:gd name="connsiteY10" fmla="*/ 1129257 h 7070133"/>
              <a:gd name="connsiteX11" fmla="*/ 1764915 w 5658070"/>
              <a:gd name="connsiteY11" fmla="*/ 2310232 h 7070133"/>
              <a:gd name="connsiteX12" fmla="*/ 805210 w 5658070"/>
              <a:gd name="connsiteY12" fmla="*/ 3724913 h 7070133"/>
              <a:gd name="connsiteX13" fmla="*/ 212759 w 5658070"/>
              <a:gd name="connsiteY13" fmla="*/ 5300636 h 7070133"/>
              <a:gd name="connsiteX14" fmla="*/ 0 w 5658070"/>
              <a:gd name="connsiteY14" fmla="*/ 6966045 h 7070133"/>
              <a:gd name="connsiteX15" fmla="*/ 0 w 5658070"/>
              <a:gd name="connsiteY15" fmla="*/ 7070133 h 7070133"/>
              <a:gd name="connsiteX16" fmla="*/ 6546 w 5658070"/>
              <a:gd name="connsiteY16" fmla="*/ 7070133 h 7070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58070" h="7070133">
                <a:moveTo>
                  <a:pt x="6546" y="7070133"/>
                </a:moveTo>
                <a:lnTo>
                  <a:pt x="6546" y="6966045"/>
                </a:lnTo>
                <a:lnTo>
                  <a:pt x="3273" y="6966045"/>
                </a:lnTo>
                <a:lnTo>
                  <a:pt x="6546" y="6966045"/>
                </a:lnTo>
                <a:cubicBezTo>
                  <a:pt x="13093" y="6405672"/>
                  <a:pt x="84449" y="5845953"/>
                  <a:pt x="219305" y="5302600"/>
                </a:cubicBezTo>
                <a:cubicBezTo>
                  <a:pt x="354816" y="4756628"/>
                  <a:pt x="553827" y="4227023"/>
                  <a:pt x="811102" y="3728186"/>
                </a:cubicBezTo>
                <a:cubicBezTo>
                  <a:pt x="1072958" y="3220838"/>
                  <a:pt x="1395696" y="2745568"/>
                  <a:pt x="1769498" y="2314814"/>
                </a:cubicBezTo>
                <a:cubicBezTo>
                  <a:pt x="2154427" y="1871621"/>
                  <a:pt x="2596310" y="1474908"/>
                  <a:pt x="3081399" y="1134495"/>
                </a:cubicBezTo>
                <a:cubicBezTo>
                  <a:pt x="3868279" y="584595"/>
                  <a:pt x="4742881" y="202284"/>
                  <a:pt x="5658071" y="0"/>
                </a:cubicBezTo>
                <a:lnTo>
                  <a:pt x="5627957" y="0"/>
                </a:lnTo>
                <a:cubicBezTo>
                  <a:pt x="4721933" y="204248"/>
                  <a:pt x="3856496" y="584595"/>
                  <a:pt x="3078126" y="1129257"/>
                </a:cubicBezTo>
                <a:cubicBezTo>
                  <a:pt x="2592382" y="1469671"/>
                  <a:pt x="2150499" y="1867039"/>
                  <a:pt x="1764915" y="2310232"/>
                </a:cubicBezTo>
                <a:cubicBezTo>
                  <a:pt x="1390460" y="2740986"/>
                  <a:pt x="1067721" y="3216911"/>
                  <a:pt x="805210" y="3724913"/>
                </a:cubicBezTo>
                <a:cubicBezTo>
                  <a:pt x="547281" y="4223750"/>
                  <a:pt x="348270" y="4754010"/>
                  <a:pt x="212759" y="5300636"/>
                </a:cubicBezTo>
                <a:cubicBezTo>
                  <a:pt x="77903" y="5845298"/>
                  <a:pt x="5892" y="6405017"/>
                  <a:pt x="0" y="6966045"/>
                </a:cubicBezTo>
                <a:lnTo>
                  <a:pt x="0" y="7070133"/>
                </a:lnTo>
                <a:lnTo>
                  <a:pt x="6546" y="7070133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0160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v3 Pic Mi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7AA52931-6AB0-042B-773F-64AA2D4607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319478" cy="6858000"/>
          </a:xfrm>
          <a:custGeom>
            <a:avLst/>
            <a:gdLst>
              <a:gd name="connsiteX0" fmla="*/ 6088500 w 11319478"/>
              <a:gd name="connsiteY0" fmla="*/ 0 h 6858000"/>
              <a:gd name="connsiteX1" fmla="*/ 11319478 w 11319478"/>
              <a:gd name="connsiteY1" fmla="*/ 0 h 6858000"/>
              <a:gd name="connsiteX2" fmla="*/ 11056047 w 11319478"/>
              <a:gd name="connsiteY2" fmla="*/ 79954 h 6858000"/>
              <a:gd name="connsiteX3" fmla="*/ 9177398 w 11319478"/>
              <a:gd name="connsiteY3" fmla="*/ 1023191 h 6858000"/>
              <a:gd name="connsiteX4" fmla="*/ 7864187 w 11319478"/>
              <a:gd name="connsiteY4" fmla="*/ 2204166 h 6858000"/>
              <a:gd name="connsiteX5" fmla="*/ 6904482 w 11319478"/>
              <a:gd name="connsiteY5" fmla="*/ 3618847 h 6858000"/>
              <a:gd name="connsiteX6" fmla="*/ 6312031 w 11319478"/>
              <a:gd name="connsiteY6" fmla="*/ 5194570 h 6858000"/>
              <a:gd name="connsiteX7" fmla="*/ 6116037 w 11319478"/>
              <a:gd name="connsiteY7" fmla="*/ 6439668 h 6858000"/>
              <a:gd name="connsiteX8" fmla="*/ 6099351 w 11319478"/>
              <a:gd name="connsiteY8" fmla="*/ 6858000 h 6858000"/>
              <a:gd name="connsiteX9" fmla="*/ 0 w 11319478"/>
              <a:gd name="connsiteY9" fmla="*/ 6858000 h 6858000"/>
              <a:gd name="connsiteX10" fmla="*/ 0 w 11319478"/>
              <a:gd name="connsiteY10" fmla="*/ 6850933 h 6858000"/>
              <a:gd name="connsiteX11" fmla="*/ 239112 w 11319478"/>
              <a:gd name="connsiteY11" fmla="*/ 6812630 h 6858000"/>
              <a:gd name="connsiteX12" fmla="*/ 3018529 w 11319478"/>
              <a:gd name="connsiteY12" fmla="*/ 5635144 h 6858000"/>
              <a:gd name="connsiteX13" fmla="*/ 4331740 w 11319478"/>
              <a:gd name="connsiteY13" fmla="*/ 4454170 h 6858000"/>
              <a:gd name="connsiteX14" fmla="*/ 5291445 w 11319478"/>
              <a:gd name="connsiteY14" fmla="*/ 3039489 h 6858000"/>
              <a:gd name="connsiteX15" fmla="*/ 5883896 w 11319478"/>
              <a:gd name="connsiteY15" fmla="*/ 1463765 h 6858000"/>
              <a:gd name="connsiteX16" fmla="*/ 6073354 w 11319478"/>
              <a:gd name="connsiteY16" fmla="*/ 29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19478" h="6858000">
                <a:moveTo>
                  <a:pt x="6088500" y="0"/>
                </a:moveTo>
                <a:lnTo>
                  <a:pt x="11319478" y="0"/>
                </a:lnTo>
                <a:lnTo>
                  <a:pt x="11056047" y="79954"/>
                </a:lnTo>
                <a:cubicBezTo>
                  <a:pt x="10393928" y="298625"/>
                  <a:pt x="9761176" y="614695"/>
                  <a:pt x="9177398" y="1023191"/>
                </a:cubicBezTo>
                <a:cubicBezTo>
                  <a:pt x="8691654" y="1363605"/>
                  <a:pt x="8249771" y="1760973"/>
                  <a:pt x="7864187" y="2204166"/>
                </a:cubicBezTo>
                <a:cubicBezTo>
                  <a:pt x="7489732" y="2634920"/>
                  <a:pt x="7166993" y="3110845"/>
                  <a:pt x="6904482" y="3618847"/>
                </a:cubicBezTo>
                <a:cubicBezTo>
                  <a:pt x="6646553" y="4117684"/>
                  <a:pt x="6447542" y="4647944"/>
                  <a:pt x="6312031" y="5194570"/>
                </a:cubicBezTo>
                <a:cubicBezTo>
                  <a:pt x="6210889" y="5603067"/>
                  <a:pt x="6145098" y="6020033"/>
                  <a:pt x="6116037" y="6439668"/>
                </a:cubicBezTo>
                <a:lnTo>
                  <a:pt x="6099351" y="6858000"/>
                </a:lnTo>
                <a:lnTo>
                  <a:pt x="0" y="6858000"/>
                </a:lnTo>
                <a:lnTo>
                  <a:pt x="0" y="6850933"/>
                </a:lnTo>
                <a:lnTo>
                  <a:pt x="239112" y="6812630"/>
                </a:lnTo>
                <a:cubicBezTo>
                  <a:pt x="1228277" y="6623459"/>
                  <a:pt x="2174777" y="6226286"/>
                  <a:pt x="3018529" y="5635144"/>
                </a:cubicBezTo>
                <a:cubicBezTo>
                  <a:pt x="3504273" y="5294730"/>
                  <a:pt x="3946156" y="4897363"/>
                  <a:pt x="4331740" y="4454170"/>
                </a:cubicBezTo>
                <a:cubicBezTo>
                  <a:pt x="4706196" y="4023415"/>
                  <a:pt x="5028934" y="3547491"/>
                  <a:pt x="5291445" y="3039489"/>
                </a:cubicBezTo>
                <a:cubicBezTo>
                  <a:pt x="5549374" y="2540651"/>
                  <a:pt x="5748386" y="2010391"/>
                  <a:pt x="5883896" y="1463765"/>
                </a:cubicBezTo>
                <a:cubicBezTo>
                  <a:pt x="5978165" y="1078345"/>
                  <a:pt x="6041870" y="685560"/>
                  <a:pt x="6073354" y="29010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B54183D-659A-494A-742E-9F83C5385D59}"/>
              </a:ext>
            </a:extLst>
          </p:cNvPr>
          <p:cNvSpPr/>
          <p:nvPr userDrawn="1"/>
        </p:nvSpPr>
        <p:spPr>
          <a:xfrm>
            <a:off x="0" y="1"/>
            <a:ext cx="6088500" cy="6850933"/>
          </a:xfrm>
          <a:custGeom>
            <a:avLst/>
            <a:gdLst>
              <a:gd name="connsiteX0" fmla="*/ 6081964 w 6088500"/>
              <a:gd name="connsiteY0" fmla="*/ 0 h 6850933"/>
              <a:gd name="connsiteX1" fmla="*/ 6088500 w 6088500"/>
              <a:gd name="connsiteY1" fmla="*/ 0 h 6850933"/>
              <a:gd name="connsiteX2" fmla="*/ 6073354 w 6088500"/>
              <a:gd name="connsiteY2" fmla="*/ 290105 h 6850933"/>
              <a:gd name="connsiteX3" fmla="*/ 5883896 w 6088500"/>
              <a:gd name="connsiteY3" fmla="*/ 1463765 h 6850933"/>
              <a:gd name="connsiteX4" fmla="*/ 5291445 w 6088500"/>
              <a:gd name="connsiteY4" fmla="*/ 3039489 h 6850933"/>
              <a:gd name="connsiteX5" fmla="*/ 4331740 w 6088500"/>
              <a:gd name="connsiteY5" fmla="*/ 4454170 h 6850933"/>
              <a:gd name="connsiteX6" fmla="*/ 3018529 w 6088500"/>
              <a:gd name="connsiteY6" fmla="*/ 5635144 h 6850933"/>
              <a:gd name="connsiteX7" fmla="*/ 239112 w 6088500"/>
              <a:gd name="connsiteY7" fmla="*/ 6812630 h 6850933"/>
              <a:gd name="connsiteX8" fmla="*/ 0 w 6088500"/>
              <a:gd name="connsiteY8" fmla="*/ 6850933 h 6850933"/>
              <a:gd name="connsiteX9" fmla="*/ 0 w 6088500"/>
              <a:gd name="connsiteY9" fmla="*/ 6844352 h 6850933"/>
              <a:gd name="connsiteX10" fmla="*/ 238594 w 6088500"/>
              <a:gd name="connsiteY10" fmla="*/ 6806087 h 6850933"/>
              <a:gd name="connsiteX11" fmla="*/ 3014601 w 6088500"/>
              <a:gd name="connsiteY11" fmla="*/ 5629907 h 6850933"/>
              <a:gd name="connsiteX12" fmla="*/ 4326503 w 6088500"/>
              <a:gd name="connsiteY12" fmla="*/ 4449588 h 6850933"/>
              <a:gd name="connsiteX13" fmla="*/ 5284899 w 6088500"/>
              <a:gd name="connsiteY13" fmla="*/ 3036215 h 6850933"/>
              <a:gd name="connsiteX14" fmla="*/ 5876695 w 6088500"/>
              <a:gd name="connsiteY14" fmla="*/ 1461802 h 6850933"/>
              <a:gd name="connsiteX15" fmla="*/ 6066889 w 6088500"/>
              <a:gd name="connsiteY15" fmla="*/ 289338 h 6850933"/>
              <a:gd name="connsiteX16" fmla="*/ 6081964 w 6088500"/>
              <a:gd name="connsiteY16" fmla="*/ 0 h 6850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88500" h="6850933">
                <a:moveTo>
                  <a:pt x="6081964" y="0"/>
                </a:moveTo>
                <a:lnTo>
                  <a:pt x="6088500" y="0"/>
                </a:lnTo>
                <a:lnTo>
                  <a:pt x="6073354" y="290105"/>
                </a:lnTo>
                <a:cubicBezTo>
                  <a:pt x="6041870" y="685560"/>
                  <a:pt x="5978165" y="1078345"/>
                  <a:pt x="5883896" y="1463765"/>
                </a:cubicBezTo>
                <a:cubicBezTo>
                  <a:pt x="5748386" y="2010391"/>
                  <a:pt x="5549374" y="2540651"/>
                  <a:pt x="5291445" y="3039489"/>
                </a:cubicBezTo>
                <a:cubicBezTo>
                  <a:pt x="5028934" y="3547491"/>
                  <a:pt x="4706196" y="4023415"/>
                  <a:pt x="4331740" y="4454170"/>
                </a:cubicBezTo>
                <a:cubicBezTo>
                  <a:pt x="3946156" y="4897363"/>
                  <a:pt x="3504273" y="5294730"/>
                  <a:pt x="3018529" y="5635144"/>
                </a:cubicBezTo>
                <a:cubicBezTo>
                  <a:pt x="2174777" y="6226286"/>
                  <a:pt x="1228277" y="6623459"/>
                  <a:pt x="239112" y="6812630"/>
                </a:cubicBezTo>
                <a:lnTo>
                  <a:pt x="0" y="6850933"/>
                </a:lnTo>
                <a:lnTo>
                  <a:pt x="0" y="6844352"/>
                </a:lnTo>
                <a:lnTo>
                  <a:pt x="238594" y="6806087"/>
                </a:lnTo>
                <a:cubicBezTo>
                  <a:pt x="1226498" y="6616933"/>
                  <a:pt x="2171422" y="6219903"/>
                  <a:pt x="3014601" y="5629907"/>
                </a:cubicBezTo>
                <a:cubicBezTo>
                  <a:pt x="3499691" y="5289493"/>
                  <a:pt x="3941574" y="4892780"/>
                  <a:pt x="4326503" y="4449588"/>
                </a:cubicBezTo>
                <a:cubicBezTo>
                  <a:pt x="4700304" y="4018833"/>
                  <a:pt x="5023042" y="3543563"/>
                  <a:pt x="5284899" y="3036215"/>
                </a:cubicBezTo>
                <a:cubicBezTo>
                  <a:pt x="5542174" y="2537378"/>
                  <a:pt x="5741184" y="2007773"/>
                  <a:pt x="5876695" y="1461802"/>
                </a:cubicBezTo>
                <a:cubicBezTo>
                  <a:pt x="5971946" y="1076872"/>
                  <a:pt x="6035528" y="684209"/>
                  <a:pt x="6066889" y="289338"/>
                </a:cubicBezTo>
                <a:lnTo>
                  <a:pt x="60819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795F9B0-5EA3-E14E-0682-A182BFC474F1}"/>
              </a:ext>
            </a:extLst>
          </p:cNvPr>
          <p:cNvSpPr/>
          <p:nvPr userDrawn="1"/>
        </p:nvSpPr>
        <p:spPr>
          <a:xfrm>
            <a:off x="6081965" y="-106066"/>
            <a:ext cx="12073" cy="106066"/>
          </a:xfrm>
          <a:custGeom>
            <a:avLst/>
            <a:gdLst>
              <a:gd name="connsiteX0" fmla="*/ 5526 w 12073"/>
              <a:gd name="connsiteY0" fmla="*/ 0 h 106066"/>
              <a:gd name="connsiteX1" fmla="*/ 12073 w 12073"/>
              <a:gd name="connsiteY1" fmla="*/ 0 h 106066"/>
              <a:gd name="connsiteX2" fmla="*/ 6536 w 12073"/>
              <a:gd name="connsiteY2" fmla="*/ 106066 h 106066"/>
              <a:gd name="connsiteX3" fmla="*/ 0 w 12073"/>
              <a:gd name="connsiteY3" fmla="*/ 106066 h 106066"/>
              <a:gd name="connsiteX4" fmla="*/ 5526 w 12073"/>
              <a:gd name="connsiteY4" fmla="*/ 0 h 10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3" h="106066">
                <a:moveTo>
                  <a:pt x="5526" y="0"/>
                </a:moveTo>
                <a:lnTo>
                  <a:pt x="12073" y="0"/>
                </a:lnTo>
                <a:lnTo>
                  <a:pt x="6536" y="106066"/>
                </a:lnTo>
                <a:lnTo>
                  <a:pt x="0" y="106066"/>
                </a:lnTo>
                <a:lnTo>
                  <a:pt x="55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B0D53C48-0FF1-C731-E86E-F356A93BC43B}"/>
              </a:ext>
            </a:extLst>
          </p:cNvPr>
          <p:cNvSpPr/>
          <p:nvPr userDrawn="1"/>
        </p:nvSpPr>
        <p:spPr>
          <a:xfrm>
            <a:off x="6099351" y="0"/>
            <a:ext cx="5244104" cy="6858000"/>
          </a:xfrm>
          <a:custGeom>
            <a:avLst/>
            <a:gdLst>
              <a:gd name="connsiteX0" fmla="*/ 5220127 w 5244104"/>
              <a:gd name="connsiteY0" fmla="*/ 0 h 6858000"/>
              <a:gd name="connsiteX1" fmla="*/ 5244104 w 5244104"/>
              <a:gd name="connsiteY1" fmla="*/ 0 h 6858000"/>
              <a:gd name="connsiteX2" fmla="*/ 4979946 w 5244104"/>
              <a:gd name="connsiteY2" fmla="*/ 79208 h 6858000"/>
              <a:gd name="connsiteX3" fmla="*/ 3081320 w 5244104"/>
              <a:gd name="connsiteY3" fmla="*/ 1028429 h 6858000"/>
              <a:gd name="connsiteX4" fmla="*/ 1769419 w 5244104"/>
              <a:gd name="connsiteY4" fmla="*/ 2208748 h 6858000"/>
              <a:gd name="connsiteX5" fmla="*/ 811023 w 5244104"/>
              <a:gd name="connsiteY5" fmla="*/ 3622120 h 6858000"/>
              <a:gd name="connsiteX6" fmla="*/ 219226 w 5244104"/>
              <a:gd name="connsiteY6" fmla="*/ 5196534 h 6858000"/>
              <a:gd name="connsiteX7" fmla="*/ 23508 w 5244104"/>
              <a:gd name="connsiteY7" fmla="*/ 6440067 h 6858000"/>
              <a:gd name="connsiteX8" fmla="*/ 6548 w 5244104"/>
              <a:gd name="connsiteY8" fmla="*/ 6858000 h 6858000"/>
              <a:gd name="connsiteX9" fmla="*/ 0 w 5244104"/>
              <a:gd name="connsiteY9" fmla="*/ 6858000 h 6858000"/>
              <a:gd name="connsiteX10" fmla="*/ 16686 w 5244104"/>
              <a:gd name="connsiteY10" fmla="*/ 6439668 h 6858000"/>
              <a:gd name="connsiteX11" fmla="*/ 212680 w 5244104"/>
              <a:gd name="connsiteY11" fmla="*/ 5194570 h 6858000"/>
              <a:gd name="connsiteX12" fmla="*/ 805131 w 5244104"/>
              <a:gd name="connsiteY12" fmla="*/ 3618847 h 6858000"/>
              <a:gd name="connsiteX13" fmla="*/ 1764836 w 5244104"/>
              <a:gd name="connsiteY13" fmla="*/ 2204166 h 6858000"/>
              <a:gd name="connsiteX14" fmla="*/ 3078047 w 5244104"/>
              <a:gd name="connsiteY14" fmla="*/ 1023191 h 6858000"/>
              <a:gd name="connsiteX15" fmla="*/ 4956696 w 5244104"/>
              <a:gd name="connsiteY15" fmla="*/ 79954 h 6858000"/>
              <a:gd name="connsiteX16" fmla="*/ 5220127 w 524410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4104" h="6858000">
                <a:moveTo>
                  <a:pt x="5220127" y="0"/>
                </a:moveTo>
                <a:lnTo>
                  <a:pt x="5244104" y="0"/>
                </a:lnTo>
                <a:lnTo>
                  <a:pt x="4979946" y="79208"/>
                </a:lnTo>
                <a:cubicBezTo>
                  <a:pt x="4310984" y="297848"/>
                  <a:pt x="3671480" y="616004"/>
                  <a:pt x="3081320" y="1028429"/>
                </a:cubicBezTo>
                <a:cubicBezTo>
                  <a:pt x="2596231" y="1368842"/>
                  <a:pt x="2154348" y="1765555"/>
                  <a:pt x="1769419" y="2208748"/>
                </a:cubicBezTo>
                <a:cubicBezTo>
                  <a:pt x="1395617" y="2639502"/>
                  <a:pt x="1072879" y="3114772"/>
                  <a:pt x="811023" y="3622120"/>
                </a:cubicBezTo>
                <a:cubicBezTo>
                  <a:pt x="553748" y="4120957"/>
                  <a:pt x="354737" y="4650562"/>
                  <a:pt x="219226" y="5196534"/>
                </a:cubicBezTo>
                <a:cubicBezTo>
                  <a:pt x="118084" y="5604049"/>
                  <a:pt x="52661" y="6020770"/>
                  <a:pt x="23508" y="6440067"/>
                </a:cubicBezTo>
                <a:lnTo>
                  <a:pt x="6548" y="6858000"/>
                </a:lnTo>
                <a:lnTo>
                  <a:pt x="0" y="6858000"/>
                </a:lnTo>
                <a:lnTo>
                  <a:pt x="16686" y="6439668"/>
                </a:lnTo>
                <a:cubicBezTo>
                  <a:pt x="45747" y="6020033"/>
                  <a:pt x="111538" y="5603067"/>
                  <a:pt x="212680" y="5194570"/>
                </a:cubicBezTo>
                <a:cubicBezTo>
                  <a:pt x="348191" y="4647944"/>
                  <a:pt x="547202" y="4117684"/>
                  <a:pt x="805131" y="3618847"/>
                </a:cubicBezTo>
                <a:cubicBezTo>
                  <a:pt x="1067642" y="3110845"/>
                  <a:pt x="1390381" y="2634920"/>
                  <a:pt x="1764836" y="2204166"/>
                </a:cubicBezTo>
                <a:cubicBezTo>
                  <a:pt x="2150420" y="1760973"/>
                  <a:pt x="2592303" y="1363605"/>
                  <a:pt x="3078047" y="1023191"/>
                </a:cubicBezTo>
                <a:cubicBezTo>
                  <a:pt x="3661825" y="614695"/>
                  <a:pt x="4294577" y="298625"/>
                  <a:pt x="4956696" y="79954"/>
                </a:cubicBezTo>
                <a:lnTo>
                  <a:pt x="52201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1BE75B-3D42-2B10-C0FC-5B84D885F14E}"/>
              </a:ext>
            </a:extLst>
          </p:cNvPr>
          <p:cNvSpPr/>
          <p:nvPr userDrawn="1"/>
        </p:nvSpPr>
        <p:spPr>
          <a:xfrm>
            <a:off x="6099273" y="6858001"/>
            <a:ext cx="6627" cy="106067"/>
          </a:xfrm>
          <a:custGeom>
            <a:avLst/>
            <a:gdLst>
              <a:gd name="connsiteX0" fmla="*/ 79 w 6627"/>
              <a:gd name="connsiteY0" fmla="*/ 0 h 106067"/>
              <a:gd name="connsiteX1" fmla="*/ 6627 w 6627"/>
              <a:gd name="connsiteY1" fmla="*/ 0 h 106067"/>
              <a:gd name="connsiteX2" fmla="*/ 6546 w 6627"/>
              <a:gd name="connsiteY2" fmla="*/ 1979 h 106067"/>
              <a:gd name="connsiteX3" fmla="*/ 6546 w 6627"/>
              <a:gd name="connsiteY3" fmla="*/ 106067 h 106067"/>
              <a:gd name="connsiteX4" fmla="*/ 0 w 6627"/>
              <a:gd name="connsiteY4" fmla="*/ 106067 h 106067"/>
              <a:gd name="connsiteX5" fmla="*/ 0 w 6627"/>
              <a:gd name="connsiteY5" fmla="*/ 1979 h 106067"/>
              <a:gd name="connsiteX6" fmla="*/ 79 w 6627"/>
              <a:gd name="connsiteY6" fmla="*/ 0 h 10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" h="106067">
                <a:moveTo>
                  <a:pt x="79" y="0"/>
                </a:moveTo>
                <a:lnTo>
                  <a:pt x="6627" y="0"/>
                </a:lnTo>
                <a:lnTo>
                  <a:pt x="6546" y="1979"/>
                </a:lnTo>
                <a:lnTo>
                  <a:pt x="6546" y="106067"/>
                </a:lnTo>
                <a:lnTo>
                  <a:pt x="0" y="106067"/>
                </a:lnTo>
                <a:lnTo>
                  <a:pt x="0" y="1979"/>
                </a:lnTo>
                <a:lnTo>
                  <a:pt x="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CC88F-ED8F-EAC1-C561-48ECA73D0917}"/>
              </a:ext>
            </a:extLst>
          </p:cNvPr>
          <p:cNvGrpSpPr/>
          <p:nvPr userDrawn="1"/>
        </p:nvGrpSpPr>
        <p:grpSpPr>
          <a:xfrm>
            <a:off x="1015999" y="2946375"/>
            <a:ext cx="10160000" cy="965198"/>
            <a:chOff x="1015999" y="2946375"/>
            <a:chExt cx="10160000" cy="96519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6B324D4-BEA5-4679-DCCB-A991518BDF7D}"/>
                </a:ext>
              </a:extLst>
            </p:cNvPr>
            <p:cNvSpPr/>
            <p:nvPr userDrawn="1"/>
          </p:nvSpPr>
          <p:spPr>
            <a:xfrm>
              <a:off x="7791449" y="3346424"/>
              <a:ext cx="115824" cy="171399"/>
            </a:xfrm>
            <a:custGeom>
              <a:avLst/>
              <a:gdLst>
                <a:gd name="connsiteX0" fmla="*/ 60071 w 115824"/>
                <a:gd name="connsiteY0" fmla="*/ 0 h 171399"/>
                <a:gd name="connsiteX1" fmla="*/ 85407 w 115824"/>
                <a:gd name="connsiteY1" fmla="*/ 2343 h 171399"/>
                <a:gd name="connsiteX2" fmla="*/ 107061 w 115824"/>
                <a:gd name="connsiteY2" fmla="*/ 9639 h 171399"/>
                <a:gd name="connsiteX3" fmla="*/ 107061 w 115824"/>
                <a:gd name="connsiteY3" fmla="*/ 40215 h 171399"/>
                <a:gd name="connsiteX4" fmla="*/ 66484 w 115824"/>
                <a:gd name="connsiteY4" fmla="*/ 29864 h 171399"/>
                <a:gd name="connsiteX5" fmla="*/ 46228 w 115824"/>
                <a:gd name="connsiteY5" fmla="*/ 34449 h 171399"/>
                <a:gd name="connsiteX6" fmla="*/ 38862 w 115824"/>
                <a:gd name="connsiteY6" fmla="*/ 47492 h 171399"/>
                <a:gd name="connsiteX7" fmla="*/ 42355 w 115824"/>
                <a:gd name="connsiteY7" fmla="*/ 57601 h 171399"/>
                <a:gd name="connsiteX8" fmla="*/ 52006 w 115824"/>
                <a:gd name="connsiteY8" fmla="*/ 64656 h 171399"/>
                <a:gd name="connsiteX9" fmla="*/ 72263 w 115824"/>
                <a:gd name="connsiteY9" fmla="*/ 73578 h 171399"/>
                <a:gd name="connsiteX10" fmla="*/ 97854 w 115824"/>
                <a:gd name="connsiteY10" fmla="*/ 87090 h 171399"/>
                <a:gd name="connsiteX11" fmla="*/ 111443 w 115824"/>
                <a:gd name="connsiteY11" fmla="*/ 102381 h 171399"/>
                <a:gd name="connsiteX12" fmla="*/ 115824 w 115824"/>
                <a:gd name="connsiteY12" fmla="*/ 124130 h 171399"/>
                <a:gd name="connsiteX13" fmla="*/ 100076 w 115824"/>
                <a:gd name="connsiteY13" fmla="*/ 158947 h 171399"/>
                <a:gd name="connsiteX14" fmla="*/ 52959 w 115824"/>
                <a:gd name="connsiteY14" fmla="*/ 171399 h 171399"/>
                <a:gd name="connsiteX15" fmla="*/ 23685 w 115824"/>
                <a:gd name="connsiteY15" fmla="*/ 168593 h 171399"/>
                <a:gd name="connsiteX16" fmla="*/ 23685 w 115824"/>
                <a:gd name="connsiteY16" fmla="*/ 168612 h 171399"/>
                <a:gd name="connsiteX17" fmla="*/ 0 w 115824"/>
                <a:gd name="connsiteY17" fmla="*/ 161093 h 171399"/>
                <a:gd name="connsiteX18" fmla="*/ 0 w 115824"/>
                <a:gd name="connsiteY18" fmla="*/ 129578 h 171399"/>
                <a:gd name="connsiteX19" fmla="*/ 25336 w 115824"/>
                <a:gd name="connsiteY19" fmla="*/ 138754 h 171399"/>
                <a:gd name="connsiteX20" fmla="*/ 50419 w 115824"/>
                <a:gd name="connsiteY20" fmla="*/ 141808 h 171399"/>
                <a:gd name="connsiteX21" fmla="*/ 70739 w 115824"/>
                <a:gd name="connsiteY21" fmla="*/ 137103 h 171399"/>
                <a:gd name="connsiteX22" fmla="*/ 77597 w 115824"/>
                <a:gd name="connsiteY22" fmla="*/ 123933 h 171399"/>
                <a:gd name="connsiteX23" fmla="*/ 74168 w 115824"/>
                <a:gd name="connsiteY23" fmla="*/ 113576 h 171399"/>
                <a:gd name="connsiteX24" fmla="*/ 64135 w 115824"/>
                <a:gd name="connsiteY24" fmla="*/ 105931 h 171399"/>
                <a:gd name="connsiteX25" fmla="*/ 44006 w 115824"/>
                <a:gd name="connsiteY25" fmla="*/ 96882 h 171399"/>
                <a:gd name="connsiteX26" fmla="*/ 11303 w 115824"/>
                <a:gd name="connsiteY26" fmla="*/ 75826 h 171399"/>
                <a:gd name="connsiteX27" fmla="*/ 1143 w 115824"/>
                <a:gd name="connsiteY27" fmla="*/ 47022 h 171399"/>
                <a:gd name="connsiteX28" fmla="*/ 8509 w 115824"/>
                <a:gd name="connsiteY28" fmla="*/ 22441 h 171399"/>
                <a:gd name="connsiteX29" fmla="*/ 29210 w 115824"/>
                <a:gd name="connsiteY29" fmla="*/ 5867 h 171399"/>
                <a:gd name="connsiteX30" fmla="*/ 60071 w 115824"/>
                <a:gd name="connsiteY30" fmla="*/ 0 h 17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824" h="171399">
                  <a:moveTo>
                    <a:pt x="60071" y="0"/>
                  </a:moveTo>
                  <a:cubicBezTo>
                    <a:pt x="69596" y="0"/>
                    <a:pt x="78042" y="788"/>
                    <a:pt x="85407" y="2343"/>
                  </a:cubicBezTo>
                  <a:cubicBezTo>
                    <a:pt x="92773" y="3918"/>
                    <a:pt x="100013" y="6338"/>
                    <a:pt x="107061" y="9639"/>
                  </a:cubicBezTo>
                  <a:lnTo>
                    <a:pt x="107061" y="40215"/>
                  </a:lnTo>
                  <a:cubicBezTo>
                    <a:pt x="93535" y="33312"/>
                    <a:pt x="80010" y="29864"/>
                    <a:pt x="66484" y="29864"/>
                  </a:cubicBezTo>
                  <a:cubicBezTo>
                    <a:pt x="57912" y="29864"/>
                    <a:pt x="51181" y="31388"/>
                    <a:pt x="46228" y="34449"/>
                  </a:cubicBezTo>
                  <a:cubicBezTo>
                    <a:pt x="41339" y="37503"/>
                    <a:pt x="38862" y="41847"/>
                    <a:pt x="38862" y="47492"/>
                  </a:cubicBezTo>
                  <a:cubicBezTo>
                    <a:pt x="38862" y="51562"/>
                    <a:pt x="40069" y="54940"/>
                    <a:pt x="42355" y="57601"/>
                  </a:cubicBezTo>
                  <a:cubicBezTo>
                    <a:pt x="44641" y="60268"/>
                    <a:pt x="47879" y="62630"/>
                    <a:pt x="52006" y="64656"/>
                  </a:cubicBezTo>
                  <a:cubicBezTo>
                    <a:pt x="56197" y="66701"/>
                    <a:pt x="62929" y="69685"/>
                    <a:pt x="72263" y="73578"/>
                  </a:cubicBezTo>
                  <a:cubicBezTo>
                    <a:pt x="83185" y="78289"/>
                    <a:pt x="91694" y="82804"/>
                    <a:pt x="97854" y="87090"/>
                  </a:cubicBezTo>
                  <a:cubicBezTo>
                    <a:pt x="104013" y="91408"/>
                    <a:pt x="108521" y="96514"/>
                    <a:pt x="111443" y="102381"/>
                  </a:cubicBezTo>
                  <a:cubicBezTo>
                    <a:pt x="114364" y="108249"/>
                    <a:pt x="115824" y="115526"/>
                    <a:pt x="115824" y="124130"/>
                  </a:cubicBezTo>
                  <a:cubicBezTo>
                    <a:pt x="115824" y="139027"/>
                    <a:pt x="110554" y="150641"/>
                    <a:pt x="100076" y="158947"/>
                  </a:cubicBezTo>
                  <a:cubicBezTo>
                    <a:pt x="89535" y="167259"/>
                    <a:pt x="73851" y="171399"/>
                    <a:pt x="52959" y="171399"/>
                  </a:cubicBezTo>
                  <a:cubicBezTo>
                    <a:pt x="43117" y="171399"/>
                    <a:pt x="33401" y="170466"/>
                    <a:pt x="23685" y="168593"/>
                  </a:cubicBezTo>
                  <a:lnTo>
                    <a:pt x="23685" y="168612"/>
                  </a:lnTo>
                  <a:cubicBezTo>
                    <a:pt x="14033" y="166739"/>
                    <a:pt x="6159" y="164224"/>
                    <a:pt x="0" y="161093"/>
                  </a:cubicBezTo>
                  <a:lnTo>
                    <a:pt x="0" y="129578"/>
                  </a:lnTo>
                  <a:cubicBezTo>
                    <a:pt x="8128" y="133649"/>
                    <a:pt x="16573" y="136709"/>
                    <a:pt x="25336" y="138754"/>
                  </a:cubicBezTo>
                  <a:cubicBezTo>
                    <a:pt x="34099" y="140799"/>
                    <a:pt x="42481" y="141808"/>
                    <a:pt x="50419" y="141808"/>
                  </a:cubicBezTo>
                  <a:cubicBezTo>
                    <a:pt x="59372" y="141808"/>
                    <a:pt x="66104" y="140259"/>
                    <a:pt x="70739" y="137103"/>
                  </a:cubicBezTo>
                  <a:cubicBezTo>
                    <a:pt x="75311" y="133966"/>
                    <a:pt x="77597" y="129578"/>
                    <a:pt x="77597" y="123933"/>
                  </a:cubicBezTo>
                  <a:cubicBezTo>
                    <a:pt x="77597" y="119863"/>
                    <a:pt x="76454" y="116415"/>
                    <a:pt x="74168" y="113576"/>
                  </a:cubicBezTo>
                  <a:cubicBezTo>
                    <a:pt x="71882" y="110763"/>
                    <a:pt x="68517" y="108204"/>
                    <a:pt x="64135" y="105931"/>
                  </a:cubicBezTo>
                  <a:cubicBezTo>
                    <a:pt x="59754" y="103664"/>
                    <a:pt x="53086" y="100629"/>
                    <a:pt x="44006" y="96882"/>
                  </a:cubicBezTo>
                  <a:cubicBezTo>
                    <a:pt x="28956" y="90621"/>
                    <a:pt x="18034" y="83591"/>
                    <a:pt x="11303" y="75826"/>
                  </a:cubicBezTo>
                  <a:cubicBezTo>
                    <a:pt x="4508" y="68059"/>
                    <a:pt x="1143" y="58465"/>
                    <a:pt x="1143" y="47022"/>
                  </a:cubicBezTo>
                  <a:cubicBezTo>
                    <a:pt x="1143" y="37776"/>
                    <a:pt x="3619" y="29591"/>
                    <a:pt x="8509" y="22441"/>
                  </a:cubicBezTo>
                  <a:cubicBezTo>
                    <a:pt x="13398" y="15310"/>
                    <a:pt x="20320" y="9792"/>
                    <a:pt x="29210" y="5867"/>
                  </a:cubicBezTo>
                  <a:cubicBezTo>
                    <a:pt x="38164" y="1949"/>
                    <a:pt x="48451" y="0"/>
                    <a:pt x="600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951D3C0-ECAE-5E49-60C0-B9BCD36DC538}"/>
                </a:ext>
              </a:extLst>
            </p:cNvPr>
            <p:cNvSpPr/>
            <p:nvPr userDrawn="1"/>
          </p:nvSpPr>
          <p:spPr>
            <a:xfrm>
              <a:off x="7922259" y="3346423"/>
              <a:ext cx="171831" cy="171450"/>
            </a:xfrm>
            <a:custGeom>
              <a:avLst/>
              <a:gdLst>
                <a:gd name="connsiteX0" fmla="*/ 86170 w 171831"/>
                <a:gd name="connsiteY0" fmla="*/ 0 h 171450"/>
                <a:gd name="connsiteX1" fmla="*/ 129794 w 171831"/>
                <a:gd name="connsiteY1" fmla="*/ 10827 h 171450"/>
                <a:gd name="connsiteX2" fmla="*/ 160528 w 171831"/>
                <a:gd name="connsiteY2" fmla="*/ 41154 h 171450"/>
                <a:gd name="connsiteX3" fmla="*/ 171831 w 171831"/>
                <a:gd name="connsiteY3" fmla="*/ 85833 h 171450"/>
                <a:gd name="connsiteX4" fmla="*/ 160528 w 171831"/>
                <a:gd name="connsiteY4" fmla="*/ 130391 h 171450"/>
                <a:gd name="connsiteX5" fmla="*/ 129794 w 171831"/>
                <a:gd name="connsiteY5" fmla="*/ 160624 h 171450"/>
                <a:gd name="connsiteX6" fmla="*/ 86170 w 171831"/>
                <a:gd name="connsiteY6" fmla="*/ 171450 h 171450"/>
                <a:gd name="connsiteX7" fmla="*/ 42291 w 171831"/>
                <a:gd name="connsiteY7" fmla="*/ 160624 h 171450"/>
                <a:gd name="connsiteX8" fmla="*/ 11303 w 171831"/>
                <a:gd name="connsiteY8" fmla="*/ 130391 h 171450"/>
                <a:gd name="connsiteX9" fmla="*/ 0 w 171831"/>
                <a:gd name="connsiteY9" fmla="*/ 85833 h 171450"/>
                <a:gd name="connsiteX10" fmla="*/ 11303 w 171831"/>
                <a:gd name="connsiteY10" fmla="*/ 41154 h 171450"/>
                <a:gd name="connsiteX11" fmla="*/ 42291 w 171831"/>
                <a:gd name="connsiteY11" fmla="*/ 10827 h 171450"/>
                <a:gd name="connsiteX12" fmla="*/ 86170 w 171831"/>
                <a:gd name="connsiteY12" fmla="*/ 0 h 171450"/>
                <a:gd name="connsiteX13" fmla="*/ 86170 w 171831"/>
                <a:gd name="connsiteY13" fmla="*/ 33389 h 171450"/>
                <a:gd name="connsiteX14" fmla="*/ 60516 w 171831"/>
                <a:gd name="connsiteY14" fmla="*/ 39846 h 171450"/>
                <a:gd name="connsiteX15" fmla="*/ 42418 w 171831"/>
                <a:gd name="connsiteY15" fmla="*/ 58191 h 171450"/>
                <a:gd name="connsiteX16" fmla="*/ 35751 w 171831"/>
                <a:gd name="connsiteY16" fmla="*/ 85833 h 171450"/>
                <a:gd name="connsiteX17" fmla="*/ 42418 w 171831"/>
                <a:gd name="connsiteY17" fmla="*/ 113697 h 171450"/>
                <a:gd name="connsiteX18" fmla="*/ 60579 w 171831"/>
                <a:gd name="connsiteY18" fmla="*/ 132049 h 171450"/>
                <a:gd name="connsiteX19" fmla="*/ 86170 w 171831"/>
                <a:gd name="connsiteY19" fmla="*/ 138506 h 171450"/>
                <a:gd name="connsiteX20" fmla="*/ 111379 w 171831"/>
                <a:gd name="connsiteY20" fmla="*/ 132049 h 171450"/>
                <a:gd name="connsiteX21" fmla="*/ 129477 w 171831"/>
                <a:gd name="connsiteY21" fmla="*/ 113697 h 171450"/>
                <a:gd name="connsiteX22" fmla="*/ 136144 w 171831"/>
                <a:gd name="connsiteY22" fmla="*/ 85833 h 171450"/>
                <a:gd name="connsiteX23" fmla="*/ 129604 w 171831"/>
                <a:gd name="connsiteY23" fmla="*/ 58191 h 171450"/>
                <a:gd name="connsiteX24" fmla="*/ 111634 w 171831"/>
                <a:gd name="connsiteY24" fmla="*/ 39846 h 171450"/>
                <a:gd name="connsiteX25" fmla="*/ 86170 w 171831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831" h="171450">
                  <a:moveTo>
                    <a:pt x="86170" y="0"/>
                  </a:moveTo>
                  <a:cubicBezTo>
                    <a:pt x="102298" y="0"/>
                    <a:pt x="116840" y="3601"/>
                    <a:pt x="129794" y="10827"/>
                  </a:cubicBezTo>
                  <a:cubicBezTo>
                    <a:pt x="142748" y="18028"/>
                    <a:pt x="153035" y="28163"/>
                    <a:pt x="160528" y="41154"/>
                  </a:cubicBezTo>
                  <a:cubicBezTo>
                    <a:pt x="168022" y="54172"/>
                    <a:pt x="171831" y="69069"/>
                    <a:pt x="171831" y="85833"/>
                  </a:cubicBezTo>
                  <a:cubicBezTo>
                    <a:pt x="171831" y="102603"/>
                    <a:pt x="168022" y="117475"/>
                    <a:pt x="160528" y="130391"/>
                  </a:cubicBezTo>
                  <a:cubicBezTo>
                    <a:pt x="153035" y="143339"/>
                    <a:pt x="142748" y="153397"/>
                    <a:pt x="129794" y="160624"/>
                  </a:cubicBezTo>
                  <a:cubicBezTo>
                    <a:pt x="116840" y="167824"/>
                    <a:pt x="102235" y="171450"/>
                    <a:pt x="86170" y="171450"/>
                  </a:cubicBezTo>
                  <a:cubicBezTo>
                    <a:pt x="70041" y="171450"/>
                    <a:pt x="55435" y="167850"/>
                    <a:pt x="42291" y="160624"/>
                  </a:cubicBezTo>
                  <a:cubicBezTo>
                    <a:pt x="29146" y="153422"/>
                    <a:pt x="18797" y="143339"/>
                    <a:pt x="11303" y="130391"/>
                  </a:cubicBezTo>
                  <a:cubicBezTo>
                    <a:pt x="3746" y="117450"/>
                    <a:pt x="0" y="102603"/>
                    <a:pt x="0" y="85833"/>
                  </a:cubicBezTo>
                  <a:cubicBezTo>
                    <a:pt x="0" y="69069"/>
                    <a:pt x="3810" y="54172"/>
                    <a:pt x="11303" y="41154"/>
                  </a:cubicBezTo>
                  <a:cubicBezTo>
                    <a:pt x="18797" y="28137"/>
                    <a:pt x="29146" y="18028"/>
                    <a:pt x="42291" y="10827"/>
                  </a:cubicBezTo>
                  <a:cubicBezTo>
                    <a:pt x="55435" y="3626"/>
                    <a:pt x="70041" y="0"/>
                    <a:pt x="86170" y="0"/>
                  </a:cubicBezTo>
                  <a:close/>
                  <a:moveTo>
                    <a:pt x="86170" y="33389"/>
                  </a:moveTo>
                  <a:cubicBezTo>
                    <a:pt x="76835" y="33389"/>
                    <a:pt x="68072" y="35535"/>
                    <a:pt x="60516" y="39846"/>
                  </a:cubicBezTo>
                  <a:cubicBezTo>
                    <a:pt x="52896" y="44164"/>
                    <a:pt x="46863" y="50279"/>
                    <a:pt x="42418" y="58191"/>
                  </a:cubicBezTo>
                  <a:cubicBezTo>
                    <a:pt x="37973" y="66110"/>
                    <a:pt x="35751" y="75330"/>
                    <a:pt x="35751" y="85833"/>
                  </a:cubicBezTo>
                  <a:cubicBezTo>
                    <a:pt x="35751" y="96343"/>
                    <a:pt x="37973" y="105785"/>
                    <a:pt x="42418" y="113697"/>
                  </a:cubicBezTo>
                  <a:cubicBezTo>
                    <a:pt x="46863" y="121615"/>
                    <a:pt x="52896" y="127731"/>
                    <a:pt x="60579" y="132049"/>
                  </a:cubicBezTo>
                  <a:cubicBezTo>
                    <a:pt x="68263" y="136360"/>
                    <a:pt x="76835" y="138506"/>
                    <a:pt x="86170" y="138506"/>
                  </a:cubicBezTo>
                  <a:cubicBezTo>
                    <a:pt x="95568" y="138506"/>
                    <a:pt x="103822" y="136360"/>
                    <a:pt x="111379" y="132049"/>
                  </a:cubicBezTo>
                  <a:cubicBezTo>
                    <a:pt x="118999" y="127731"/>
                    <a:pt x="125032" y="121615"/>
                    <a:pt x="129477" y="113697"/>
                  </a:cubicBezTo>
                  <a:cubicBezTo>
                    <a:pt x="133921" y="105785"/>
                    <a:pt x="136144" y="96488"/>
                    <a:pt x="136144" y="85833"/>
                  </a:cubicBezTo>
                  <a:cubicBezTo>
                    <a:pt x="136144" y="75184"/>
                    <a:pt x="133985" y="66110"/>
                    <a:pt x="129604" y="58191"/>
                  </a:cubicBezTo>
                  <a:cubicBezTo>
                    <a:pt x="125222" y="50279"/>
                    <a:pt x="119253" y="44164"/>
                    <a:pt x="111634" y="39846"/>
                  </a:cubicBezTo>
                  <a:cubicBezTo>
                    <a:pt x="104013" y="35535"/>
                    <a:pt x="95568" y="33389"/>
                    <a:pt x="86170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C8443C-92FD-8550-5587-2343F323EE54}"/>
                </a:ext>
              </a:extLst>
            </p:cNvPr>
            <p:cNvSpPr/>
            <p:nvPr userDrawn="1"/>
          </p:nvSpPr>
          <p:spPr>
            <a:xfrm>
              <a:off x="9872789" y="3346423"/>
              <a:ext cx="147129" cy="171450"/>
            </a:xfrm>
            <a:custGeom>
              <a:avLst/>
              <a:gdLst>
                <a:gd name="connsiteX0" fmla="*/ 86995 w 147129"/>
                <a:gd name="connsiteY0" fmla="*/ 0 h 171450"/>
                <a:gd name="connsiteX1" fmla="*/ 117983 w 147129"/>
                <a:gd name="connsiteY1" fmla="*/ 3651 h 171450"/>
                <a:gd name="connsiteX2" fmla="*/ 142748 w 147129"/>
                <a:gd name="connsiteY2" fmla="*/ 15069 h 171450"/>
                <a:gd name="connsiteX3" fmla="*/ 142748 w 147129"/>
                <a:gd name="connsiteY3" fmla="*/ 49168 h 171450"/>
                <a:gd name="connsiteX4" fmla="*/ 119634 w 147129"/>
                <a:gd name="connsiteY4" fmla="*/ 36818 h 171450"/>
                <a:gd name="connsiteX5" fmla="*/ 89979 w 147129"/>
                <a:gd name="connsiteY5" fmla="*/ 32944 h 171450"/>
                <a:gd name="connsiteX6" fmla="*/ 62230 w 147129"/>
                <a:gd name="connsiteY6" fmla="*/ 39402 h 171450"/>
                <a:gd name="connsiteX7" fmla="*/ 42799 w 147129"/>
                <a:gd name="connsiteY7" fmla="*/ 57874 h 171450"/>
                <a:gd name="connsiteX8" fmla="*/ 35623 w 147129"/>
                <a:gd name="connsiteY8" fmla="*/ 85859 h 171450"/>
                <a:gd name="connsiteX9" fmla="*/ 42228 w 147129"/>
                <a:gd name="connsiteY9" fmla="*/ 114192 h 171450"/>
                <a:gd name="connsiteX10" fmla="*/ 60769 w 147129"/>
                <a:gd name="connsiteY10" fmla="*/ 132886 h 171450"/>
                <a:gd name="connsiteX11" fmla="*/ 88392 w 147129"/>
                <a:gd name="connsiteY11" fmla="*/ 139465 h 171450"/>
                <a:gd name="connsiteX12" fmla="*/ 113284 w 147129"/>
                <a:gd name="connsiteY12" fmla="*/ 134290 h 171450"/>
                <a:gd name="connsiteX13" fmla="*/ 113284 w 147129"/>
                <a:gd name="connsiteY13" fmla="*/ 102527 h 171450"/>
                <a:gd name="connsiteX14" fmla="*/ 87249 w 147129"/>
                <a:gd name="connsiteY14" fmla="*/ 102527 h 171450"/>
                <a:gd name="connsiteX15" fmla="*/ 87249 w 147129"/>
                <a:gd name="connsiteY15" fmla="*/ 76194 h 171450"/>
                <a:gd name="connsiteX16" fmla="*/ 147129 w 147129"/>
                <a:gd name="connsiteY16" fmla="*/ 76194 h 171450"/>
                <a:gd name="connsiteX17" fmla="*/ 147129 w 147129"/>
                <a:gd name="connsiteY17" fmla="*/ 155448 h 171450"/>
                <a:gd name="connsiteX18" fmla="*/ 87058 w 147129"/>
                <a:gd name="connsiteY18" fmla="*/ 171450 h 171450"/>
                <a:gd name="connsiteX19" fmla="*/ 41466 w 147129"/>
                <a:gd name="connsiteY19" fmla="*/ 160992 h 171450"/>
                <a:gd name="connsiteX20" fmla="*/ 41402 w 147129"/>
                <a:gd name="connsiteY20" fmla="*/ 160973 h 171450"/>
                <a:gd name="connsiteX21" fmla="*/ 10795 w 147129"/>
                <a:gd name="connsiteY21" fmla="*/ 131229 h 171450"/>
                <a:gd name="connsiteX22" fmla="*/ 0 w 147129"/>
                <a:gd name="connsiteY22" fmla="*/ 85833 h 171450"/>
                <a:gd name="connsiteX23" fmla="*/ 10795 w 147129"/>
                <a:gd name="connsiteY23" fmla="*/ 40316 h 171450"/>
                <a:gd name="connsiteX24" fmla="*/ 41402 w 147129"/>
                <a:gd name="connsiteY24" fmla="*/ 10452 h 171450"/>
                <a:gd name="connsiteX25" fmla="*/ 86995 w 147129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7129" h="171450">
                  <a:moveTo>
                    <a:pt x="86995" y="0"/>
                  </a:moveTo>
                  <a:cubicBezTo>
                    <a:pt x="98679" y="0"/>
                    <a:pt x="109029" y="1207"/>
                    <a:pt x="117983" y="3651"/>
                  </a:cubicBezTo>
                  <a:cubicBezTo>
                    <a:pt x="127000" y="6090"/>
                    <a:pt x="135255" y="9887"/>
                    <a:pt x="142748" y="15069"/>
                  </a:cubicBezTo>
                  <a:lnTo>
                    <a:pt x="142748" y="49168"/>
                  </a:lnTo>
                  <a:cubicBezTo>
                    <a:pt x="136017" y="43523"/>
                    <a:pt x="128270" y="39402"/>
                    <a:pt x="119634" y="36818"/>
                  </a:cubicBezTo>
                  <a:cubicBezTo>
                    <a:pt x="110934" y="34227"/>
                    <a:pt x="101092" y="32944"/>
                    <a:pt x="89979" y="32944"/>
                  </a:cubicBezTo>
                  <a:cubicBezTo>
                    <a:pt x="79692" y="32944"/>
                    <a:pt x="70485" y="35090"/>
                    <a:pt x="62230" y="39402"/>
                  </a:cubicBezTo>
                  <a:cubicBezTo>
                    <a:pt x="54039" y="43720"/>
                    <a:pt x="47561" y="49886"/>
                    <a:pt x="42799" y="57874"/>
                  </a:cubicBezTo>
                  <a:cubicBezTo>
                    <a:pt x="38036" y="65862"/>
                    <a:pt x="35623" y="75210"/>
                    <a:pt x="35623" y="85859"/>
                  </a:cubicBezTo>
                  <a:cubicBezTo>
                    <a:pt x="35623" y="96514"/>
                    <a:pt x="37846" y="106128"/>
                    <a:pt x="42228" y="114192"/>
                  </a:cubicBezTo>
                  <a:cubicBezTo>
                    <a:pt x="46609" y="122282"/>
                    <a:pt x="52768" y="128493"/>
                    <a:pt x="60769" y="132886"/>
                  </a:cubicBezTo>
                  <a:cubicBezTo>
                    <a:pt x="68707" y="137275"/>
                    <a:pt x="77978" y="139465"/>
                    <a:pt x="88392" y="139465"/>
                  </a:cubicBezTo>
                  <a:cubicBezTo>
                    <a:pt x="97917" y="139465"/>
                    <a:pt x="106235" y="137744"/>
                    <a:pt x="113284" y="134290"/>
                  </a:cubicBezTo>
                  <a:lnTo>
                    <a:pt x="113284" y="102527"/>
                  </a:lnTo>
                  <a:lnTo>
                    <a:pt x="87249" y="102527"/>
                  </a:lnTo>
                  <a:lnTo>
                    <a:pt x="87249" y="76194"/>
                  </a:lnTo>
                  <a:lnTo>
                    <a:pt x="147129" y="76194"/>
                  </a:lnTo>
                  <a:lnTo>
                    <a:pt x="147129" y="155448"/>
                  </a:lnTo>
                  <a:cubicBezTo>
                    <a:pt x="131953" y="166122"/>
                    <a:pt x="111887" y="171450"/>
                    <a:pt x="87058" y="171450"/>
                  </a:cubicBezTo>
                  <a:cubicBezTo>
                    <a:pt x="69850" y="171450"/>
                    <a:pt x="54610" y="167951"/>
                    <a:pt x="41466" y="160992"/>
                  </a:cubicBezTo>
                  <a:lnTo>
                    <a:pt x="41402" y="160973"/>
                  </a:lnTo>
                  <a:cubicBezTo>
                    <a:pt x="28194" y="153994"/>
                    <a:pt x="17970" y="144082"/>
                    <a:pt x="10795" y="131229"/>
                  </a:cubicBezTo>
                  <a:cubicBezTo>
                    <a:pt x="3556" y="118383"/>
                    <a:pt x="0" y="103245"/>
                    <a:pt x="0" y="85833"/>
                  </a:cubicBezTo>
                  <a:cubicBezTo>
                    <a:pt x="0" y="68428"/>
                    <a:pt x="3556" y="53264"/>
                    <a:pt x="10795" y="40316"/>
                  </a:cubicBezTo>
                  <a:cubicBezTo>
                    <a:pt x="18034" y="27369"/>
                    <a:pt x="28194" y="17431"/>
                    <a:pt x="41402" y="10452"/>
                  </a:cubicBezTo>
                  <a:cubicBezTo>
                    <a:pt x="54610" y="3480"/>
                    <a:pt x="69850" y="0"/>
                    <a:pt x="86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6146B16-4385-743C-C39F-8A7C5EAD1B82}"/>
                </a:ext>
              </a:extLst>
            </p:cNvPr>
            <p:cNvSpPr/>
            <p:nvPr userDrawn="1"/>
          </p:nvSpPr>
          <p:spPr>
            <a:xfrm>
              <a:off x="10307891" y="3346423"/>
              <a:ext cx="171767" cy="171450"/>
            </a:xfrm>
            <a:custGeom>
              <a:avLst/>
              <a:gdLst>
                <a:gd name="connsiteX0" fmla="*/ 86106 w 171767"/>
                <a:gd name="connsiteY0" fmla="*/ 0 h 171450"/>
                <a:gd name="connsiteX1" fmla="*/ 129730 w 171767"/>
                <a:gd name="connsiteY1" fmla="*/ 10827 h 171450"/>
                <a:gd name="connsiteX2" fmla="*/ 160527 w 171767"/>
                <a:gd name="connsiteY2" fmla="*/ 41154 h 171450"/>
                <a:gd name="connsiteX3" fmla="*/ 171767 w 171767"/>
                <a:gd name="connsiteY3" fmla="*/ 85833 h 171450"/>
                <a:gd name="connsiteX4" fmla="*/ 160527 w 171767"/>
                <a:gd name="connsiteY4" fmla="*/ 130391 h 171450"/>
                <a:gd name="connsiteX5" fmla="*/ 129730 w 171767"/>
                <a:gd name="connsiteY5" fmla="*/ 160624 h 171450"/>
                <a:gd name="connsiteX6" fmla="*/ 86106 w 171767"/>
                <a:gd name="connsiteY6" fmla="*/ 171450 h 171450"/>
                <a:gd name="connsiteX7" fmla="*/ 42227 w 171767"/>
                <a:gd name="connsiteY7" fmla="*/ 160624 h 171450"/>
                <a:gd name="connsiteX8" fmla="*/ 11240 w 171767"/>
                <a:gd name="connsiteY8" fmla="*/ 130391 h 171450"/>
                <a:gd name="connsiteX9" fmla="*/ 0 w 171767"/>
                <a:gd name="connsiteY9" fmla="*/ 85833 h 171450"/>
                <a:gd name="connsiteX10" fmla="*/ 11240 w 171767"/>
                <a:gd name="connsiteY10" fmla="*/ 41154 h 171450"/>
                <a:gd name="connsiteX11" fmla="*/ 42227 w 171767"/>
                <a:gd name="connsiteY11" fmla="*/ 10827 h 171450"/>
                <a:gd name="connsiteX12" fmla="*/ 86106 w 171767"/>
                <a:gd name="connsiteY12" fmla="*/ 0 h 171450"/>
                <a:gd name="connsiteX13" fmla="*/ 86106 w 171767"/>
                <a:gd name="connsiteY13" fmla="*/ 33389 h 171450"/>
                <a:gd name="connsiteX14" fmla="*/ 60452 w 171767"/>
                <a:gd name="connsiteY14" fmla="*/ 39846 h 171450"/>
                <a:gd name="connsiteX15" fmla="*/ 42354 w 171767"/>
                <a:gd name="connsiteY15" fmla="*/ 58191 h 171450"/>
                <a:gd name="connsiteX16" fmla="*/ 35687 w 171767"/>
                <a:gd name="connsiteY16" fmla="*/ 85833 h 171450"/>
                <a:gd name="connsiteX17" fmla="*/ 42354 w 171767"/>
                <a:gd name="connsiteY17" fmla="*/ 113697 h 171450"/>
                <a:gd name="connsiteX18" fmla="*/ 60515 w 171767"/>
                <a:gd name="connsiteY18" fmla="*/ 132049 h 171450"/>
                <a:gd name="connsiteX19" fmla="*/ 86106 w 171767"/>
                <a:gd name="connsiteY19" fmla="*/ 138506 h 171450"/>
                <a:gd name="connsiteX20" fmla="*/ 111315 w 171767"/>
                <a:gd name="connsiteY20" fmla="*/ 132049 h 171450"/>
                <a:gd name="connsiteX21" fmla="*/ 129413 w 171767"/>
                <a:gd name="connsiteY21" fmla="*/ 113697 h 171450"/>
                <a:gd name="connsiteX22" fmla="*/ 136080 w 171767"/>
                <a:gd name="connsiteY22" fmla="*/ 85833 h 171450"/>
                <a:gd name="connsiteX23" fmla="*/ 129539 w 171767"/>
                <a:gd name="connsiteY23" fmla="*/ 58191 h 171450"/>
                <a:gd name="connsiteX24" fmla="*/ 111569 w 171767"/>
                <a:gd name="connsiteY24" fmla="*/ 39846 h 171450"/>
                <a:gd name="connsiteX25" fmla="*/ 86106 w 171767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767" h="171450">
                  <a:moveTo>
                    <a:pt x="86106" y="0"/>
                  </a:moveTo>
                  <a:cubicBezTo>
                    <a:pt x="102235" y="0"/>
                    <a:pt x="116777" y="3601"/>
                    <a:pt x="129730" y="10827"/>
                  </a:cubicBezTo>
                  <a:cubicBezTo>
                    <a:pt x="142748" y="18028"/>
                    <a:pt x="152971" y="28163"/>
                    <a:pt x="160527" y="41154"/>
                  </a:cubicBezTo>
                  <a:cubicBezTo>
                    <a:pt x="168021" y="54172"/>
                    <a:pt x="171767" y="69069"/>
                    <a:pt x="171767" y="85833"/>
                  </a:cubicBezTo>
                  <a:cubicBezTo>
                    <a:pt x="171767" y="102603"/>
                    <a:pt x="168021" y="117475"/>
                    <a:pt x="160527" y="130391"/>
                  </a:cubicBezTo>
                  <a:cubicBezTo>
                    <a:pt x="152971" y="143339"/>
                    <a:pt x="142748" y="153397"/>
                    <a:pt x="129730" y="160624"/>
                  </a:cubicBezTo>
                  <a:cubicBezTo>
                    <a:pt x="116777" y="167824"/>
                    <a:pt x="102235" y="171450"/>
                    <a:pt x="86106" y="171450"/>
                  </a:cubicBezTo>
                  <a:cubicBezTo>
                    <a:pt x="69977" y="171450"/>
                    <a:pt x="55372" y="167850"/>
                    <a:pt x="42227" y="160624"/>
                  </a:cubicBezTo>
                  <a:cubicBezTo>
                    <a:pt x="29083" y="153422"/>
                    <a:pt x="18796" y="143339"/>
                    <a:pt x="11240" y="130391"/>
                  </a:cubicBezTo>
                  <a:cubicBezTo>
                    <a:pt x="3683" y="117450"/>
                    <a:pt x="0" y="102603"/>
                    <a:pt x="0" y="85833"/>
                  </a:cubicBezTo>
                  <a:cubicBezTo>
                    <a:pt x="0" y="69069"/>
                    <a:pt x="3746" y="54172"/>
                    <a:pt x="11240" y="41154"/>
                  </a:cubicBezTo>
                  <a:cubicBezTo>
                    <a:pt x="18732" y="28137"/>
                    <a:pt x="29083" y="18028"/>
                    <a:pt x="42227" y="10827"/>
                  </a:cubicBezTo>
                  <a:cubicBezTo>
                    <a:pt x="55372" y="3626"/>
                    <a:pt x="69977" y="0"/>
                    <a:pt x="86106" y="0"/>
                  </a:cubicBezTo>
                  <a:close/>
                  <a:moveTo>
                    <a:pt x="86106" y="33389"/>
                  </a:moveTo>
                  <a:cubicBezTo>
                    <a:pt x="76771" y="33389"/>
                    <a:pt x="68008" y="35535"/>
                    <a:pt x="60452" y="39846"/>
                  </a:cubicBezTo>
                  <a:cubicBezTo>
                    <a:pt x="52832" y="44164"/>
                    <a:pt x="46799" y="50279"/>
                    <a:pt x="42354" y="58191"/>
                  </a:cubicBezTo>
                  <a:cubicBezTo>
                    <a:pt x="37909" y="66110"/>
                    <a:pt x="35687" y="75330"/>
                    <a:pt x="35687" y="85833"/>
                  </a:cubicBezTo>
                  <a:cubicBezTo>
                    <a:pt x="35687" y="96343"/>
                    <a:pt x="37909" y="105785"/>
                    <a:pt x="42354" y="113697"/>
                  </a:cubicBezTo>
                  <a:cubicBezTo>
                    <a:pt x="46799" y="121615"/>
                    <a:pt x="52832" y="127731"/>
                    <a:pt x="60515" y="132049"/>
                  </a:cubicBezTo>
                  <a:cubicBezTo>
                    <a:pt x="68199" y="136360"/>
                    <a:pt x="76771" y="138506"/>
                    <a:pt x="86106" y="138506"/>
                  </a:cubicBezTo>
                  <a:cubicBezTo>
                    <a:pt x="95503" y="138506"/>
                    <a:pt x="103759" y="136360"/>
                    <a:pt x="111315" y="132049"/>
                  </a:cubicBezTo>
                  <a:cubicBezTo>
                    <a:pt x="118935" y="127731"/>
                    <a:pt x="124968" y="121615"/>
                    <a:pt x="129413" y="113697"/>
                  </a:cubicBezTo>
                  <a:cubicBezTo>
                    <a:pt x="133858" y="105785"/>
                    <a:pt x="136080" y="96488"/>
                    <a:pt x="136080" y="85833"/>
                  </a:cubicBezTo>
                  <a:cubicBezTo>
                    <a:pt x="136080" y="75184"/>
                    <a:pt x="133921" y="66110"/>
                    <a:pt x="129539" y="58191"/>
                  </a:cubicBezTo>
                  <a:cubicBezTo>
                    <a:pt x="125158" y="50279"/>
                    <a:pt x="119190" y="44164"/>
                    <a:pt x="111569" y="39846"/>
                  </a:cubicBezTo>
                  <a:cubicBezTo>
                    <a:pt x="103949" y="35535"/>
                    <a:pt x="95503" y="33389"/>
                    <a:pt x="86106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531C6F6-32BD-6B87-2110-2A37148AC681}"/>
                </a:ext>
              </a:extLst>
            </p:cNvPr>
            <p:cNvSpPr/>
            <p:nvPr userDrawn="1"/>
          </p:nvSpPr>
          <p:spPr>
            <a:xfrm>
              <a:off x="11022329" y="3349922"/>
              <a:ext cx="153670" cy="164402"/>
            </a:xfrm>
            <a:custGeom>
              <a:avLst/>
              <a:gdLst>
                <a:gd name="connsiteX0" fmla="*/ 0 w 153670"/>
                <a:gd name="connsiteY0" fmla="*/ 0 h 164402"/>
                <a:gd name="connsiteX1" fmla="*/ 37338 w 153670"/>
                <a:gd name="connsiteY1" fmla="*/ 0 h 164402"/>
                <a:gd name="connsiteX2" fmla="*/ 76264 w 153670"/>
                <a:gd name="connsiteY2" fmla="*/ 68428 h 164402"/>
                <a:gd name="connsiteX3" fmla="*/ 116586 w 153670"/>
                <a:gd name="connsiteY3" fmla="*/ 0 h 164402"/>
                <a:gd name="connsiteX4" fmla="*/ 153670 w 153670"/>
                <a:gd name="connsiteY4" fmla="*/ 0 h 164402"/>
                <a:gd name="connsiteX5" fmla="*/ 93345 w 153670"/>
                <a:gd name="connsiteY5" fmla="*/ 101841 h 164402"/>
                <a:gd name="connsiteX6" fmla="*/ 93345 w 153670"/>
                <a:gd name="connsiteY6" fmla="*/ 164402 h 164402"/>
                <a:gd name="connsiteX7" fmla="*/ 58991 w 153670"/>
                <a:gd name="connsiteY7" fmla="*/ 164402 h 164402"/>
                <a:gd name="connsiteX8" fmla="*/ 58991 w 153670"/>
                <a:gd name="connsiteY8" fmla="*/ 101841 h 164402"/>
                <a:gd name="connsiteX9" fmla="*/ 0 w 153670"/>
                <a:gd name="connsiteY9" fmla="*/ 0 h 1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670" h="164402">
                  <a:moveTo>
                    <a:pt x="0" y="0"/>
                  </a:moveTo>
                  <a:lnTo>
                    <a:pt x="37338" y="0"/>
                  </a:lnTo>
                  <a:lnTo>
                    <a:pt x="76264" y="68428"/>
                  </a:lnTo>
                  <a:lnTo>
                    <a:pt x="116586" y="0"/>
                  </a:lnTo>
                  <a:lnTo>
                    <a:pt x="153670" y="0"/>
                  </a:lnTo>
                  <a:lnTo>
                    <a:pt x="93345" y="101841"/>
                  </a:lnTo>
                  <a:lnTo>
                    <a:pt x="93345" y="164402"/>
                  </a:lnTo>
                  <a:lnTo>
                    <a:pt x="58991" y="164402"/>
                  </a:lnTo>
                  <a:lnTo>
                    <a:pt x="58991" y="10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39DAE0A-97AF-2093-6B9B-79A72EB717C3}"/>
                </a:ext>
              </a:extLst>
            </p:cNvPr>
            <p:cNvSpPr/>
            <p:nvPr userDrawn="1"/>
          </p:nvSpPr>
          <p:spPr>
            <a:xfrm>
              <a:off x="8113458" y="3349949"/>
              <a:ext cx="111697" cy="164401"/>
            </a:xfrm>
            <a:custGeom>
              <a:avLst/>
              <a:gdLst>
                <a:gd name="connsiteX0" fmla="*/ 0 w 111697"/>
                <a:gd name="connsiteY0" fmla="*/ 0 h 164401"/>
                <a:gd name="connsiteX1" fmla="*/ 111697 w 111697"/>
                <a:gd name="connsiteY1" fmla="*/ 0 h 164401"/>
                <a:gd name="connsiteX2" fmla="*/ 111697 w 111697"/>
                <a:gd name="connsiteY2" fmla="*/ 30112 h 164401"/>
                <a:gd name="connsiteX3" fmla="*/ 34989 w 111697"/>
                <a:gd name="connsiteY3" fmla="*/ 30112 h 164401"/>
                <a:gd name="connsiteX4" fmla="*/ 34989 w 111697"/>
                <a:gd name="connsiteY4" fmla="*/ 68453 h 164401"/>
                <a:gd name="connsiteX5" fmla="*/ 91440 w 111697"/>
                <a:gd name="connsiteY5" fmla="*/ 68453 h 164401"/>
                <a:gd name="connsiteX6" fmla="*/ 91440 w 111697"/>
                <a:gd name="connsiteY6" fmla="*/ 95974 h 164401"/>
                <a:gd name="connsiteX7" fmla="*/ 34989 w 111697"/>
                <a:gd name="connsiteY7" fmla="*/ 95974 h 164401"/>
                <a:gd name="connsiteX8" fmla="*/ 34989 w 111697"/>
                <a:gd name="connsiteY8" fmla="*/ 164401 h 164401"/>
                <a:gd name="connsiteX9" fmla="*/ 0 w 111697"/>
                <a:gd name="connsiteY9" fmla="*/ 164401 h 164401"/>
                <a:gd name="connsiteX10" fmla="*/ 0 w 111697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697" h="164401">
                  <a:moveTo>
                    <a:pt x="0" y="0"/>
                  </a:moveTo>
                  <a:lnTo>
                    <a:pt x="111697" y="0"/>
                  </a:lnTo>
                  <a:lnTo>
                    <a:pt x="111697" y="30112"/>
                  </a:lnTo>
                  <a:lnTo>
                    <a:pt x="34989" y="30112"/>
                  </a:lnTo>
                  <a:lnTo>
                    <a:pt x="34989" y="68453"/>
                  </a:lnTo>
                  <a:lnTo>
                    <a:pt x="91440" y="68453"/>
                  </a:lnTo>
                  <a:lnTo>
                    <a:pt x="91440" y="95974"/>
                  </a:lnTo>
                  <a:lnTo>
                    <a:pt x="34989" y="959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B73D80A-59B4-8960-78F3-BB4129BD2C3A}"/>
                </a:ext>
              </a:extLst>
            </p:cNvPr>
            <p:cNvSpPr/>
            <p:nvPr userDrawn="1"/>
          </p:nvSpPr>
          <p:spPr>
            <a:xfrm>
              <a:off x="8231377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8 w 128968"/>
                <a:gd name="connsiteY3" fmla="*/ 29864 h 164376"/>
                <a:gd name="connsiteX4" fmla="*/ 81978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8" y="29864"/>
                  </a:lnTo>
                  <a:lnTo>
                    <a:pt x="81978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08335C3-A534-3043-F7C8-1FD6497DCF78}"/>
                </a:ext>
              </a:extLst>
            </p:cNvPr>
            <p:cNvSpPr/>
            <p:nvPr userDrawn="1"/>
          </p:nvSpPr>
          <p:spPr>
            <a:xfrm>
              <a:off x="8367776" y="3349949"/>
              <a:ext cx="213741" cy="164401"/>
            </a:xfrm>
            <a:custGeom>
              <a:avLst/>
              <a:gdLst>
                <a:gd name="connsiteX0" fmla="*/ 0 w 213741"/>
                <a:gd name="connsiteY0" fmla="*/ 0 h 164401"/>
                <a:gd name="connsiteX1" fmla="*/ 36830 w 213741"/>
                <a:gd name="connsiteY1" fmla="*/ 0 h 164401"/>
                <a:gd name="connsiteX2" fmla="*/ 65595 w 213741"/>
                <a:gd name="connsiteY2" fmla="*/ 106305 h 164401"/>
                <a:gd name="connsiteX3" fmla="*/ 93917 w 213741"/>
                <a:gd name="connsiteY3" fmla="*/ 0 h 164401"/>
                <a:gd name="connsiteX4" fmla="*/ 120904 w 213741"/>
                <a:gd name="connsiteY4" fmla="*/ 0 h 164401"/>
                <a:gd name="connsiteX5" fmla="*/ 148336 w 213741"/>
                <a:gd name="connsiteY5" fmla="*/ 106305 h 164401"/>
                <a:gd name="connsiteX6" fmla="*/ 177102 w 213741"/>
                <a:gd name="connsiteY6" fmla="*/ 0 h 164401"/>
                <a:gd name="connsiteX7" fmla="*/ 213741 w 213741"/>
                <a:gd name="connsiteY7" fmla="*/ 0 h 164401"/>
                <a:gd name="connsiteX8" fmla="*/ 168593 w 213741"/>
                <a:gd name="connsiteY8" fmla="*/ 164401 h 164401"/>
                <a:gd name="connsiteX9" fmla="*/ 135636 w 213741"/>
                <a:gd name="connsiteY9" fmla="*/ 164401 h 164401"/>
                <a:gd name="connsiteX10" fmla="*/ 106870 w 213741"/>
                <a:gd name="connsiteY10" fmla="*/ 60217 h 164401"/>
                <a:gd name="connsiteX11" fmla="*/ 78295 w 213741"/>
                <a:gd name="connsiteY11" fmla="*/ 164401 h 164401"/>
                <a:gd name="connsiteX12" fmla="*/ 45148 w 213741"/>
                <a:gd name="connsiteY12" fmla="*/ 164401 h 164401"/>
                <a:gd name="connsiteX13" fmla="*/ 0 w 213741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3741" h="164401">
                  <a:moveTo>
                    <a:pt x="0" y="0"/>
                  </a:moveTo>
                  <a:lnTo>
                    <a:pt x="36830" y="0"/>
                  </a:lnTo>
                  <a:lnTo>
                    <a:pt x="65595" y="106305"/>
                  </a:lnTo>
                  <a:lnTo>
                    <a:pt x="93917" y="0"/>
                  </a:lnTo>
                  <a:lnTo>
                    <a:pt x="120904" y="0"/>
                  </a:lnTo>
                  <a:lnTo>
                    <a:pt x="148336" y="106305"/>
                  </a:lnTo>
                  <a:lnTo>
                    <a:pt x="177102" y="0"/>
                  </a:lnTo>
                  <a:lnTo>
                    <a:pt x="213741" y="0"/>
                  </a:lnTo>
                  <a:lnTo>
                    <a:pt x="168593" y="164401"/>
                  </a:lnTo>
                  <a:lnTo>
                    <a:pt x="135636" y="164401"/>
                  </a:lnTo>
                  <a:lnTo>
                    <a:pt x="106870" y="60217"/>
                  </a:lnTo>
                  <a:lnTo>
                    <a:pt x="78295" y="164401"/>
                  </a:lnTo>
                  <a:lnTo>
                    <a:pt x="45148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F34DBA6-631E-8B2A-453B-130B58DCF670}"/>
                </a:ext>
              </a:extLst>
            </p:cNvPr>
            <p:cNvSpPr/>
            <p:nvPr userDrawn="1"/>
          </p:nvSpPr>
          <p:spPr>
            <a:xfrm>
              <a:off x="8572308" y="3349949"/>
              <a:ext cx="163068" cy="164401"/>
            </a:xfrm>
            <a:custGeom>
              <a:avLst/>
              <a:gdLst>
                <a:gd name="connsiteX0" fmla="*/ 64516 w 163068"/>
                <a:gd name="connsiteY0" fmla="*/ 0 h 164401"/>
                <a:gd name="connsiteX1" fmla="*/ 98806 w 163068"/>
                <a:gd name="connsiteY1" fmla="*/ 0 h 164401"/>
                <a:gd name="connsiteX2" fmla="*/ 163068 w 163068"/>
                <a:gd name="connsiteY2" fmla="*/ 164401 h 164401"/>
                <a:gd name="connsiteX3" fmla="*/ 127381 w 163068"/>
                <a:gd name="connsiteY3" fmla="*/ 164401 h 164401"/>
                <a:gd name="connsiteX4" fmla="*/ 113538 w 163068"/>
                <a:gd name="connsiteY4" fmla="*/ 128644 h 164401"/>
                <a:gd name="connsiteX5" fmla="*/ 49721 w 163068"/>
                <a:gd name="connsiteY5" fmla="*/ 128644 h 164401"/>
                <a:gd name="connsiteX6" fmla="*/ 35941 w 163068"/>
                <a:gd name="connsiteY6" fmla="*/ 164401 h 164401"/>
                <a:gd name="connsiteX7" fmla="*/ 0 w 163068"/>
                <a:gd name="connsiteY7" fmla="*/ 164401 h 164401"/>
                <a:gd name="connsiteX8" fmla="*/ 64516 w 163068"/>
                <a:gd name="connsiteY8" fmla="*/ 0 h 164401"/>
                <a:gd name="connsiteX9" fmla="*/ 81535 w 163068"/>
                <a:gd name="connsiteY9" fmla="*/ 37605 h 164401"/>
                <a:gd name="connsiteX10" fmla="*/ 58738 w 163068"/>
                <a:gd name="connsiteY10" fmla="*/ 100165 h 164401"/>
                <a:gd name="connsiteX11" fmla="*/ 104331 w 163068"/>
                <a:gd name="connsiteY11" fmla="*/ 100165 h 164401"/>
                <a:gd name="connsiteX12" fmla="*/ 81535 w 163068"/>
                <a:gd name="connsiteY12" fmla="*/ 37605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3068" h="164401">
                  <a:moveTo>
                    <a:pt x="64516" y="0"/>
                  </a:moveTo>
                  <a:lnTo>
                    <a:pt x="98806" y="0"/>
                  </a:lnTo>
                  <a:lnTo>
                    <a:pt x="163068" y="164401"/>
                  </a:lnTo>
                  <a:lnTo>
                    <a:pt x="127381" y="164401"/>
                  </a:lnTo>
                  <a:lnTo>
                    <a:pt x="113538" y="128644"/>
                  </a:lnTo>
                  <a:lnTo>
                    <a:pt x="49721" y="128644"/>
                  </a:lnTo>
                  <a:lnTo>
                    <a:pt x="35941" y="164401"/>
                  </a:lnTo>
                  <a:lnTo>
                    <a:pt x="0" y="164401"/>
                  </a:lnTo>
                  <a:lnTo>
                    <a:pt x="64516" y="0"/>
                  </a:lnTo>
                  <a:close/>
                  <a:moveTo>
                    <a:pt x="81535" y="37605"/>
                  </a:moveTo>
                  <a:lnTo>
                    <a:pt x="58738" y="100165"/>
                  </a:lnTo>
                  <a:lnTo>
                    <a:pt x="104331" y="100165"/>
                  </a:lnTo>
                  <a:lnTo>
                    <a:pt x="81535" y="376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9C1A805-C8C4-42DA-CB83-C5331117F507}"/>
                </a:ext>
              </a:extLst>
            </p:cNvPr>
            <p:cNvSpPr/>
            <p:nvPr userDrawn="1"/>
          </p:nvSpPr>
          <p:spPr>
            <a:xfrm>
              <a:off x="8754681" y="3349949"/>
              <a:ext cx="127889" cy="164401"/>
            </a:xfrm>
            <a:custGeom>
              <a:avLst/>
              <a:gdLst>
                <a:gd name="connsiteX0" fmla="*/ 0 w 127889"/>
                <a:gd name="connsiteY0" fmla="*/ 0 h 164401"/>
                <a:gd name="connsiteX1" fmla="*/ 69850 w 127889"/>
                <a:gd name="connsiteY1" fmla="*/ 0 h 164401"/>
                <a:gd name="connsiteX2" fmla="*/ 112523 w 127889"/>
                <a:gd name="connsiteY2" fmla="*/ 13982 h 164401"/>
                <a:gd name="connsiteX3" fmla="*/ 127889 w 127889"/>
                <a:gd name="connsiteY3" fmla="*/ 54324 h 164401"/>
                <a:gd name="connsiteX4" fmla="*/ 119571 w 127889"/>
                <a:gd name="connsiteY4" fmla="*/ 85490 h 164401"/>
                <a:gd name="connsiteX5" fmla="*/ 96076 w 127889"/>
                <a:gd name="connsiteY5" fmla="*/ 104184 h 164401"/>
                <a:gd name="connsiteX6" fmla="*/ 126683 w 127889"/>
                <a:gd name="connsiteY6" fmla="*/ 164401 h 164401"/>
                <a:gd name="connsiteX7" fmla="*/ 90742 w 127889"/>
                <a:gd name="connsiteY7" fmla="*/ 164401 h 164401"/>
                <a:gd name="connsiteX8" fmla="*/ 62421 w 127889"/>
                <a:gd name="connsiteY8" fmla="*/ 108674 h 164401"/>
                <a:gd name="connsiteX9" fmla="*/ 35052 w 127889"/>
                <a:gd name="connsiteY9" fmla="*/ 108674 h 164401"/>
                <a:gd name="connsiteX10" fmla="*/ 35052 w 127889"/>
                <a:gd name="connsiteY10" fmla="*/ 164401 h 164401"/>
                <a:gd name="connsiteX11" fmla="*/ 0 w 127889"/>
                <a:gd name="connsiteY11" fmla="*/ 164401 h 164401"/>
                <a:gd name="connsiteX12" fmla="*/ 0 w 127889"/>
                <a:gd name="connsiteY12" fmla="*/ 0 h 164401"/>
                <a:gd name="connsiteX13" fmla="*/ 35052 w 127889"/>
                <a:gd name="connsiteY13" fmla="*/ 29864 h 164401"/>
                <a:gd name="connsiteX14" fmla="*/ 35052 w 127889"/>
                <a:gd name="connsiteY14" fmla="*/ 78784 h 164401"/>
                <a:gd name="connsiteX15" fmla="*/ 63627 w 127889"/>
                <a:gd name="connsiteY15" fmla="*/ 78784 h 164401"/>
                <a:gd name="connsiteX16" fmla="*/ 84710 w 127889"/>
                <a:gd name="connsiteY16" fmla="*/ 72917 h 164401"/>
                <a:gd name="connsiteX17" fmla="*/ 92393 w 127889"/>
                <a:gd name="connsiteY17" fmla="*/ 54324 h 164401"/>
                <a:gd name="connsiteX18" fmla="*/ 84773 w 127889"/>
                <a:gd name="connsiteY18" fmla="*/ 35389 h 164401"/>
                <a:gd name="connsiteX19" fmla="*/ 63627 w 127889"/>
                <a:gd name="connsiteY19" fmla="*/ 29864 h 164401"/>
                <a:gd name="connsiteX20" fmla="*/ 35052 w 127889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89" h="164401">
                  <a:moveTo>
                    <a:pt x="0" y="0"/>
                  </a:moveTo>
                  <a:lnTo>
                    <a:pt x="69850" y="0"/>
                  </a:lnTo>
                  <a:cubicBezTo>
                    <a:pt x="88138" y="0"/>
                    <a:pt x="102363" y="4661"/>
                    <a:pt x="112523" y="13982"/>
                  </a:cubicBezTo>
                  <a:cubicBezTo>
                    <a:pt x="122746" y="23304"/>
                    <a:pt x="127889" y="36766"/>
                    <a:pt x="127889" y="54324"/>
                  </a:cubicBezTo>
                  <a:cubicBezTo>
                    <a:pt x="127889" y="66554"/>
                    <a:pt x="125095" y="76936"/>
                    <a:pt x="119571" y="85490"/>
                  </a:cubicBezTo>
                  <a:cubicBezTo>
                    <a:pt x="114047" y="94050"/>
                    <a:pt x="106236" y="100260"/>
                    <a:pt x="96076" y="104184"/>
                  </a:cubicBezTo>
                  <a:lnTo>
                    <a:pt x="126683" y="164401"/>
                  </a:lnTo>
                  <a:lnTo>
                    <a:pt x="90742" y="164401"/>
                  </a:lnTo>
                  <a:lnTo>
                    <a:pt x="62421" y="108674"/>
                  </a:lnTo>
                  <a:lnTo>
                    <a:pt x="35052" y="108674"/>
                  </a:lnTo>
                  <a:lnTo>
                    <a:pt x="35052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10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3" y="35389"/>
                  </a:cubicBezTo>
                  <a:cubicBezTo>
                    <a:pt x="79756" y="31712"/>
                    <a:pt x="72708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A713282-C756-E2B1-A642-C4F7ACC4E4D6}"/>
                </a:ext>
              </a:extLst>
            </p:cNvPr>
            <p:cNvSpPr/>
            <p:nvPr userDrawn="1"/>
          </p:nvSpPr>
          <p:spPr>
            <a:xfrm>
              <a:off x="8902127" y="3349949"/>
              <a:ext cx="111696" cy="164401"/>
            </a:xfrm>
            <a:custGeom>
              <a:avLst/>
              <a:gdLst>
                <a:gd name="connsiteX0" fmla="*/ 0 w 111696"/>
                <a:gd name="connsiteY0" fmla="*/ 0 h 164401"/>
                <a:gd name="connsiteX1" fmla="*/ 111696 w 111696"/>
                <a:gd name="connsiteY1" fmla="*/ 0 h 164401"/>
                <a:gd name="connsiteX2" fmla="*/ 111696 w 111696"/>
                <a:gd name="connsiteY2" fmla="*/ 29864 h 164401"/>
                <a:gd name="connsiteX3" fmla="*/ 35052 w 111696"/>
                <a:gd name="connsiteY3" fmla="*/ 29864 h 164401"/>
                <a:gd name="connsiteX4" fmla="*/ 35052 w 111696"/>
                <a:gd name="connsiteY4" fmla="*/ 67957 h 164401"/>
                <a:gd name="connsiteX5" fmla="*/ 91440 w 111696"/>
                <a:gd name="connsiteY5" fmla="*/ 67957 h 164401"/>
                <a:gd name="connsiteX6" fmla="*/ 91440 w 111696"/>
                <a:gd name="connsiteY6" fmla="*/ 96660 h 164401"/>
                <a:gd name="connsiteX7" fmla="*/ 35052 w 111696"/>
                <a:gd name="connsiteY7" fmla="*/ 96660 h 164401"/>
                <a:gd name="connsiteX8" fmla="*/ 35052 w 111696"/>
                <a:gd name="connsiteY8" fmla="*/ 134537 h 164401"/>
                <a:gd name="connsiteX9" fmla="*/ 111696 w 111696"/>
                <a:gd name="connsiteY9" fmla="*/ 134537 h 164401"/>
                <a:gd name="connsiteX10" fmla="*/ 111696 w 111696"/>
                <a:gd name="connsiteY10" fmla="*/ 164401 h 164401"/>
                <a:gd name="connsiteX11" fmla="*/ 0 w 111696"/>
                <a:gd name="connsiteY11" fmla="*/ 164401 h 164401"/>
                <a:gd name="connsiteX12" fmla="*/ 0 w 111696"/>
                <a:gd name="connsiteY12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96" h="164401">
                  <a:moveTo>
                    <a:pt x="0" y="0"/>
                  </a:moveTo>
                  <a:lnTo>
                    <a:pt x="111696" y="0"/>
                  </a:lnTo>
                  <a:lnTo>
                    <a:pt x="111696" y="29864"/>
                  </a:lnTo>
                  <a:lnTo>
                    <a:pt x="35052" y="29864"/>
                  </a:lnTo>
                  <a:lnTo>
                    <a:pt x="35052" y="67957"/>
                  </a:lnTo>
                  <a:lnTo>
                    <a:pt x="91440" y="67957"/>
                  </a:lnTo>
                  <a:lnTo>
                    <a:pt x="91440" y="96660"/>
                  </a:lnTo>
                  <a:lnTo>
                    <a:pt x="35052" y="96660"/>
                  </a:lnTo>
                  <a:lnTo>
                    <a:pt x="35052" y="134537"/>
                  </a:lnTo>
                  <a:lnTo>
                    <a:pt x="111696" y="134537"/>
                  </a:lnTo>
                  <a:lnTo>
                    <a:pt x="111696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5CD6D3-153F-5E30-0C7D-BE081E454280}"/>
                </a:ext>
              </a:extLst>
            </p:cNvPr>
            <p:cNvSpPr/>
            <p:nvPr userDrawn="1"/>
          </p:nvSpPr>
          <p:spPr>
            <a:xfrm>
              <a:off x="9111488" y="3349949"/>
              <a:ext cx="142621" cy="164401"/>
            </a:xfrm>
            <a:custGeom>
              <a:avLst/>
              <a:gdLst>
                <a:gd name="connsiteX0" fmla="*/ 0 w 142621"/>
                <a:gd name="connsiteY0" fmla="*/ 0 h 164401"/>
                <a:gd name="connsiteX1" fmla="*/ 56007 w 142621"/>
                <a:gd name="connsiteY1" fmla="*/ 0 h 164401"/>
                <a:gd name="connsiteX2" fmla="*/ 101854 w 142621"/>
                <a:gd name="connsiteY2" fmla="*/ 9887 h 164401"/>
                <a:gd name="connsiteX3" fmla="*/ 132017 w 142621"/>
                <a:gd name="connsiteY3" fmla="*/ 38100 h 164401"/>
                <a:gd name="connsiteX4" fmla="*/ 142621 w 142621"/>
                <a:gd name="connsiteY4" fmla="*/ 81375 h 164401"/>
                <a:gd name="connsiteX5" fmla="*/ 119190 w 142621"/>
                <a:gd name="connsiteY5" fmla="*/ 143339 h 164401"/>
                <a:gd name="connsiteX6" fmla="*/ 54166 w 142621"/>
                <a:gd name="connsiteY6" fmla="*/ 164401 h 164401"/>
                <a:gd name="connsiteX7" fmla="*/ 0 w 142621"/>
                <a:gd name="connsiteY7" fmla="*/ 164401 h 164401"/>
                <a:gd name="connsiteX8" fmla="*/ 0 w 142621"/>
                <a:gd name="connsiteY8" fmla="*/ 0 h 164401"/>
                <a:gd name="connsiteX9" fmla="*/ 35052 w 142621"/>
                <a:gd name="connsiteY9" fmla="*/ 29864 h 164401"/>
                <a:gd name="connsiteX10" fmla="*/ 35052 w 142621"/>
                <a:gd name="connsiteY10" fmla="*/ 134512 h 164401"/>
                <a:gd name="connsiteX11" fmla="*/ 56007 w 142621"/>
                <a:gd name="connsiteY11" fmla="*/ 134512 h 164401"/>
                <a:gd name="connsiteX12" fmla="*/ 93726 w 142621"/>
                <a:gd name="connsiteY12" fmla="*/ 120409 h 164401"/>
                <a:gd name="connsiteX13" fmla="*/ 106870 w 142621"/>
                <a:gd name="connsiteY13" fmla="*/ 81375 h 164401"/>
                <a:gd name="connsiteX14" fmla="*/ 101156 w 142621"/>
                <a:gd name="connsiteY14" fmla="*/ 54794 h 164401"/>
                <a:gd name="connsiteX15" fmla="*/ 84328 w 142621"/>
                <a:gd name="connsiteY15" fmla="*/ 36449 h 164401"/>
                <a:gd name="connsiteX16" fmla="*/ 58293 w 142621"/>
                <a:gd name="connsiteY16" fmla="*/ 29864 h 164401"/>
                <a:gd name="connsiteX17" fmla="*/ 35052 w 142621"/>
                <a:gd name="connsiteY17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621" h="164401">
                  <a:moveTo>
                    <a:pt x="0" y="0"/>
                  </a:moveTo>
                  <a:lnTo>
                    <a:pt x="56007" y="0"/>
                  </a:lnTo>
                  <a:cubicBezTo>
                    <a:pt x="73469" y="0"/>
                    <a:pt x="88773" y="3283"/>
                    <a:pt x="101854" y="9887"/>
                  </a:cubicBezTo>
                  <a:cubicBezTo>
                    <a:pt x="114871" y="16472"/>
                    <a:pt x="124905" y="25870"/>
                    <a:pt x="132017" y="38100"/>
                  </a:cubicBezTo>
                  <a:cubicBezTo>
                    <a:pt x="139065" y="50330"/>
                    <a:pt x="142621" y="64757"/>
                    <a:pt x="142621" y="81375"/>
                  </a:cubicBezTo>
                  <a:cubicBezTo>
                    <a:pt x="142621" y="108648"/>
                    <a:pt x="134810" y="129311"/>
                    <a:pt x="119190" y="143339"/>
                  </a:cubicBezTo>
                  <a:cubicBezTo>
                    <a:pt x="103632" y="157372"/>
                    <a:pt x="81915" y="164401"/>
                    <a:pt x="54166" y="164401"/>
                  </a:cubicBez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134512"/>
                  </a:lnTo>
                  <a:lnTo>
                    <a:pt x="56007" y="134512"/>
                  </a:lnTo>
                  <a:cubicBezTo>
                    <a:pt x="72390" y="134512"/>
                    <a:pt x="85027" y="129806"/>
                    <a:pt x="93726" y="120409"/>
                  </a:cubicBezTo>
                  <a:cubicBezTo>
                    <a:pt x="102489" y="110992"/>
                    <a:pt x="106870" y="97993"/>
                    <a:pt x="106870" y="81375"/>
                  </a:cubicBezTo>
                  <a:cubicBezTo>
                    <a:pt x="106870" y="71488"/>
                    <a:pt x="104966" y="62636"/>
                    <a:pt x="101156" y="54794"/>
                  </a:cubicBezTo>
                  <a:cubicBezTo>
                    <a:pt x="97282" y="46952"/>
                    <a:pt x="91694" y="40837"/>
                    <a:pt x="84328" y="36449"/>
                  </a:cubicBezTo>
                  <a:cubicBezTo>
                    <a:pt x="76962" y="32055"/>
                    <a:pt x="68263" y="29864"/>
                    <a:pt x="58293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C8B9E84-1ADA-E687-C254-2B5BE23B3B5F}"/>
                </a:ext>
              </a:extLst>
            </p:cNvPr>
            <p:cNvSpPr/>
            <p:nvPr userDrawn="1"/>
          </p:nvSpPr>
          <p:spPr>
            <a:xfrm>
              <a:off x="9273412" y="3349949"/>
              <a:ext cx="127826" cy="164401"/>
            </a:xfrm>
            <a:custGeom>
              <a:avLst/>
              <a:gdLst>
                <a:gd name="connsiteX0" fmla="*/ 0 w 127826"/>
                <a:gd name="connsiteY0" fmla="*/ 0 h 164401"/>
                <a:gd name="connsiteX1" fmla="*/ 69786 w 127826"/>
                <a:gd name="connsiteY1" fmla="*/ 0 h 164401"/>
                <a:gd name="connsiteX2" fmla="*/ 112522 w 127826"/>
                <a:gd name="connsiteY2" fmla="*/ 13982 h 164401"/>
                <a:gd name="connsiteX3" fmla="*/ 127826 w 127826"/>
                <a:gd name="connsiteY3" fmla="*/ 54324 h 164401"/>
                <a:gd name="connsiteX4" fmla="*/ 119570 w 127826"/>
                <a:gd name="connsiteY4" fmla="*/ 85490 h 164401"/>
                <a:gd name="connsiteX5" fmla="*/ 96076 w 127826"/>
                <a:gd name="connsiteY5" fmla="*/ 104184 h 164401"/>
                <a:gd name="connsiteX6" fmla="*/ 126682 w 127826"/>
                <a:gd name="connsiteY6" fmla="*/ 164401 h 164401"/>
                <a:gd name="connsiteX7" fmla="*/ 90742 w 127826"/>
                <a:gd name="connsiteY7" fmla="*/ 164401 h 164401"/>
                <a:gd name="connsiteX8" fmla="*/ 62420 w 127826"/>
                <a:gd name="connsiteY8" fmla="*/ 108674 h 164401"/>
                <a:gd name="connsiteX9" fmla="*/ 34989 w 127826"/>
                <a:gd name="connsiteY9" fmla="*/ 108674 h 164401"/>
                <a:gd name="connsiteX10" fmla="*/ 34989 w 127826"/>
                <a:gd name="connsiteY10" fmla="*/ 164401 h 164401"/>
                <a:gd name="connsiteX11" fmla="*/ 0 w 127826"/>
                <a:gd name="connsiteY11" fmla="*/ 164401 h 164401"/>
                <a:gd name="connsiteX12" fmla="*/ 0 w 127826"/>
                <a:gd name="connsiteY12" fmla="*/ 0 h 164401"/>
                <a:gd name="connsiteX13" fmla="*/ 35052 w 127826"/>
                <a:gd name="connsiteY13" fmla="*/ 29864 h 164401"/>
                <a:gd name="connsiteX14" fmla="*/ 35052 w 127826"/>
                <a:gd name="connsiteY14" fmla="*/ 78784 h 164401"/>
                <a:gd name="connsiteX15" fmla="*/ 63627 w 127826"/>
                <a:gd name="connsiteY15" fmla="*/ 78784 h 164401"/>
                <a:gd name="connsiteX16" fmla="*/ 84709 w 127826"/>
                <a:gd name="connsiteY16" fmla="*/ 72917 h 164401"/>
                <a:gd name="connsiteX17" fmla="*/ 92393 w 127826"/>
                <a:gd name="connsiteY17" fmla="*/ 54324 h 164401"/>
                <a:gd name="connsiteX18" fmla="*/ 84772 w 127826"/>
                <a:gd name="connsiteY18" fmla="*/ 35389 h 164401"/>
                <a:gd name="connsiteX19" fmla="*/ 63627 w 127826"/>
                <a:gd name="connsiteY19" fmla="*/ 29864 h 164401"/>
                <a:gd name="connsiteX20" fmla="*/ 35052 w 127826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26" h="164401">
                  <a:moveTo>
                    <a:pt x="0" y="0"/>
                  </a:moveTo>
                  <a:lnTo>
                    <a:pt x="69786" y="0"/>
                  </a:lnTo>
                  <a:cubicBezTo>
                    <a:pt x="88074" y="0"/>
                    <a:pt x="102298" y="4661"/>
                    <a:pt x="112522" y="13982"/>
                  </a:cubicBezTo>
                  <a:cubicBezTo>
                    <a:pt x="122745" y="23304"/>
                    <a:pt x="127826" y="36766"/>
                    <a:pt x="127826" y="54324"/>
                  </a:cubicBezTo>
                  <a:cubicBezTo>
                    <a:pt x="127826" y="66554"/>
                    <a:pt x="125095" y="76936"/>
                    <a:pt x="119570" y="85490"/>
                  </a:cubicBezTo>
                  <a:cubicBezTo>
                    <a:pt x="114046" y="94050"/>
                    <a:pt x="106172" y="100260"/>
                    <a:pt x="96076" y="104184"/>
                  </a:cubicBezTo>
                  <a:lnTo>
                    <a:pt x="126682" y="164401"/>
                  </a:lnTo>
                  <a:lnTo>
                    <a:pt x="90742" y="164401"/>
                  </a:lnTo>
                  <a:lnTo>
                    <a:pt x="62420" y="108674"/>
                  </a:lnTo>
                  <a:lnTo>
                    <a:pt x="34989" y="1086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09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2" y="35389"/>
                  </a:cubicBezTo>
                  <a:cubicBezTo>
                    <a:pt x="79756" y="31712"/>
                    <a:pt x="72707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5C63506-EF1D-B37A-86CE-66AC71601D09}"/>
                </a:ext>
              </a:extLst>
            </p:cNvPr>
            <p:cNvSpPr/>
            <p:nvPr userDrawn="1"/>
          </p:nvSpPr>
          <p:spPr>
            <a:xfrm>
              <a:off x="942085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3138490-F379-7DD8-8440-76A54061637B}"/>
                </a:ext>
              </a:extLst>
            </p:cNvPr>
            <p:cNvSpPr/>
            <p:nvPr userDrawn="1"/>
          </p:nvSpPr>
          <p:spPr>
            <a:xfrm>
              <a:off x="9475405" y="3349949"/>
              <a:ext cx="163068" cy="164401"/>
            </a:xfrm>
            <a:custGeom>
              <a:avLst/>
              <a:gdLst>
                <a:gd name="connsiteX0" fmla="*/ 0 w 163068"/>
                <a:gd name="connsiteY0" fmla="*/ 0 h 164401"/>
                <a:gd name="connsiteX1" fmla="*/ 37338 w 163068"/>
                <a:gd name="connsiteY1" fmla="*/ 0 h 164401"/>
                <a:gd name="connsiteX2" fmla="*/ 81535 w 163068"/>
                <a:gd name="connsiteY2" fmla="*/ 116884 h 164401"/>
                <a:gd name="connsiteX3" fmla="*/ 125985 w 163068"/>
                <a:gd name="connsiteY3" fmla="*/ 0 h 164401"/>
                <a:gd name="connsiteX4" fmla="*/ 163068 w 163068"/>
                <a:gd name="connsiteY4" fmla="*/ 0 h 164401"/>
                <a:gd name="connsiteX5" fmla="*/ 98806 w 163068"/>
                <a:gd name="connsiteY5" fmla="*/ 164401 h 164401"/>
                <a:gd name="connsiteX6" fmla="*/ 64516 w 163068"/>
                <a:gd name="connsiteY6" fmla="*/ 164401 h 164401"/>
                <a:gd name="connsiteX7" fmla="*/ 0 w 163068"/>
                <a:gd name="connsiteY7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068" h="164401">
                  <a:moveTo>
                    <a:pt x="0" y="0"/>
                  </a:moveTo>
                  <a:lnTo>
                    <a:pt x="37338" y="0"/>
                  </a:lnTo>
                  <a:lnTo>
                    <a:pt x="81535" y="116884"/>
                  </a:lnTo>
                  <a:lnTo>
                    <a:pt x="125985" y="0"/>
                  </a:lnTo>
                  <a:lnTo>
                    <a:pt x="163068" y="0"/>
                  </a:lnTo>
                  <a:lnTo>
                    <a:pt x="98806" y="164401"/>
                  </a:lnTo>
                  <a:lnTo>
                    <a:pt x="64516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42474D7-0808-5B53-C48E-BFBBA580121A}"/>
                </a:ext>
              </a:extLst>
            </p:cNvPr>
            <p:cNvSpPr/>
            <p:nvPr userDrawn="1"/>
          </p:nvSpPr>
          <p:spPr>
            <a:xfrm>
              <a:off x="9657842" y="3349949"/>
              <a:ext cx="35051" cy="164401"/>
            </a:xfrm>
            <a:custGeom>
              <a:avLst/>
              <a:gdLst>
                <a:gd name="connsiteX0" fmla="*/ 0 w 35051"/>
                <a:gd name="connsiteY0" fmla="*/ 0 h 164401"/>
                <a:gd name="connsiteX1" fmla="*/ 35051 w 35051"/>
                <a:gd name="connsiteY1" fmla="*/ 0 h 164401"/>
                <a:gd name="connsiteX2" fmla="*/ 35051 w 35051"/>
                <a:gd name="connsiteY2" fmla="*/ 164401 h 164401"/>
                <a:gd name="connsiteX3" fmla="*/ 0 w 35051"/>
                <a:gd name="connsiteY3" fmla="*/ 164401 h 164401"/>
                <a:gd name="connsiteX4" fmla="*/ 0 w 35051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51" h="164401">
                  <a:moveTo>
                    <a:pt x="0" y="0"/>
                  </a:moveTo>
                  <a:lnTo>
                    <a:pt x="35051" y="0"/>
                  </a:lnTo>
                  <a:lnTo>
                    <a:pt x="3505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73327BD-14C6-4580-D54A-B7160E0992AD}"/>
                </a:ext>
              </a:extLst>
            </p:cNvPr>
            <p:cNvSpPr/>
            <p:nvPr userDrawn="1"/>
          </p:nvSpPr>
          <p:spPr>
            <a:xfrm>
              <a:off x="9717086" y="3349949"/>
              <a:ext cx="136334" cy="164401"/>
            </a:xfrm>
            <a:custGeom>
              <a:avLst/>
              <a:gdLst>
                <a:gd name="connsiteX0" fmla="*/ 0 w 136334"/>
                <a:gd name="connsiteY0" fmla="*/ 0 h 164401"/>
                <a:gd name="connsiteX1" fmla="*/ 34035 w 136334"/>
                <a:gd name="connsiteY1" fmla="*/ 0 h 164401"/>
                <a:gd name="connsiteX2" fmla="*/ 101345 w 136334"/>
                <a:gd name="connsiteY2" fmla="*/ 106305 h 164401"/>
                <a:gd name="connsiteX3" fmla="*/ 101345 w 136334"/>
                <a:gd name="connsiteY3" fmla="*/ 0 h 164401"/>
                <a:gd name="connsiteX4" fmla="*/ 136334 w 136334"/>
                <a:gd name="connsiteY4" fmla="*/ 0 h 164401"/>
                <a:gd name="connsiteX5" fmla="*/ 136334 w 136334"/>
                <a:gd name="connsiteY5" fmla="*/ 164401 h 164401"/>
                <a:gd name="connsiteX6" fmla="*/ 102489 w 136334"/>
                <a:gd name="connsiteY6" fmla="*/ 164401 h 164401"/>
                <a:gd name="connsiteX7" fmla="*/ 34988 w 136334"/>
                <a:gd name="connsiteY7" fmla="*/ 58096 h 164401"/>
                <a:gd name="connsiteX8" fmla="*/ 34988 w 136334"/>
                <a:gd name="connsiteY8" fmla="*/ 164401 h 164401"/>
                <a:gd name="connsiteX9" fmla="*/ 0 w 136334"/>
                <a:gd name="connsiteY9" fmla="*/ 164401 h 164401"/>
                <a:gd name="connsiteX10" fmla="*/ 0 w 136334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334" h="164401">
                  <a:moveTo>
                    <a:pt x="0" y="0"/>
                  </a:moveTo>
                  <a:lnTo>
                    <a:pt x="34035" y="0"/>
                  </a:lnTo>
                  <a:lnTo>
                    <a:pt x="101345" y="106305"/>
                  </a:lnTo>
                  <a:lnTo>
                    <a:pt x="101345" y="0"/>
                  </a:lnTo>
                  <a:lnTo>
                    <a:pt x="136334" y="0"/>
                  </a:lnTo>
                  <a:lnTo>
                    <a:pt x="136334" y="164401"/>
                  </a:lnTo>
                  <a:lnTo>
                    <a:pt x="102489" y="164401"/>
                  </a:lnTo>
                  <a:lnTo>
                    <a:pt x="34988" y="58096"/>
                  </a:lnTo>
                  <a:lnTo>
                    <a:pt x="34988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3C05CD5-6B82-4B81-4D5C-3EACD05A3D26}"/>
                </a:ext>
              </a:extLst>
            </p:cNvPr>
            <p:cNvSpPr/>
            <p:nvPr userDrawn="1"/>
          </p:nvSpPr>
          <p:spPr>
            <a:xfrm>
              <a:off x="10120184" y="3349949"/>
              <a:ext cx="168084" cy="164401"/>
            </a:xfrm>
            <a:custGeom>
              <a:avLst/>
              <a:gdLst>
                <a:gd name="connsiteX0" fmla="*/ 0 w 168084"/>
                <a:gd name="connsiteY0" fmla="*/ 0 h 164401"/>
                <a:gd name="connsiteX1" fmla="*/ 34544 w 168084"/>
                <a:gd name="connsiteY1" fmla="*/ 0 h 164401"/>
                <a:gd name="connsiteX2" fmla="*/ 84074 w 168084"/>
                <a:gd name="connsiteY2" fmla="*/ 110052 h 164401"/>
                <a:gd name="connsiteX3" fmla="*/ 133795 w 168084"/>
                <a:gd name="connsiteY3" fmla="*/ 0 h 164401"/>
                <a:gd name="connsiteX4" fmla="*/ 168084 w 168084"/>
                <a:gd name="connsiteY4" fmla="*/ 0 h 164401"/>
                <a:gd name="connsiteX5" fmla="*/ 168084 w 168084"/>
                <a:gd name="connsiteY5" fmla="*/ 164401 h 164401"/>
                <a:gd name="connsiteX6" fmla="*/ 134683 w 168084"/>
                <a:gd name="connsiteY6" fmla="*/ 164401 h 164401"/>
                <a:gd name="connsiteX7" fmla="*/ 134683 w 168084"/>
                <a:gd name="connsiteY7" fmla="*/ 71044 h 164401"/>
                <a:gd name="connsiteX8" fmla="*/ 92138 w 168084"/>
                <a:gd name="connsiteY8" fmla="*/ 164401 h 164401"/>
                <a:gd name="connsiteX9" fmla="*/ 76009 w 168084"/>
                <a:gd name="connsiteY9" fmla="*/ 164401 h 164401"/>
                <a:gd name="connsiteX10" fmla="*/ 33591 w 168084"/>
                <a:gd name="connsiteY10" fmla="*/ 71044 h 164401"/>
                <a:gd name="connsiteX11" fmla="*/ 33591 w 168084"/>
                <a:gd name="connsiteY11" fmla="*/ 164401 h 164401"/>
                <a:gd name="connsiteX12" fmla="*/ 0 w 168084"/>
                <a:gd name="connsiteY12" fmla="*/ 164401 h 164401"/>
                <a:gd name="connsiteX13" fmla="*/ 0 w 168084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084" h="164401">
                  <a:moveTo>
                    <a:pt x="0" y="0"/>
                  </a:moveTo>
                  <a:lnTo>
                    <a:pt x="34544" y="0"/>
                  </a:lnTo>
                  <a:lnTo>
                    <a:pt x="84074" y="110052"/>
                  </a:lnTo>
                  <a:lnTo>
                    <a:pt x="133795" y="0"/>
                  </a:lnTo>
                  <a:lnTo>
                    <a:pt x="168084" y="0"/>
                  </a:lnTo>
                  <a:lnTo>
                    <a:pt x="168084" y="164401"/>
                  </a:lnTo>
                  <a:lnTo>
                    <a:pt x="134683" y="164401"/>
                  </a:lnTo>
                  <a:lnTo>
                    <a:pt x="134683" y="71044"/>
                  </a:lnTo>
                  <a:lnTo>
                    <a:pt x="92138" y="164401"/>
                  </a:lnTo>
                  <a:lnTo>
                    <a:pt x="76009" y="164401"/>
                  </a:lnTo>
                  <a:lnTo>
                    <a:pt x="33591" y="71044"/>
                  </a:lnTo>
                  <a:lnTo>
                    <a:pt x="3359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AAA511B-5C02-B746-9C84-469813F70714}"/>
                </a:ext>
              </a:extLst>
            </p:cNvPr>
            <p:cNvSpPr/>
            <p:nvPr userDrawn="1"/>
          </p:nvSpPr>
          <p:spPr>
            <a:xfrm>
              <a:off x="10499025" y="3349948"/>
              <a:ext cx="132652" cy="164350"/>
            </a:xfrm>
            <a:custGeom>
              <a:avLst/>
              <a:gdLst>
                <a:gd name="connsiteX0" fmla="*/ 0 w 132652"/>
                <a:gd name="connsiteY0" fmla="*/ 0 h 164350"/>
                <a:gd name="connsiteX1" fmla="*/ 78994 w 132652"/>
                <a:gd name="connsiteY1" fmla="*/ 0 h 164350"/>
                <a:gd name="connsiteX2" fmla="*/ 114681 w 132652"/>
                <a:gd name="connsiteY2" fmla="*/ 11518 h 164350"/>
                <a:gd name="connsiteX3" fmla="*/ 127571 w 132652"/>
                <a:gd name="connsiteY3" fmla="*/ 44907 h 164350"/>
                <a:gd name="connsiteX4" fmla="*/ 122555 w 132652"/>
                <a:gd name="connsiteY4" fmla="*/ 64998 h 164350"/>
                <a:gd name="connsiteX5" fmla="*/ 108712 w 132652"/>
                <a:gd name="connsiteY5" fmla="*/ 78981 h 164350"/>
                <a:gd name="connsiteX6" fmla="*/ 126682 w 132652"/>
                <a:gd name="connsiteY6" fmla="*/ 92494 h 164350"/>
                <a:gd name="connsiteX7" fmla="*/ 132652 w 132652"/>
                <a:gd name="connsiteY7" fmla="*/ 116141 h 164350"/>
                <a:gd name="connsiteX8" fmla="*/ 126111 w 132652"/>
                <a:gd name="connsiteY8" fmla="*/ 141884 h 164350"/>
                <a:gd name="connsiteX9" fmla="*/ 108141 w 132652"/>
                <a:gd name="connsiteY9" fmla="*/ 158578 h 164350"/>
                <a:gd name="connsiteX10" fmla="*/ 82931 w 132652"/>
                <a:gd name="connsiteY10" fmla="*/ 164350 h 164350"/>
                <a:gd name="connsiteX11" fmla="*/ 0 w 132652"/>
                <a:gd name="connsiteY11" fmla="*/ 164350 h 164350"/>
                <a:gd name="connsiteX12" fmla="*/ 0 w 132652"/>
                <a:gd name="connsiteY12" fmla="*/ 0 h 164350"/>
                <a:gd name="connsiteX13" fmla="*/ 35052 w 132652"/>
                <a:gd name="connsiteY13" fmla="*/ 27273 h 164350"/>
                <a:gd name="connsiteX14" fmla="*/ 35052 w 132652"/>
                <a:gd name="connsiteY14" fmla="*/ 66776 h 164350"/>
                <a:gd name="connsiteX15" fmla="*/ 72327 w 132652"/>
                <a:gd name="connsiteY15" fmla="*/ 66776 h 164350"/>
                <a:gd name="connsiteX16" fmla="*/ 86868 w 132652"/>
                <a:gd name="connsiteY16" fmla="*/ 62064 h 164350"/>
                <a:gd name="connsiteX17" fmla="*/ 92139 w 132652"/>
                <a:gd name="connsiteY17" fmla="*/ 47027 h 164350"/>
                <a:gd name="connsiteX18" fmla="*/ 86931 w 132652"/>
                <a:gd name="connsiteY18" fmla="*/ 31514 h 164350"/>
                <a:gd name="connsiteX19" fmla="*/ 71183 w 132652"/>
                <a:gd name="connsiteY19" fmla="*/ 27273 h 164350"/>
                <a:gd name="connsiteX20" fmla="*/ 35052 w 132652"/>
                <a:gd name="connsiteY20" fmla="*/ 27273 h 164350"/>
                <a:gd name="connsiteX21" fmla="*/ 35052 w 132652"/>
                <a:gd name="connsiteY21" fmla="*/ 94297 h 164350"/>
                <a:gd name="connsiteX22" fmla="*/ 35052 w 132652"/>
                <a:gd name="connsiteY22" fmla="*/ 137102 h 164350"/>
                <a:gd name="connsiteX23" fmla="*/ 74422 w 132652"/>
                <a:gd name="connsiteY23" fmla="*/ 137102 h 164350"/>
                <a:gd name="connsiteX24" fmla="*/ 91567 w 132652"/>
                <a:gd name="connsiteY24" fmla="*/ 132517 h 164350"/>
                <a:gd name="connsiteX25" fmla="*/ 97472 w 132652"/>
                <a:gd name="connsiteY25" fmla="*/ 116414 h 164350"/>
                <a:gd name="connsiteX26" fmla="*/ 91377 w 132652"/>
                <a:gd name="connsiteY26" fmla="*/ 99472 h 164350"/>
                <a:gd name="connsiteX27" fmla="*/ 73279 w 132652"/>
                <a:gd name="connsiteY27" fmla="*/ 94297 h 164350"/>
                <a:gd name="connsiteX28" fmla="*/ 35052 w 132652"/>
                <a:gd name="connsiteY28" fmla="*/ 94297 h 16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652" h="164350">
                  <a:moveTo>
                    <a:pt x="0" y="0"/>
                  </a:moveTo>
                  <a:lnTo>
                    <a:pt x="78994" y="0"/>
                  </a:lnTo>
                  <a:cubicBezTo>
                    <a:pt x="94170" y="0"/>
                    <a:pt x="106108" y="3847"/>
                    <a:pt x="114681" y="11518"/>
                  </a:cubicBezTo>
                  <a:cubicBezTo>
                    <a:pt x="123317" y="19208"/>
                    <a:pt x="127571" y="30333"/>
                    <a:pt x="127571" y="44907"/>
                  </a:cubicBezTo>
                  <a:cubicBezTo>
                    <a:pt x="127571" y="52279"/>
                    <a:pt x="125920" y="58985"/>
                    <a:pt x="122555" y="64998"/>
                  </a:cubicBezTo>
                  <a:cubicBezTo>
                    <a:pt x="119126" y="71043"/>
                    <a:pt x="114554" y="75704"/>
                    <a:pt x="108712" y="78981"/>
                  </a:cubicBezTo>
                  <a:cubicBezTo>
                    <a:pt x="116713" y="81965"/>
                    <a:pt x="122682" y="86480"/>
                    <a:pt x="126682" y="92494"/>
                  </a:cubicBezTo>
                  <a:cubicBezTo>
                    <a:pt x="130683" y="98539"/>
                    <a:pt x="132652" y="106400"/>
                    <a:pt x="132652" y="116141"/>
                  </a:cubicBezTo>
                  <a:cubicBezTo>
                    <a:pt x="132652" y="125882"/>
                    <a:pt x="130492" y="134613"/>
                    <a:pt x="126111" y="141884"/>
                  </a:cubicBezTo>
                  <a:cubicBezTo>
                    <a:pt x="121730" y="149161"/>
                    <a:pt x="115760" y="154730"/>
                    <a:pt x="108141" y="158578"/>
                  </a:cubicBezTo>
                  <a:cubicBezTo>
                    <a:pt x="100520" y="162426"/>
                    <a:pt x="92139" y="164350"/>
                    <a:pt x="82931" y="164350"/>
                  </a:cubicBezTo>
                  <a:lnTo>
                    <a:pt x="0" y="164350"/>
                  </a:lnTo>
                  <a:lnTo>
                    <a:pt x="0" y="0"/>
                  </a:lnTo>
                  <a:close/>
                  <a:moveTo>
                    <a:pt x="35052" y="27273"/>
                  </a:moveTo>
                  <a:lnTo>
                    <a:pt x="35052" y="66776"/>
                  </a:lnTo>
                  <a:lnTo>
                    <a:pt x="72327" y="66776"/>
                  </a:lnTo>
                  <a:cubicBezTo>
                    <a:pt x="78486" y="66776"/>
                    <a:pt x="83312" y="65220"/>
                    <a:pt x="86868" y="62064"/>
                  </a:cubicBezTo>
                  <a:cubicBezTo>
                    <a:pt x="90360" y="58934"/>
                    <a:pt x="92139" y="53904"/>
                    <a:pt x="92139" y="47027"/>
                  </a:cubicBezTo>
                  <a:cubicBezTo>
                    <a:pt x="92139" y="39503"/>
                    <a:pt x="90424" y="34327"/>
                    <a:pt x="86931" y="31514"/>
                  </a:cubicBezTo>
                  <a:cubicBezTo>
                    <a:pt x="83503" y="28701"/>
                    <a:pt x="78232" y="27273"/>
                    <a:pt x="71183" y="27273"/>
                  </a:cubicBezTo>
                  <a:lnTo>
                    <a:pt x="35052" y="27273"/>
                  </a:lnTo>
                  <a:close/>
                  <a:moveTo>
                    <a:pt x="35052" y="94297"/>
                  </a:moveTo>
                  <a:lnTo>
                    <a:pt x="35052" y="137102"/>
                  </a:lnTo>
                  <a:lnTo>
                    <a:pt x="74422" y="137102"/>
                  </a:lnTo>
                  <a:cubicBezTo>
                    <a:pt x="81979" y="137102"/>
                    <a:pt x="87630" y="135572"/>
                    <a:pt x="91567" y="132517"/>
                  </a:cubicBezTo>
                  <a:cubicBezTo>
                    <a:pt x="95504" y="129457"/>
                    <a:pt x="97472" y="124085"/>
                    <a:pt x="97472" y="116414"/>
                  </a:cubicBezTo>
                  <a:cubicBezTo>
                    <a:pt x="97472" y="108743"/>
                    <a:pt x="95441" y="102927"/>
                    <a:pt x="91377" y="99472"/>
                  </a:cubicBezTo>
                  <a:cubicBezTo>
                    <a:pt x="87249" y="96024"/>
                    <a:pt x="81280" y="94297"/>
                    <a:pt x="73279" y="94297"/>
                  </a:cubicBezTo>
                  <a:lnTo>
                    <a:pt x="35052" y="942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B156F5B-542E-F7D5-A8F7-893AC74EBE57}"/>
                </a:ext>
              </a:extLst>
            </p:cNvPr>
            <p:cNvSpPr/>
            <p:nvPr userDrawn="1"/>
          </p:nvSpPr>
          <p:spPr>
            <a:xfrm>
              <a:off x="1065129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3E05CB1-8B26-8565-DBBC-DEE73A32FCBC}"/>
                </a:ext>
              </a:extLst>
            </p:cNvPr>
            <p:cNvSpPr/>
            <p:nvPr userDrawn="1"/>
          </p:nvSpPr>
          <p:spPr>
            <a:xfrm>
              <a:off x="10710481" y="3349948"/>
              <a:ext cx="108713" cy="164376"/>
            </a:xfrm>
            <a:custGeom>
              <a:avLst/>
              <a:gdLst>
                <a:gd name="connsiteX0" fmla="*/ 0 w 108713"/>
                <a:gd name="connsiteY0" fmla="*/ 0 h 164376"/>
                <a:gd name="connsiteX1" fmla="*/ 34989 w 108713"/>
                <a:gd name="connsiteY1" fmla="*/ 0 h 164376"/>
                <a:gd name="connsiteX2" fmla="*/ 34989 w 108713"/>
                <a:gd name="connsiteY2" fmla="*/ 134512 h 164376"/>
                <a:gd name="connsiteX3" fmla="*/ 108713 w 108713"/>
                <a:gd name="connsiteY3" fmla="*/ 134512 h 164376"/>
                <a:gd name="connsiteX4" fmla="*/ 108713 w 108713"/>
                <a:gd name="connsiteY4" fmla="*/ 164376 h 164376"/>
                <a:gd name="connsiteX5" fmla="*/ 0 w 108713"/>
                <a:gd name="connsiteY5" fmla="*/ 164376 h 164376"/>
                <a:gd name="connsiteX6" fmla="*/ 0 w 108713"/>
                <a:gd name="connsiteY6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713" h="164376">
                  <a:moveTo>
                    <a:pt x="0" y="0"/>
                  </a:moveTo>
                  <a:lnTo>
                    <a:pt x="34989" y="0"/>
                  </a:lnTo>
                  <a:lnTo>
                    <a:pt x="34989" y="134512"/>
                  </a:lnTo>
                  <a:lnTo>
                    <a:pt x="108713" y="134512"/>
                  </a:lnTo>
                  <a:lnTo>
                    <a:pt x="108713" y="164376"/>
                  </a:lnTo>
                  <a:lnTo>
                    <a:pt x="0" y="164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CC61E89-0B8E-6819-E932-FF9998E0FE4C}"/>
                </a:ext>
              </a:extLst>
            </p:cNvPr>
            <p:cNvSpPr/>
            <p:nvPr userDrawn="1"/>
          </p:nvSpPr>
          <p:spPr>
            <a:xfrm>
              <a:off x="1083417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A3A616B-9295-B312-7CC7-49E04E281443}"/>
                </a:ext>
              </a:extLst>
            </p:cNvPr>
            <p:cNvSpPr/>
            <p:nvPr userDrawn="1"/>
          </p:nvSpPr>
          <p:spPr>
            <a:xfrm>
              <a:off x="10884851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9 w 128968"/>
                <a:gd name="connsiteY3" fmla="*/ 29864 h 164376"/>
                <a:gd name="connsiteX4" fmla="*/ 81979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9" y="29864"/>
                  </a:lnTo>
                  <a:lnTo>
                    <a:pt x="81979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A66F5D6-4CFA-BD8F-9984-775E08F213A5}"/>
                </a:ext>
              </a:extLst>
            </p:cNvPr>
            <p:cNvSpPr/>
            <p:nvPr userDrawn="1"/>
          </p:nvSpPr>
          <p:spPr>
            <a:xfrm>
              <a:off x="1015999" y="2946375"/>
              <a:ext cx="626445" cy="565798"/>
            </a:xfrm>
            <a:custGeom>
              <a:avLst/>
              <a:gdLst>
                <a:gd name="connsiteX0" fmla="*/ 431386 w 626445"/>
                <a:gd name="connsiteY0" fmla="*/ 3 h 565798"/>
                <a:gd name="connsiteX1" fmla="*/ 618277 w 626445"/>
                <a:gd name="connsiteY1" fmla="*/ 83546 h 565798"/>
                <a:gd name="connsiteX2" fmla="*/ 618930 w 626445"/>
                <a:gd name="connsiteY2" fmla="*/ 84462 h 565798"/>
                <a:gd name="connsiteX3" fmla="*/ 619673 w 626445"/>
                <a:gd name="connsiteY3" fmla="*/ 85546 h 565798"/>
                <a:gd name="connsiteX4" fmla="*/ 626445 w 626445"/>
                <a:gd name="connsiteY4" fmla="*/ 108288 h 565798"/>
                <a:gd name="connsiteX5" fmla="*/ 614273 w 626445"/>
                <a:gd name="connsiteY5" fmla="*/ 137692 h 565798"/>
                <a:gd name="connsiteX6" fmla="*/ 584882 w 626445"/>
                <a:gd name="connsiteY6" fmla="*/ 149878 h 565798"/>
                <a:gd name="connsiteX7" fmla="*/ 335536 w 626445"/>
                <a:gd name="connsiteY7" fmla="*/ 397585 h 565798"/>
                <a:gd name="connsiteX8" fmla="*/ 335536 w 626445"/>
                <a:gd name="connsiteY8" fmla="*/ 399421 h 565798"/>
                <a:gd name="connsiteX9" fmla="*/ 335536 w 626445"/>
                <a:gd name="connsiteY9" fmla="*/ 401180 h 565798"/>
                <a:gd name="connsiteX10" fmla="*/ 264619 w 626445"/>
                <a:gd name="connsiteY10" fmla="*/ 535711 h 565798"/>
                <a:gd name="connsiteX11" fmla="*/ 40400 w 626445"/>
                <a:gd name="connsiteY11" fmla="*/ 504488 h 565798"/>
                <a:gd name="connsiteX12" fmla="*/ 39842 w 626445"/>
                <a:gd name="connsiteY12" fmla="*/ 503808 h 565798"/>
                <a:gd name="connsiteX13" fmla="*/ 33117 w 626445"/>
                <a:gd name="connsiteY13" fmla="*/ 494836 h 565798"/>
                <a:gd name="connsiteX14" fmla="*/ 26291 w 626445"/>
                <a:gd name="connsiteY14" fmla="*/ 484289 h 565798"/>
                <a:gd name="connsiteX15" fmla="*/ 25979 w 626445"/>
                <a:gd name="connsiteY15" fmla="*/ 483755 h 565798"/>
                <a:gd name="connsiteX16" fmla="*/ 183021 w 626445"/>
                <a:gd name="connsiteY16" fmla="*/ 85210 h 565798"/>
                <a:gd name="connsiteX17" fmla="*/ 431386 w 626445"/>
                <a:gd name="connsiteY17" fmla="*/ 3 h 56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5" h="565798">
                  <a:moveTo>
                    <a:pt x="431386" y="3"/>
                  </a:moveTo>
                  <a:cubicBezTo>
                    <a:pt x="510110" y="-287"/>
                    <a:pt x="578589" y="27548"/>
                    <a:pt x="618277" y="83546"/>
                  </a:cubicBezTo>
                  <a:cubicBezTo>
                    <a:pt x="618492" y="83833"/>
                    <a:pt x="618708" y="84150"/>
                    <a:pt x="618930" y="84462"/>
                  </a:cubicBezTo>
                  <a:cubicBezTo>
                    <a:pt x="619171" y="84823"/>
                    <a:pt x="619432" y="85185"/>
                    <a:pt x="619673" y="85546"/>
                  </a:cubicBezTo>
                  <a:lnTo>
                    <a:pt x="626445" y="108288"/>
                  </a:lnTo>
                  <a:lnTo>
                    <a:pt x="614273" y="137692"/>
                  </a:lnTo>
                  <a:cubicBezTo>
                    <a:pt x="606750" y="145220"/>
                    <a:pt x="596359" y="149878"/>
                    <a:pt x="584882" y="149878"/>
                  </a:cubicBezTo>
                  <a:cubicBezTo>
                    <a:pt x="447778" y="149878"/>
                    <a:pt x="336520" y="260616"/>
                    <a:pt x="335536" y="397585"/>
                  </a:cubicBezTo>
                  <a:cubicBezTo>
                    <a:pt x="335536" y="398190"/>
                    <a:pt x="335536" y="398817"/>
                    <a:pt x="335536" y="399421"/>
                  </a:cubicBezTo>
                  <a:cubicBezTo>
                    <a:pt x="335536" y="400024"/>
                    <a:pt x="335536" y="400602"/>
                    <a:pt x="335536" y="401180"/>
                  </a:cubicBezTo>
                  <a:cubicBezTo>
                    <a:pt x="334958" y="452965"/>
                    <a:pt x="310263" y="503739"/>
                    <a:pt x="264619" y="535711"/>
                  </a:cubicBezTo>
                  <a:cubicBezTo>
                    <a:pt x="192743" y="586073"/>
                    <a:pt x="94871" y="571569"/>
                    <a:pt x="40400" y="504488"/>
                  </a:cubicBezTo>
                  <a:cubicBezTo>
                    <a:pt x="40203" y="504272"/>
                    <a:pt x="40038" y="504030"/>
                    <a:pt x="39842" y="503808"/>
                  </a:cubicBezTo>
                  <a:cubicBezTo>
                    <a:pt x="37505" y="500887"/>
                    <a:pt x="35289" y="497897"/>
                    <a:pt x="33117" y="494836"/>
                  </a:cubicBezTo>
                  <a:cubicBezTo>
                    <a:pt x="30704" y="491382"/>
                    <a:pt x="28437" y="487857"/>
                    <a:pt x="26291" y="484289"/>
                  </a:cubicBezTo>
                  <a:cubicBezTo>
                    <a:pt x="26195" y="484117"/>
                    <a:pt x="26075" y="483952"/>
                    <a:pt x="25979" y="483755"/>
                  </a:cubicBezTo>
                  <a:cubicBezTo>
                    <a:pt x="-41464" y="370243"/>
                    <a:pt x="26437" y="194887"/>
                    <a:pt x="183021" y="85210"/>
                  </a:cubicBezTo>
                  <a:cubicBezTo>
                    <a:pt x="263691" y="28708"/>
                    <a:pt x="352662" y="293"/>
                    <a:pt x="431386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B7405F5-D318-4630-6C31-E3EC0BCC7CB4}"/>
                </a:ext>
              </a:extLst>
            </p:cNvPr>
            <p:cNvSpPr/>
            <p:nvPr userDrawn="1"/>
          </p:nvSpPr>
          <p:spPr>
            <a:xfrm>
              <a:off x="3550482" y="3177262"/>
              <a:ext cx="436074" cy="503351"/>
            </a:xfrm>
            <a:custGeom>
              <a:avLst/>
              <a:gdLst>
                <a:gd name="connsiteX0" fmla="*/ 262877 w 436074"/>
                <a:gd name="connsiteY0" fmla="*/ 0 h 503351"/>
                <a:gd name="connsiteX1" fmla="*/ 355321 w 436074"/>
                <a:gd name="connsiteY1" fmla="*/ 10356 h 503351"/>
                <a:gd name="connsiteX2" fmla="*/ 430530 w 436074"/>
                <a:gd name="connsiteY2" fmla="*/ 42811 h 503351"/>
                <a:gd name="connsiteX3" fmla="*/ 430530 w 436074"/>
                <a:gd name="connsiteY3" fmla="*/ 158806 h 503351"/>
                <a:gd name="connsiteX4" fmla="*/ 361879 w 436074"/>
                <a:gd name="connsiteY4" fmla="*/ 123602 h 503351"/>
                <a:gd name="connsiteX5" fmla="*/ 273920 w 436074"/>
                <a:gd name="connsiteY5" fmla="*/ 112548 h 503351"/>
                <a:gd name="connsiteX6" fmla="*/ 164229 w 436074"/>
                <a:gd name="connsiteY6" fmla="*/ 149492 h 503351"/>
                <a:gd name="connsiteX7" fmla="*/ 125602 w 436074"/>
                <a:gd name="connsiteY7" fmla="*/ 252024 h 503351"/>
                <a:gd name="connsiteX8" fmla="*/ 164592 w 436074"/>
                <a:gd name="connsiteY8" fmla="*/ 354894 h 503351"/>
                <a:gd name="connsiteX9" fmla="*/ 273946 w 436074"/>
                <a:gd name="connsiteY9" fmla="*/ 392181 h 503351"/>
                <a:gd name="connsiteX10" fmla="*/ 362940 w 436074"/>
                <a:gd name="connsiteY10" fmla="*/ 380453 h 503351"/>
                <a:gd name="connsiteX11" fmla="*/ 436074 w 436074"/>
                <a:gd name="connsiteY11" fmla="*/ 343172 h 503351"/>
                <a:gd name="connsiteX12" fmla="*/ 436074 w 436074"/>
                <a:gd name="connsiteY12" fmla="*/ 458469 h 503351"/>
                <a:gd name="connsiteX13" fmla="*/ 262902 w 436074"/>
                <a:gd name="connsiteY13" fmla="*/ 503351 h 503351"/>
                <a:gd name="connsiteX14" fmla="*/ 124567 w 436074"/>
                <a:gd name="connsiteY14" fmla="*/ 472973 h 503351"/>
                <a:gd name="connsiteX15" fmla="*/ 124542 w 436074"/>
                <a:gd name="connsiteY15" fmla="*/ 472998 h 503351"/>
                <a:gd name="connsiteX16" fmla="*/ 32437 w 436074"/>
                <a:gd name="connsiteY16" fmla="*/ 385641 h 503351"/>
                <a:gd name="connsiteX17" fmla="*/ 0 w 436074"/>
                <a:gd name="connsiteY17" fmla="*/ 252024 h 503351"/>
                <a:gd name="connsiteX18" fmla="*/ 32437 w 436074"/>
                <a:gd name="connsiteY18" fmla="*/ 118414 h 503351"/>
                <a:gd name="connsiteX19" fmla="*/ 124542 w 436074"/>
                <a:gd name="connsiteY19" fmla="*/ 30721 h 503351"/>
                <a:gd name="connsiteX20" fmla="*/ 262877 w 436074"/>
                <a:gd name="connsiteY20" fmla="*/ 0 h 50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6074" h="503351">
                  <a:moveTo>
                    <a:pt x="262877" y="0"/>
                  </a:moveTo>
                  <a:cubicBezTo>
                    <a:pt x="297383" y="0"/>
                    <a:pt x="328174" y="3453"/>
                    <a:pt x="355321" y="10356"/>
                  </a:cubicBezTo>
                  <a:cubicBezTo>
                    <a:pt x="382448" y="17253"/>
                    <a:pt x="407524" y="28092"/>
                    <a:pt x="430530" y="42811"/>
                  </a:cubicBezTo>
                  <a:lnTo>
                    <a:pt x="430530" y="158806"/>
                  </a:lnTo>
                  <a:cubicBezTo>
                    <a:pt x="410274" y="142715"/>
                    <a:pt x="387414" y="130961"/>
                    <a:pt x="361879" y="123602"/>
                  </a:cubicBezTo>
                  <a:cubicBezTo>
                    <a:pt x="336347" y="116242"/>
                    <a:pt x="307023" y="112548"/>
                    <a:pt x="273920" y="112548"/>
                  </a:cubicBezTo>
                  <a:cubicBezTo>
                    <a:pt x="226537" y="112548"/>
                    <a:pt x="189986" y="124878"/>
                    <a:pt x="164229" y="149492"/>
                  </a:cubicBezTo>
                  <a:cubicBezTo>
                    <a:pt x="138456" y="174129"/>
                    <a:pt x="125602" y="208299"/>
                    <a:pt x="125602" y="252024"/>
                  </a:cubicBezTo>
                  <a:cubicBezTo>
                    <a:pt x="125602" y="295751"/>
                    <a:pt x="138602" y="330040"/>
                    <a:pt x="164592" y="354894"/>
                  </a:cubicBezTo>
                  <a:cubicBezTo>
                    <a:pt x="190589" y="379754"/>
                    <a:pt x="227019" y="392181"/>
                    <a:pt x="273946" y="392181"/>
                  </a:cubicBezTo>
                  <a:cubicBezTo>
                    <a:pt x="307048" y="392181"/>
                    <a:pt x="336734" y="388270"/>
                    <a:pt x="362940" y="380453"/>
                  </a:cubicBezTo>
                  <a:cubicBezTo>
                    <a:pt x="389153" y="372636"/>
                    <a:pt x="413530" y="360209"/>
                    <a:pt x="436074" y="343172"/>
                  </a:cubicBezTo>
                  <a:lnTo>
                    <a:pt x="436074" y="458469"/>
                  </a:lnTo>
                  <a:cubicBezTo>
                    <a:pt x="392386" y="488390"/>
                    <a:pt x="334658" y="503351"/>
                    <a:pt x="262902" y="503351"/>
                  </a:cubicBezTo>
                  <a:cubicBezTo>
                    <a:pt x="210457" y="503351"/>
                    <a:pt x="164350" y="493216"/>
                    <a:pt x="124567" y="472973"/>
                  </a:cubicBezTo>
                  <a:lnTo>
                    <a:pt x="124542" y="472998"/>
                  </a:lnTo>
                  <a:cubicBezTo>
                    <a:pt x="84759" y="452748"/>
                    <a:pt x="54063" y="423620"/>
                    <a:pt x="32437" y="385641"/>
                  </a:cubicBezTo>
                  <a:cubicBezTo>
                    <a:pt x="10809" y="347655"/>
                    <a:pt x="0" y="303135"/>
                    <a:pt x="0" y="252024"/>
                  </a:cubicBezTo>
                  <a:cubicBezTo>
                    <a:pt x="0" y="200920"/>
                    <a:pt x="10809" y="156393"/>
                    <a:pt x="32437" y="118414"/>
                  </a:cubicBezTo>
                  <a:cubicBezTo>
                    <a:pt x="54040" y="80429"/>
                    <a:pt x="84759" y="51206"/>
                    <a:pt x="124542" y="30721"/>
                  </a:cubicBezTo>
                  <a:cubicBezTo>
                    <a:pt x="164325" y="10235"/>
                    <a:pt x="210433" y="0"/>
                    <a:pt x="2628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B3C6725-0BD0-A900-C067-C8820E20066D}"/>
                </a:ext>
              </a:extLst>
            </p:cNvPr>
            <p:cNvSpPr/>
            <p:nvPr userDrawn="1"/>
          </p:nvSpPr>
          <p:spPr>
            <a:xfrm>
              <a:off x="2437678" y="3177311"/>
              <a:ext cx="517423" cy="503326"/>
            </a:xfrm>
            <a:custGeom>
              <a:avLst/>
              <a:gdLst>
                <a:gd name="connsiteX0" fmla="*/ 259397 w 517423"/>
                <a:gd name="connsiteY0" fmla="*/ 0 h 503326"/>
                <a:gd name="connsiteX1" fmla="*/ 390836 w 517423"/>
                <a:gd name="connsiteY1" fmla="*/ 31757 h 503326"/>
                <a:gd name="connsiteX2" fmla="*/ 483622 w 517423"/>
                <a:gd name="connsiteY2" fmla="*/ 120821 h 503326"/>
                <a:gd name="connsiteX3" fmla="*/ 517423 w 517423"/>
                <a:gd name="connsiteY3" fmla="*/ 252000 h 503326"/>
                <a:gd name="connsiteX4" fmla="*/ 483622 w 517423"/>
                <a:gd name="connsiteY4" fmla="*/ 382841 h 503326"/>
                <a:gd name="connsiteX5" fmla="*/ 390836 w 517423"/>
                <a:gd name="connsiteY5" fmla="*/ 471570 h 503326"/>
                <a:gd name="connsiteX6" fmla="*/ 259397 w 517423"/>
                <a:gd name="connsiteY6" fmla="*/ 503326 h 503326"/>
                <a:gd name="connsiteX7" fmla="*/ 127286 w 517423"/>
                <a:gd name="connsiteY7" fmla="*/ 471570 h 503326"/>
                <a:gd name="connsiteX8" fmla="*/ 34144 w 517423"/>
                <a:gd name="connsiteY8" fmla="*/ 382841 h 503326"/>
                <a:gd name="connsiteX9" fmla="*/ 0 w 517423"/>
                <a:gd name="connsiteY9" fmla="*/ 252000 h 503326"/>
                <a:gd name="connsiteX10" fmla="*/ 34144 w 517423"/>
                <a:gd name="connsiteY10" fmla="*/ 120821 h 503326"/>
                <a:gd name="connsiteX11" fmla="*/ 127286 w 517423"/>
                <a:gd name="connsiteY11" fmla="*/ 31757 h 503326"/>
                <a:gd name="connsiteX12" fmla="*/ 259397 w 517423"/>
                <a:gd name="connsiteY12" fmla="*/ 0 h 503326"/>
                <a:gd name="connsiteX13" fmla="*/ 259423 w 517423"/>
                <a:gd name="connsiteY13" fmla="*/ 115323 h 503326"/>
                <a:gd name="connsiteX14" fmla="*/ 191110 w 517423"/>
                <a:gd name="connsiteY14" fmla="*/ 132240 h 503326"/>
                <a:gd name="connsiteX15" fmla="*/ 143153 w 517423"/>
                <a:gd name="connsiteY15" fmla="*/ 179870 h 503326"/>
                <a:gd name="connsiteX16" fmla="*/ 125578 w 517423"/>
                <a:gd name="connsiteY16" fmla="*/ 252025 h 503326"/>
                <a:gd name="connsiteX17" fmla="*/ 143153 w 517423"/>
                <a:gd name="connsiteY17" fmla="*/ 324517 h 503326"/>
                <a:gd name="connsiteX18" fmla="*/ 191453 w 517423"/>
                <a:gd name="connsiteY18" fmla="*/ 372148 h 503326"/>
                <a:gd name="connsiteX19" fmla="*/ 259397 w 517423"/>
                <a:gd name="connsiteY19" fmla="*/ 388728 h 503326"/>
                <a:gd name="connsiteX20" fmla="*/ 326314 w 517423"/>
                <a:gd name="connsiteY20" fmla="*/ 372148 h 503326"/>
                <a:gd name="connsiteX21" fmla="*/ 326333 w 517423"/>
                <a:gd name="connsiteY21" fmla="*/ 372148 h 503326"/>
                <a:gd name="connsiteX22" fmla="*/ 374631 w 517423"/>
                <a:gd name="connsiteY22" fmla="*/ 324517 h 503326"/>
                <a:gd name="connsiteX23" fmla="*/ 392570 w 517423"/>
                <a:gd name="connsiteY23" fmla="*/ 252025 h 503326"/>
                <a:gd name="connsiteX24" fmla="*/ 374969 w 517423"/>
                <a:gd name="connsiteY24" fmla="*/ 179870 h 503326"/>
                <a:gd name="connsiteX25" fmla="*/ 327031 w 517423"/>
                <a:gd name="connsiteY25" fmla="*/ 132240 h 503326"/>
                <a:gd name="connsiteX26" fmla="*/ 259423 w 517423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3" h="503326">
                  <a:moveTo>
                    <a:pt x="259397" y="0"/>
                  </a:moveTo>
                  <a:cubicBezTo>
                    <a:pt x="308153" y="0"/>
                    <a:pt x="351511" y="10593"/>
                    <a:pt x="390836" y="31757"/>
                  </a:cubicBezTo>
                  <a:cubicBezTo>
                    <a:pt x="430161" y="52946"/>
                    <a:pt x="461073" y="82626"/>
                    <a:pt x="483622" y="120821"/>
                  </a:cubicBezTo>
                  <a:cubicBezTo>
                    <a:pt x="506139" y="159048"/>
                    <a:pt x="517423" y="202774"/>
                    <a:pt x="517423" y="252000"/>
                  </a:cubicBezTo>
                  <a:cubicBezTo>
                    <a:pt x="517423" y="301231"/>
                    <a:pt x="506139" y="344856"/>
                    <a:pt x="483622" y="382841"/>
                  </a:cubicBezTo>
                  <a:cubicBezTo>
                    <a:pt x="461073" y="420821"/>
                    <a:pt x="430135" y="450405"/>
                    <a:pt x="390836" y="471570"/>
                  </a:cubicBezTo>
                  <a:cubicBezTo>
                    <a:pt x="351511" y="492760"/>
                    <a:pt x="307695" y="503326"/>
                    <a:pt x="259397" y="503326"/>
                  </a:cubicBezTo>
                  <a:cubicBezTo>
                    <a:pt x="211100" y="503326"/>
                    <a:pt x="166618" y="492735"/>
                    <a:pt x="127286" y="471570"/>
                  </a:cubicBezTo>
                  <a:cubicBezTo>
                    <a:pt x="87961" y="450405"/>
                    <a:pt x="56901" y="420821"/>
                    <a:pt x="34144" y="382841"/>
                  </a:cubicBezTo>
                  <a:cubicBezTo>
                    <a:pt x="11378" y="344856"/>
                    <a:pt x="0" y="301250"/>
                    <a:pt x="0" y="252000"/>
                  </a:cubicBezTo>
                  <a:cubicBezTo>
                    <a:pt x="0" y="202749"/>
                    <a:pt x="11378" y="159023"/>
                    <a:pt x="34144" y="120821"/>
                  </a:cubicBezTo>
                  <a:cubicBezTo>
                    <a:pt x="56901" y="82626"/>
                    <a:pt x="87961" y="52946"/>
                    <a:pt x="127286" y="31757"/>
                  </a:cubicBezTo>
                  <a:cubicBezTo>
                    <a:pt x="166618" y="10593"/>
                    <a:pt x="210642" y="0"/>
                    <a:pt x="259397" y="0"/>
                  </a:cubicBezTo>
                  <a:close/>
                  <a:moveTo>
                    <a:pt x="259423" y="115323"/>
                  </a:moveTo>
                  <a:cubicBezTo>
                    <a:pt x="234587" y="115323"/>
                    <a:pt x="211341" y="120968"/>
                    <a:pt x="191110" y="132240"/>
                  </a:cubicBezTo>
                  <a:cubicBezTo>
                    <a:pt x="170860" y="143529"/>
                    <a:pt x="154896" y="159410"/>
                    <a:pt x="143153" y="179870"/>
                  </a:cubicBezTo>
                  <a:cubicBezTo>
                    <a:pt x="131432" y="200362"/>
                    <a:pt x="125578" y="224422"/>
                    <a:pt x="125578" y="252025"/>
                  </a:cubicBezTo>
                  <a:cubicBezTo>
                    <a:pt x="125578" y="279629"/>
                    <a:pt x="131432" y="303809"/>
                    <a:pt x="143153" y="324517"/>
                  </a:cubicBezTo>
                  <a:cubicBezTo>
                    <a:pt x="154896" y="345218"/>
                    <a:pt x="170981" y="361099"/>
                    <a:pt x="191453" y="372148"/>
                  </a:cubicBezTo>
                  <a:cubicBezTo>
                    <a:pt x="211919" y="383203"/>
                    <a:pt x="234563" y="388728"/>
                    <a:pt x="259397" y="388728"/>
                  </a:cubicBezTo>
                  <a:cubicBezTo>
                    <a:pt x="284232" y="388728"/>
                    <a:pt x="306083" y="383203"/>
                    <a:pt x="326314" y="372148"/>
                  </a:cubicBezTo>
                  <a:lnTo>
                    <a:pt x="326333" y="372148"/>
                  </a:lnTo>
                  <a:cubicBezTo>
                    <a:pt x="346563" y="361099"/>
                    <a:pt x="362674" y="345218"/>
                    <a:pt x="374631" y="324517"/>
                  </a:cubicBezTo>
                  <a:cubicBezTo>
                    <a:pt x="386594" y="303809"/>
                    <a:pt x="392570" y="279629"/>
                    <a:pt x="392570" y="252025"/>
                  </a:cubicBezTo>
                  <a:cubicBezTo>
                    <a:pt x="392570" y="224422"/>
                    <a:pt x="386715" y="200362"/>
                    <a:pt x="374969" y="179870"/>
                  </a:cubicBezTo>
                  <a:cubicBezTo>
                    <a:pt x="363251" y="159385"/>
                    <a:pt x="347262" y="143510"/>
                    <a:pt x="327031" y="132240"/>
                  </a:cubicBezTo>
                  <a:cubicBezTo>
                    <a:pt x="306780" y="120968"/>
                    <a:pt x="284258" y="115323"/>
                    <a:pt x="259423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65B27D7-44D1-73A6-7CB3-70EF29EE2794}"/>
                </a:ext>
              </a:extLst>
            </p:cNvPr>
            <p:cNvSpPr/>
            <p:nvPr userDrawn="1"/>
          </p:nvSpPr>
          <p:spPr>
            <a:xfrm>
              <a:off x="4003772" y="3177311"/>
              <a:ext cx="517429" cy="503326"/>
            </a:xfrm>
            <a:custGeom>
              <a:avLst/>
              <a:gdLst>
                <a:gd name="connsiteX0" fmla="*/ 259403 w 517429"/>
                <a:gd name="connsiteY0" fmla="*/ 0 h 503326"/>
                <a:gd name="connsiteX1" fmla="*/ 390842 w 517429"/>
                <a:gd name="connsiteY1" fmla="*/ 31757 h 503326"/>
                <a:gd name="connsiteX2" fmla="*/ 483622 w 517429"/>
                <a:gd name="connsiteY2" fmla="*/ 120821 h 503326"/>
                <a:gd name="connsiteX3" fmla="*/ 517429 w 517429"/>
                <a:gd name="connsiteY3" fmla="*/ 252000 h 503326"/>
                <a:gd name="connsiteX4" fmla="*/ 483622 w 517429"/>
                <a:gd name="connsiteY4" fmla="*/ 382841 h 503326"/>
                <a:gd name="connsiteX5" fmla="*/ 390842 w 517429"/>
                <a:gd name="connsiteY5" fmla="*/ 471570 h 503326"/>
                <a:gd name="connsiteX6" fmla="*/ 259403 w 517429"/>
                <a:gd name="connsiteY6" fmla="*/ 503326 h 503326"/>
                <a:gd name="connsiteX7" fmla="*/ 127292 w 517429"/>
                <a:gd name="connsiteY7" fmla="*/ 471570 h 503326"/>
                <a:gd name="connsiteX8" fmla="*/ 34145 w 517429"/>
                <a:gd name="connsiteY8" fmla="*/ 382841 h 503326"/>
                <a:gd name="connsiteX9" fmla="*/ 0 w 517429"/>
                <a:gd name="connsiteY9" fmla="*/ 252000 h 503326"/>
                <a:gd name="connsiteX10" fmla="*/ 34145 w 517429"/>
                <a:gd name="connsiteY10" fmla="*/ 120821 h 503326"/>
                <a:gd name="connsiteX11" fmla="*/ 127292 w 517429"/>
                <a:gd name="connsiteY11" fmla="*/ 31757 h 503326"/>
                <a:gd name="connsiteX12" fmla="*/ 259403 w 517429"/>
                <a:gd name="connsiteY12" fmla="*/ 0 h 503326"/>
                <a:gd name="connsiteX13" fmla="*/ 259429 w 517429"/>
                <a:gd name="connsiteY13" fmla="*/ 115323 h 503326"/>
                <a:gd name="connsiteX14" fmla="*/ 191115 w 517429"/>
                <a:gd name="connsiteY14" fmla="*/ 132240 h 503326"/>
                <a:gd name="connsiteX15" fmla="*/ 143154 w 517429"/>
                <a:gd name="connsiteY15" fmla="*/ 179870 h 503326"/>
                <a:gd name="connsiteX16" fmla="*/ 125577 w 517429"/>
                <a:gd name="connsiteY16" fmla="*/ 252025 h 503326"/>
                <a:gd name="connsiteX17" fmla="*/ 143154 w 517429"/>
                <a:gd name="connsiteY17" fmla="*/ 324517 h 503326"/>
                <a:gd name="connsiteX18" fmla="*/ 191451 w 517429"/>
                <a:gd name="connsiteY18" fmla="*/ 372148 h 503326"/>
                <a:gd name="connsiteX19" fmla="*/ 259403 w 517429"/>
                <a:gd name="connsiteY19" fmla="*/ 388728 h 503326"/>
                <a:gd name="connsiteX20" fmla="*/ 326313 w 517429"/>
                <a:gd name="connsiteY20" fmla="*/ 372148 h 503326"/>
                <a:gd name="connsiteX21" fmla="*/ 326338 w 517429"/>
                <a:gd name="connsiteY21" fmla="*/ 372148 h 503326"/>
                <a:gd name="connsiteX22" fmla="*/ 374636 w 517429"/>
                <a:gd name="connsiteY22" fmla="*/ 324517 h 503326"/>
                <a:gd name="connsiteX23" fmla="*/ 392576 w 517429"/>
                <a:gd name="connsiteY23" fmla="*/ 252025 h 503326"/>
                <a:gd name="connsiteX24" fmla="*/ 374974 w 517429"/>
                <a:gd name="connsiteY24" fmla="*/ 179870 h 503326"/>
                <a:gd name="connsiteX25" fmla="*/ 327039 w 517429"/>
                <a:gd name="connsiteY25" fmla="*/ 132240 h 503326"/>
                <a:gd name="connsiteX26" fmla="*/ 259429 w 517429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9" h="503326">
                  <a:moveTo>
                    <a:pt x="259403" y="0"/>
                  </a:moveTo>
                  <a:cubicBezTo>
                    <a:pt x="308158" y="0"/>
                    <a:pt x="351509" y="10593"/>
                    <a:pt x="390842" y="31757"/>
                  </a:cubicBezTo>
                  <a:cubicBezTo>
                    <a:pt x="430167" y="52946"/>
                    <a:pt x="461079" y="82626"/>
                    <a:pt x="483622" y="120821"/>
                  </a:cubicBezTo>
                  <a:cubicBezTo>
                    <a:pt x="506145" y="159048"/>
                    <a:pt x="517429" y="202774"/>
                    <a:pt x="517429" y="252000"/>
                  </a:cubicBezTo>
                  <a:cubicBezTo>
                    <a:pt x="517429" y="301231"/>
                    <a:pt x="506145" y="344856"/>
                    <a:pt x="483622" y="382841"/>
                  </a:cubicBezTo>
                  <a:cubicBezTo>
                    <a:pt x="461079" y="420821"/>
                    <a:pt x="430143" y="450405"/>
                    <a:pt x="390842" y="471570"/>
                  </a:cubicBezTo>
                  <a:cubicBezTo>
                    <a:pt x="351509" y="492760"/>
                    <a:pt x="307702" y="503326"/>
                    <a:pt x="259403" y="503326"/>
                  </a:cubicBezTo>
                  <a:cubicBezTo>
                    <a:pt x="211107" y="503326"/>
                    <a:pt x="166617" y="492735"/>
                    <a:pt x="127292" y="471570"/>
                  </a:cubicBezTo>
                  <a:cubicBezTo>
                    <a:pt x="87966" y="450405"/>
                    <a:pt x="56908" y="420821"/>
                    <a:pt x="34145" y="382841"/>
                  </a:cubicBezTo>
                  <a:cubicBezTo>
                    <a:pt x="11385" y="344856"/>
                    <a:pt x="0" y="301250"/>
                    <a:pt x="0" y="252000"/>
                  </a:cubicBezTo>
                  <a:cubicBezTo>
                    <a:pt x="0" y="202749"/>
                    <a:pt x="11385" y="159023"/>
                    <a:pt x="34145" y="120821"/>
                  </a:cubicBezTo>
                  <a:cubicBezTo>
                    <a:pt x="56908" y="82626"/>
                    <a:pt x="87966" y="52946"/>
                    <a:pt x="127292" y="31757"/>
                  </a:cubicBezTo>
                  <a:cubicBezTo>
                    <a:pt x="166617" y="10593"/>
                    <a:pt x="210649" y="0"/>
                    <a:pt x="259403" y="0"/>
                  </a:cubicBezTo>
                  <a:close/>
                  <a:moveTo>
                    <a:pt x="259429" y="115323"/>
                  </a:moveTo>
                  <a:cubicBezTo>
                    <a:pt x="234593" y="115323"/>
                    <a:pt x="211347" y="120968"/>
                    <a:pt x="191115" y="132240"/>
                  </a:cubicBezTo>
                  <a:cubicBezTo>
                    <a:pt x="170859" y="143529"/>
                    <a:pt x="154902" y="159410"/>
                    <a:pt x="143154" y="179870"/>
                  </a:cubicBezTo>
                  <a:cubicBezTo>
                    <a:pt x="131438" y="200362"/>
                    <a:pt x="125577" y="224422"/>
                    <a:pt x="125577" y="252025"/>
                  </a:cubicBezTo>
                  <a:cubicBezTo>
                    <a:pt x="125577" y="279629"/>
                    <a:pt x="131438" y="303809"/>
                    <a:pt x="143154" y="324517"/>
                  </a:cubicBezTo>
                  <a:cubicBezTo>
                    <a:pt x="154902" y="345218"/>
                    <a:pt x="170980" y="361099"/>
                    <a:pt x="191451" y="372148"/>
                  </a:cubicBezTo>
                  <a:cubicBezTo>
                    <a:pt x="211926" y="383203"/>
                    <a:pt x="234568" y="388728"/>
                    <a:pt x="259403" y="388728"/>
                  </a:cubicBezTo>
                  <a:cubicBezTo>
                    <a:pt x="284239" y="388728"/>
                    <a:pt x="306082" y="383203"/>
                    <a:pt x="326313" y="372148"/>
                  </a:cubicBezTo>
                  <a:lnTo>
                    <a:pt x="326338" y="372148"/>
                  </a:lnTo>
                  <a:cubicBezTo>
                    <a:pt x="346570" y="361099"/>
                    <a:pt x="362673" y="345218"/>
                    <a:pt x="374636" y="324517"/>
                  </a:cubicBezTo>
                  <a:cubicBezTo>
                    <a:pt x="386594" y="303809"/>
                    <a:pt x="392576" y="279629"/>
                    <a:pt x="392576" y="252025"/>
                  </a:cubicBezTo>
                  <a:cubicBezTo>
                    <a:pt x="392576" y="224422"/>
                    <a:pt x="386714" y="200362"/>
                    <a:pt x="374974" y="179870"/>
                  </a:cubicBezTo>
                  <a:cubicBezTo>
                    <a:pt x="363258" y="159385"/>
                    <a:pt x="347269" y="143510"/>
                    <a:pt x="327039" y="132240"/>
                  </a:cubicBezTo>
                  <a:cubicBezTo>
                    <a:pt x="306781" y="120968"/>
                    <a:pt x="284264" y="115323"/>
                    <a:pt x="259429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60BC75-788E-BEB7-D93F-CF3DC6D35213}"/>
                </a:ext>
              </a:extLst>
            </p:cNvPr>
            <p:cNvSpPr/>
            <p:nvPr userDrawn="1"/>
          </p:nvSpPr>
          <p:spPr>
            <a:xfrm>
              <a:off x="2045126" y="3177337"/>
              <a:ext cx="358071" cy="503371"/>
            </a:xfrm>
            <a:custGeom>
              <a:avLst/>
              <a:gdLst>
                <a:gd name="connsiteX0" fmla="*/ 185549 w 358071"/>
                <a:gd name="connsiteY0" fmla="*/ 0 h 503371"/>
                <a:gd name="connsiteX1" fmla="*/ 264199 w 358071"/>
                <a:gd name="connsiteY1" fmla="*/ 6902 h 503371"/>
                <a:gd name="connsiteX2" fmla="*/ 330435 w 358071"/>
                <a:gd name="connsiteY2" fmla="*/ 29007 h 503371"/>
                <a:gd name="connsiteX3" fmla="*/ 330435 w 358071"/>
                <a:gd name="connsiteY3" fmla="*/ 136024 h 503371"/>
                <a:gd name="connsiteX4" fmla="*/ 208331 w 358071"/>
                <a:gd name="connsiteY4" fmla="*/ 104268 h 503371"/>
                <a:gd name="connsiteX5" fmla="*/ 155551 w 358071"/>
                <a:gd name="connsiteY5" fmla="*/ 114986 h 503371"/>
                <a:gd name="connsiteX6" fmla="*/ 135896 w 358071"/>
                <a:gd name="connsiteY6" fmla="*/ 145701 h 503371"/>
                <a:gd name="connsiteX7" fmla="*/ 155914 w 358071"/>
                <a:gd name="connsiteY7" fmla="*/ 178162 h 503371"/>
                <a:gd name="connsiteX8" fmla="*/ 229744 w 358071"/>
                <a:gd name="connsiteY8" fmla="*/ 211988 h 503371"/>
                <a:gd name="connsiteX9" fmla="*/ 305988 w 358071"/>
                <a:gd name="connsiteY9" fmla="*/ 251346 h 503371"/>
                <a:gd name="connsiteX10" fmla="*/ 345650 w 358071"/>
                <a:gd name="connsiteY10" fmla="*/ 296234 h 503371"/>
                <a:gd name="connsiteX11" fmla="*/ 358071 w 358071"/>
                <a:gd name="connsiteY11" fmla="*/ 361144 h 503371"/>
                <a:gd name="connsiteX12" fmla="*/ 309436 w 358071"/>
                <a:gd name="connsiteY12" fmla="*/ 465754 h 503371"/>
                <a:gd name="connsiteX13" fmla="*/ 164206 w 358071"/>
                <a:gd name="connsiteY13" fmla="*/ 503371 h 503371"/>
                <a:gd name="connsiteX14" fmla="*/ 73833 w 358071"/>
                <a:gd name="connsiteY14" fmla="*/ 494735 h 503371"/>
                <a:gd name="connsiteX15" fmla="*/ 73833 w 358071"/>
                <a:gd name="connsiteY15" fmla="*/ 494665 h 503371"/>
                <a:gd name="connsiteX16" fmla="*/ 0 w 358071"/>
                <a:gd name="connsiteY16" fmla="*/ 470846 h 503371"/>
                <a:gd name="connsiteX17" fmla="*/ 0 w 358071"/>
                <a:gd name="connsiteY17" fmla="*/ 361074 h 503371"/>
                <a:gd name="connsiteX18" fmla="*/ 77617 w 358071"/>
                <a:gd name="connsiteY18" fmla="*/ 390080 h 503371"/>
                <a:gd name="connsiteX19" fmla="*/ 154535 w 358071"/>
                <a:gd name="connsiteY19" fmla="*/ 399758 h 503371"/>
                <a:gd name="connsiteX20" fmla="*/ 205582 w 358071"/>
                <a:gd name="connsiteY20" fmla="*/ 389401 h 503371"/>
                <a:gd name="connsiteX21" fmla="*/ 222823 w 358071"/>
                <a:gd name="connsiteY21" fmla="*/ 359721 h 503371"/>
                <a:gd name="connsiteX22" fmla="*/ 213513 w 358071"/>
                <a:gd name="connsiteY22" fmla="*/ 334531 h 503371"/>
                <a:gd name="connsiteX23" fmla="*/ 186267 w 358071"/>
                <a:gd name="connsiteY23" fmla="*/ 314865 h 503371"/>
                <a:gd name="connsiteX24" fmla="*/ 130373 w 358071"/>
                <a:gd name="connsiteY24" fmla="*/ 290005 h 503371"/>
                <a:gd name="connsiteX25" fmla="*/ 33103 w 358071"/>
                <a:gd name="connsiteY25" fmla="*/ 227171 h 503371"/>
                <a:gd name="connsiteX26" fmla="*/ 2750 w 358071"/>
                <a:gd name="connsiteY26" fmla="*/ 142253 h 503371"/>
                <a:gd name="connsiteX27" fmla="*/ 25851 w 358071"/>
                <a:gd name="connsiteY27" fmla="*/ 68364 h 503371"/>
                <a:gd name="connsiteX28" fmla="*/ 90348 w 358071"/>
                <a:gd name="connsiteY28" fmla="*/ 17952 h 503371"/>
                <a:gd name="connsiteX29" fmla="*/ 185549 w 358071"/>
                <a:gd name="connsiteY29" fmla="*/ 0 h 503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58071" h="503371">
                  <a:moveTo>
                    <a:pt x="185549" y="0"/>
                  </a:moveTo>
                  <a:cubicBezTo>
                    <a:pt x="214987" y="0"/>
                    <a:pt x="241198" y="2318"/>
                    <a:pt x="264199" y="6902"/>
                  </a:cubicBezTo>
                  <a:cubicBezTo>
                    <a:pt x="287204" y="11512"/>
                    <a:pt x="309266" y="18872"/>
                    <a:pt x="330435" y="29007"/>
                  </a:cubicBezTo>
                  <a:lnTo>
                    <a:pt x="330435" y="136024"/>
                  </a:lnTo>
                  <a:cubicBezTo>
                    <a:pt x="289955" y="114865"/>
                    <a:pt x="249250" y="104268"/>
                    <a:pt x="208331" y="104268"/>
                  </a:cubicBezTo>
                  <a:cubicBezTo>
                    <a:pt x="186248" y="104268"/>
                    <a:pt x="168662" y="107842"/>
                    <a:pt x="155551" y="114986"/>
                  </a:cubicBezTo>
                  <a:cubicBezTo>
                    <a:pt x="142432" y="122130"/>
                    <a:pt x="135896" y="132360"/>
                    <a:pt x="135896" y="145701"/>
                  </a:cubicBezTo>
                  <a:cubicBezTo>
                    <a:pt x="135896" y="159048"/>
                    <a:pt x="142552" y="169856"/>
                    <a:pt x="155914" y="178162"/>
                  </a:cubicBezTo>
                  <a:cubicBezTo>
                    <a:pt x="169248" y="186436"/>
                    <a:pt x="193867" y="197733"/>
                    <a:pt x="229744" y="211988"/>
                  </a:cubicBezTo>
                  <a:cubicBezTo>
                    <a:pt x="262388" y="225337"/>
                    <a:pt x="287807" y="238462"/>
                    <a:pt x="305988" y="251346"/>
                  </a:cubicBezTo>
                  <a:cubicBezTo>
                    <a:pt x="324143" y="264236"/>
                    <a:pt x="337383" y="279197"/>
                    <a:pt x="345650" y="296234"/>
                  </a:cubicBezTo>
                  <a:cubicBezTo>
                    <a:pt x="353925" y="313271"/>
                    <a:pt x="358071" y="334893"/>
                    <a:pt x="358071" y="361144"/>
                  </a:cubicBezTo>
                  <a:cubicBezTo>
                    <a:pt x="358071" y="405790"/>
                    <a:pt x="341865" y="440658"/>
                    <a:pt x="309436" y="465754"/>
                  </a:cubicBezTo>
                  <a:cubicBezTo>
                    <a:pt x="277001" y="490849"/>
                    <a:pt x="228588" y="503371"/>
                    <a:pt x="164206" y="503371"/>
                  </a:cubicBezTo>
                  <a:cubicBezTo>
                    <a:pt x="133845" y="503371"/>
                    <a:pt x="103709" y="500501"/>
                    <a:pt x="73833" y="494735"/>
                  </a:cubicBezTo>
                  <a:lnTo>
                    <a:pt x="73833" y="494665"/>
                  </a:lnTo>
                  <a:cubicBezTo>
                    <a:pt x="43929" y="488918"/>
                    <a:pt x="19336" y="480981"/>
                    <a:pt x="0" y="470846"/>
                  </a:cubicBezTo>
                  <a:lnTo>
                    <a:pt x="0" y="361074"/>
                  </a:lnTo>
                  <a:cubicBezTo>
                    <a:pt x="24835" y="373958"/>
                    <a:pt x="50705" y="383635"/>
                    <a:pt x="77617" y="390080"/>
                  </a:cubicBezTo>
                  <a:cubicBezTo>
                    <a:pt x="104529" y="396519"/>
                    <a:pt x="130156" y="399758"/>
                    <a:pt x="154535" y="399758"/>
                  </a:cubicBezTo>
                  <a:cubicBezTo>
                    <a:pt x="177058" y="399758"/>
                    <a:pt x="194083" y="396304"/>
                    <a:pt x="205582" y="389401"/>
                  </a:cubicBezTo>
                  <a:cubicBezTo>
                    <a:pt x="217081" y="382499"/>
                    <a:pt x="222823" y="372605"/>
                    <a:pt x="222823" y="359721"/>
                  </a:cubicBezTo>
                  <a:cubicBezTo>
                    <a:pt x="222823" y="350044"/>
                    <a:pt x="219711" y="341674"/>
                    <a:pt x="213513" y="334531"/>
                  </a:cubicBezTo>
                  <a:cubicBezTo>
                    <a:pt x="207297" y="327387"/>
                    <a:pt x="198204" y="320847"/>
                    <a:pt x="186267" y="314865"/>
                  </a:cubicBezTo>
                  <a:cubicBezTo>
                    <a:pt x="174308" y="308877"/>
                    <a:pt x="155671" y="300602"/>
                    <a:pt x="130373" y="290005"/>
                  </a:cubicBezTo>
                  <a:cubicBezTo>
                    <a:pt x="85744" y="271139"/>
                    <a:pt x="53335" y="250190"/>
                    <a:pt x="33103" y="227171"/>
                  </a:cubicBezTo>
                  <a:cubicBezTo>
                    <a:pt x="12853" y="204146"/>
                    <a:pt x="2750" y="175844"/>
                    <a:pt x="2750" y="142253"/>
                  </a:cubicBezTo>
                  <a:cubicBezTo>
                    <a:pt x="2750" y="114624"/>
                    <a:pt x="10439" y="90011"/>
                    <a:pt x="25851" y="68364"/>
                  </a:cubicBezTo>
                  <a:cubicBezTo>
                    <a:pt x="41257" y="46743"/>
                    <a:pt x="62765" y="29947"/>
                    <a:pt x="90348" y="17952"/>
                  </a:cubicBezTo>
                  <a:cubicBezTo>
                    <a:pt x="117959" y="5982"/>
                    <a:pt x="149690" y="0"/>
                    <a:pt x="1855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94BBDDD-8B97-099C-6E70-5A7061DB83DB}"/>
                </a:ext>
              </a:extLst>
            </p:cNvPr>
            <p:cNvSpPr/>
            <p:nvPr userDrawn="1"/>
          </p:nvSpPr>
          <p:spPr>
            <a:xfrm>
              <a:off x="3003398" y="3187662"/>
              <a:ext cx="342202" cy="482625"/>
            </a:xfrm>
            <a:custGeom>
              <a:avLst/>
              <a:gdLst>
                <a:gd name="connsiteX0" fmla="*/ 0 w 342202"/>
                <a:gd name="connsiteY0" fmla="*/ 0 h 482625"/>
                <a:gd name="connsiteX1" fmla="*/ 342202 w 342202"/>
                <a:gd name="connsiteY1" fmla="*/ 0 h 482625"/>
                <a:gd name="connsiteX2" fmla="*/ 342202 w 342202"/>
                <a:gd name="connsiteY2" fmla="*/ 102870 h 482625"/>
                <a:gd name="connsiteX3" fmla="*/ 122104 w 342202"/>
                <a:gd name="connsiteY3" fmla="*/ 102870 h 482625"/>
                <a:gd name="connsiteX4" fmla="*/ 122104 w 342202"/>
                <a:gd name="connsiteY4" fmla="*/ 193313 h 482625"/>
                <a:gd name="connsiteX5" fmla="*/ 282861 w 342202"/>
                <a:gd name="connsiteY5" fmla="*/ 193313 h 482625"/>
                <a:gd name="connsiteX6" fmla="*/ 282861 w 342202"/>
                <a:gd name="connsiteY6" fmla="*/ 289287 h 482625"/>
                <a:gd name="connsiteX7" fmla="*/ 122104 w 342202"/>
                <a:gd name="connsiteY7" fmla="*/ 289287 h 482625"/>
                <a:gd name="connsiteX8" fmla="*/ 122104 w 342202"/>
                <a:gd name="connsiteY8" fmla="*/ 482625 h 482625"/>
                <a:gd name="connsiteX9" fmla="*/ 0 w 342202"/>
                <a:gd name="connsiteY9" fmla="*/ 482625 h 482625"/>
                <a:gd name="connsiteX10" fmla="*/ 0 w 342202"/>
                <a:gd name="connsiteY10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202" h="482625">
                  <a:moveTo>
                    <a:pt x="0" y="0"/>
                  </a:moveTo>
                  <a:lnTo>
                    <a:pt x="342202" y="0"/>
                  </a:lnTo>
                  <a:lnTo>
                    <a:pt x="342202" y="102870"/>
                  </a:lnTo>
                  <a:lnTo>
                    <a:pt x="122104" y="102870"/>
                  </a:lnTo>
                  <a:lnTo>
                    <a:pt x="122104" y="193313"/>
                  </a:lnTo>
                  <a:lnTo>
                    <a:pt x="282861" y="193313"/>
                  </a:lnTo>
                  <a:lnTo>
                    <a:pt x="282861" y="289287"/>
                  </a:lnTo>
                  <a:lnTo>
                    <a:pt x="122104" y="289287"/>
                  </a:lnTo>
                  <a:lnTo>
                    <a:pt x="122104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A9A58B1-CC7D-0366-F230-FA9985312C9C}"/>
                </a:ext>
              </a:extLst>
            </p:cNvPr>
            <p:cNvSpPr/>
            <p:nvPr userDrawn="1"/>
          </p:nvSpPr>
          <p:spPr>
            <a:xfrm>
              <a:off x="3380106" y="3187662"/>
              <a:ext cx="122103" cy="482625"/>
            </a:xfrm>
            <a:custGeom>
              <a:avLst/>
              <a:gdLst>
                <a:gd name="connsiteX0" fmla="*/ 0 w 122103"/>
                <a:gd name="connsiteY0" fmla="*/ 0 h 482625"/>
                <a:gd name="connsiteX1" fmla="*/ 122103 w 122103"/>
                <a:gd name="connsiteY1" fmla="*/ 0 h 482625"/>
                <a:gd name="connsiteX2" fmla="*/ 122103 w 122103"/>
                <a:gd name="connsiteY2" fmla="*/ 482625 h 482625"/>
                <a:gd name="connsiteX3" fmla="*/ 0 w 122103"/>
                <a:gd name="connsiteY3" fmla="*/ 482625 h 482625"/>
                <a:gd name="connsiteX4" fmla="*/ 0 w 122103"/>
                <a:gd name="connsiteY4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03" h="482625">
                  <a:moveTo>
                    <a:pt x="0" y="0"/>
                  </a:moveTo>
                  <a:lnTo>
                    <a:pt x="122103" y="0"/>
                  </a:lnTo>
                  <a:lnTo>
                    <a:pt x="122103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BA037-A57F-9A5B-8C85-FA87B2E3A7B0}"/>
                </a:ext>
              </a:extLst>
            </p:cNvPr>
            <p:cNvSpPr/>
            <p:nvPr userDrawn="1"/>
          </p:nvSpPr>
          <p:spPr>
            <a:xfrm>
              <a:off x="1060645" y="3345776"/>
              <a:ext cx="626442" cy="565797"/>
            </a:xfrm>
            <a:custGeom>
              <a:avLst/>
              <a:gdLst>
                <a:gd name="connsiteX0" fmla="*/ 480466 w 626442"/>
                <a:gd name="connsiteY0" fmla="*/ 1658 h 565797"/>
                <a:gd name="connsiteX1" fmla="*/ 586049 w 626442"/>
                <a:gd name="connsiteY1" fmla="*/ 61311 h 565797"/>
                <a:gd name="connsiteX2" fmla="*/ 586602 w 626442"/>
                <a:gd name="connsiteY2" fmla="*/ 61990 h 565797"/>
                <a:gd name="connsiteX3" fmla="*/ 593327 w 626442"/>
                <a:gd name="connsiteY3" fmla="*/ 70963 h 565797"/>
                <a:gd name="connsiteX4" fmla="*/ 600153 w 626442"/>
                <a:gd name="connsiteY4" fmla="*/ 81510 h 565797"/>
                <a:gd name="connsiteX5" fmla="*/ 600464 w 626442"/>
                <a:gd name="connsiteY5" fmla="*/ 82044 h 565797"/>
                <a:gd name="connsiteX6" fmla="*/ 443422 w 626442"/>
                <a:gd name="connsiteY6" fmla="*/ 480589 h 565797"/>
                <a:gd name="connsiteX7" fmla="*/ 8167 w 626442"/>
                <a:gd name="connsiteY7" fmla="*/ 482252 h 565797"/>
                <a:gd name="connsiteX8" fmla="*/ 7520 w 626442"/>
                <a:gd name="connsiteY8" fmla="*/ 481338 h 565797"/>
                <a:gd name="connsiteX9" fmla="*/ 6770 w 626442"/>
                <a:gd name="connsiteY9" fmla="*/ 480252 h 565797"/>
                <a:gd name="connsiteX10" fmla="*/ 0 w 626442"/>
                <a:gd name="connsiteY10" fmla="*/ 457509 h 565797"/>
                <a:gd name="connsiteX11" fmla="*/ 12173 w 626442"/>
                <a:gd name="connsiteY11" fmla="*/ 428104 h 565797"/>
                <a:gd name="connsiteX12" fmla="*/ 41562 w 626442"/>
                <a:gd name="connsiteY12" fmla="*/ 415920 h 565797"/>
                <a:gd name="connsiteX13" fmla="*/ 290914 w 626442"/>
                <a:gd name="connsiteY13" fmla="*/ 168213 h 565797"/>
                <a:gd name="connsiteX14" fmla="*/ 290914 w 626442"/>
                <a:gd name="connsiteY14" fmla="*/ 166378 h 565797"/>
                <a:gd name="connsiteX15" fmla="*/ 290914 w 626442"/>
                <a:gd name="connsiteY15" fmla="*/ 164619 h 565797"/>
                <a:gd name="connsiteX16" fmla="*/ 361824 w 626442"/>
                <a:gd name="connsiteY16" fmla="*/ 30089 h 565797"/>
                <a:gd name="connsiteX17" fmla="*/ 480466 w 626442"/>
                <a:gd name="connsiteY17" fmla="*/ 1658 h 56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2" h="565797">
                  <a:moveTo>
                    <a:pt x="480466" y="1658"/>
                  </a:moveTo>
                  <a:cubicBezTo>
                    <a:pt x="520728" y="7374"/>
                    <a:pt x="558814" y="27770"/>
                    <a:pt x="586049" y="61311"/>
                  </a:cubicBezTo>
                  <a:cubicBezTo>
                    <a:pt x="586241" y="61527"/>
                    <a:pt x="586411" y="61768"/>
                    <a:pt x="586602" y="61990"/>
                  </a:cubicBezTo>
                  <a:cubicBezTo>
                    <a:pt x="588939" y="64905"/>
                    <a:pt x="591162" y="67902"/>
                    <a:pt x="593327" y="70963"/>
                  </a:cubicBezTo>
                  <a:cubicBezTo>
                    <a:pt x="595739" y="74417"/>
                    <a:pt x="598007" y="77941"/>
                    <a:pt x="600153" y="81510"/>
                  </a:cubicBezTo>
                  <a:cubicBezTo>
                    <a:pt x="600248" y="81682"/>
                    <a:pt x="600368" y="81848"/>
                    <a:pt x="600464" y="82044"/>
                  </a:cubicBezTo>
                  <a:cubicBezTo>
                    <a:pt x="667907" y="195556"/>
                    <a:pt x="600007" y="370911"/>
                    <a:pt x="443422" y="480589"/>
                  </a:cubicBezTo>
                  <a:cubicBezTo>
                    <a:pt x="282087" y="593593"/>
                    <a:pt x="87549" y="594247"/>
                    <a:pt x="8167" y="482252"/>
                  </a:cubicBezTo>
                  <a:cubicBezTo>
                    <a:pt x="7952" y="481966"/>
                    <a:pt x="7736" y="481649"/>
                    <a:pt x="7520" y="481338"/>
                  </a:cubicBezTo>
                  <a:cubicBezTo>
                    <a:pt x="7278" y="480976"/>
                    <a:pt x="7012" y="480614"/>
                    <a:pt x="6770" y="480252"/>
                  </a:cubicBezTo>
                  <a:lnTo>
                    <a:pt x="0" y="457509"/>
                  </a:lnTo>
                  <a:lnTo>
                    <a:pt x="12173" y="428104"/>
                  </a:lnTo>
                  <a:cubicBezTo>
                    <a:pt x="19696" y="420576"/>
                    <a:pt x="30088" y="415920"/>
                    <a:pt x="41562" y="415920"/>
                  </a:cubicBezTo>
                  <a:cubicBezTo>
                    <a:pt x="178665" y="415920"/>
                    <a:pt x="289923" y="305182"/>
                    <a:pt x="290914" y="168213"/>
                  </a:cubicBezTo>
                  <a:cubicBezTo>
                    <a:pt x="290914" y="167610"/>
                    <a:pt x="290914" y="166981"/>
                    <a:pt x="290914" y="166378"/>
                  </a:cubicBezTo>
                  <a:cubicBezTo>
                    <a:pt x="290914" y="165774"/>
                    <a:pt x="290914" y="165197"/>
                    <a:pt x="290914" y="164619"/>
                  </a:cubicBezTo>
                  <a:cubicBezTo>
                    <a:pt x="291492" y="112835"/>
                    <a:pt x="316181" y="62060"/>
                    <a:pt x="361824" y="30089"/>
                  </a:cubicBezTo>
                  <a:cubicBezTo>
                    <a:pt x="397765" y="4907"/>
                    <a:pt x="440204" y="-4058"/>
                    <a:pt x="480466" y="16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1D75C1C8-FEC4-2404-0665-3CEADB64E9C9}"/>
              </a:ext>
            </a:extLst>
          </p:cNvPr>
          <p:cNvSpPr/>
          <p:nvPr userDrawn="1"/>
        </p:nvSpPr>
        <p:spPr>
          <a:xfrm>
            <a:off x="-187253" y="-106066"/>
            <a:ext cx="6281289" cy="6986993"/>
          </a:xfrm>
          <a:custGeom>
            <a:avLst/>
            <a:gdLst>
              <a:gd name="connsiteX0" fmla="*/ 6274743 w 6281289"/>
              <a:gd name="connsiteY0" fmla="*/ 0 h 6986993"/>
              <a:gd name="connsiteX1" fmla="*/ 6063948 w 6281289"/>
              <a:gd name="connsiteY1" fmla="*/ 1567868 h 6986993"/>
              <a:gd name="connsiteX2" fmla="*/ 5472152 w 6281289"/>
              <a:gd name="connsiteY2" fmla="*/ 3142281 h 6986993"/>
              <a:gd name="connsiteX3" fmla="*/ 4513756 w 6281289"/>
              <a:gd name="connsiteY3" fmla="*/ 4555654 h 6986993"/>
              <a:gd name="connsiteX4" fmla="*/ 3201854 w 6281289"/>
              <a:gd name="connsiteY4" fmla="*/ 5735973 h 6986993"/>
              <a:gd name="connsiteX5" fmla="*/ 0 w 6281289"/>
              <a:gd name="connsiteY5" fmla="*/ 6980448 h 6986993"/>
              <a:gd name="connsiteX6" fmla="*/ 0 w 6281289"/>
              <a:gd name="connsiteY6" fmla="*/ 6986994 h 6986993"/>
              <a:gd name="connsiteX7" fmla="*/ 3205782 w 6281289"/>
              <a:gd name="connsiteY7" fmla="*/ 5741210 h 6986993"/>
              <a:gd name="connsiteX8" fmla="*/ 4518993 w 6281289"/>
              <a:gd name="connsiteY8" fmla="*/ 4560236 h 6986993"/>
              <a:gd name="connsiteX9" fmla="*/ 5478698 w 6281289"/>
              <a:gd name="connsiteY9" fmla="*/ 3145555 h 6986993"/>
              <a:gd name="connsiteX10" fmla="*/ 6071149 w 6281289"/>
              <a:gd name="connsiteY10" fmla="*/ 1569831 h 6986993"/>
              <a:gd name="connsiteX11" fmla="*/ 6281290 w 6281289"/>
              <a:gd name="connsiteY11" fmla="*/ 0 h 6986993"/>
              <a:gd name="connsiteX12" fmla="*/ 6274743 w 6281289"/>
              <a:gd name="connsiteY12" fmla="*/ 0 h 69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81289" h="6986993">
                <a:moveTo>
                  <a:pt x="6274743" y="0"/>
                </a:moveTo>
                <a:cubicBezTo>
                  <a:pt x="6261650" y="527641"/>
                  <a:pt x="6190949" y="1054628"/>
                  <a:pt x="6063948" y="1567868"/>
                </a:cubicBezTo>
                <a:cubicBezTo>
                  <a:pt x="5928437" y="2113839"/>
                  <a:pt x="5729427" y="2643444"/>
                  <a:pt x="5472152" y="3142281"/>
                </a:cubicBezTo>
                <a:cubicBezTo>
                  <a:pt x="5210295" y="3649629"/>
                  <a:pt x="4887557" y="4124899"/>
                  <a:pt x="4513756" y="4555654"/>
                </a:cubicBezTo>
                <a:cubicBezTo>
                  <a:pt x="4128827" y="4998846"/>
                  <a:pt x="3686944" y="5395559"/>
                  <a:pt x="3201854" y="5735973"/>
                </a:cubicBezTo>
                <a:cubicBezTo>
                  <a:pt x="2238221" y="6410254"/>
                  <a:pt x="1141696" y="6832498"/>
                  <a:pt x="0" y="6980448"/>
                </a:cubicBezTo>
                <a:lnTo>
                  <a:pt x="0" y="6986994"/>
                </a:lnTo>
                <a:cubicBezTo>
                  <a:pt x="1143005" y="6839044"/>
                  <a:pt x="2241494" y="6416801"/>
                  <a:pt x="3205782" y="5741210"/>
                </a:cubicBezTo>
                <a:cubicBezTo>
                  <a:pt x="3691526" y="5400796"/>
                  <a:pt x="4133409" y="5003429"/>
                  <a:pt x="4518993" y="4560236"/>
                </a:cubicBezTo>
                <a:cubicBezTo>
                  <a:pt x="4893449" y="4129481"/>
                  <a:pt x="5216187" y="3653557"/>
                  <a:pt x="5478698" y="3145555"/>
                </a:cubicBezTo>
                <a:cubicBezTo>
                  <a:pt x="5736627" y="2646717"/>
                  <a:pt x="5935639" y="2116457"/>
                  <a:pt x="6071149" y="1569831"/>
                </a:cubicBezTo>
                <a:cubicBezTo>
                  <a:pt x="6196841" y="1055938"/>
                  <a:pt x="6268197" y="528951"/>
                  <a:pt x="6281290" y="0"/>
                </a:cubicBezTo>
                <a:lnTo>
                  <a:pt x="6274743" y="0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0AFC06AE-AB4E-6006-C4C8-F27D53665F67}"/>
              </a:ext>
            </a:extLst>
          </p:cNvPr>
          <p:cNvSpPr/>
          <p:nvPr userDrawn="1"/>
        </p:nvSpPr>
        <p:spPr>
          <a:xfrm>
            <a:off x="6099272" y="-106066"/>
            <a:ext cx="5658070" cy="7070133"/>
          </a:xfrm>
          <a:custGeom>
            <a:avLst/>
            <a:gdLst>
              <a:gd name="connsiteX0" fmla="*/ 6546 w 5658070"/>
              <a:gd name="connsiteY0" fmla="*/ 7070133 h 7070133"/>
              <a:gd name="connsiteX1" fmla="*/ 6546 w 5658070"/>
              <a:gd name="connsiteY1" fmla="*/ 6966045 h 7070133"/>
              <a:gd name="connsiteX2" fmla="*/ 3273 w 5658070"/>
              <a:gd name="connsiteY2" fmla="*/ 6966045 h 7070133"/>
              <a:gd name="connsiteX3" fmla="*/ 6546 w 5658070"/>
              <a:gd name="connsiteY3" fmla="*/ 6966045 h 7070133"/>
              <a:gd name="connsiteX4" fmla="*/ 219305 w 5658070"/>
              <a:gd name="connsiteY4" fmla="*/ 5302600 h 7070133"/>
              <a:gd name="connsiteX5" fmla="*/ 811102 w 5658070"/>
              <a:gd name="connsiteY5" fmla="*/ 3728186 h 7070133"/>
              <a:gd name="connsiteX6" fmla="*/ 1769498 w 5658070"/>
              <a:gd name="connsiteY6" fmla="*/ 2314814 h 7070133"/>
              <a:gd name="connsiteX7" fmla="*/ 3081399 w 5658070"/>
              <a:gd name="connsiteY7" fmla="*/ 1134495 h 7070133"/>
              <a:gd name="connsiteX8" fmla="*/ 5658071 w 5658070"/>
              <a:gd name="connsiteY8" fmla="*/ 0 h 7070133"/>
              <a:gd name="connsiteX9" fmla="*/ 5627957 w 5658070"/>
              <a:gd name="connsiteY9" fmla="*/ 0 h 7070133"/>
              <a:gd name="connsiteX10" fmla="*/ 3078126 w 5658070"/>
              <a:gd name="connsiteY10" fmla="*/ 1129257 h 7070133"/>
              <a:gd name="connsiteX11" fmla="*/ 1764915 w 5658070"/>
              <a:gd name="connsiteY11" fmla="*/ 2310232 h 7070133"/>
              <a:gd name="connsiteX12" fmla="*/ 805210 w 5658070"/>
              <a:gd name="connsiteY12" fmla="*/ 3724913 h 7070133"/>
              <a:gd name="connsiteX13" fmla="*/ 212759 w 5658070"/>
              <a:gd name="connsiteY13" fmla="*/ 5300636 h 7070133"/>
              <a:gd name="connsiteX14" fmla="*/ 0 w 5658070"/>
              <a:gd name="connsiteY14" fmla="*/ 6966045 h 7070133"/>
              <a:gd name="connsiteX15" fmla="*/ 0 w 5658070"/>
              <a:gd name="connsiteY15" fmla="*/ 7070133 h 7070133"/>
              <a:gd name="connsiteX16" fmla="*/ 6546 w 5658070"/>
              <a:gd name="connsiteY16" fmla="*/ 7070133 h 7070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58070" h="7070133">
                <a:moveTo>
                  <a:pt x="6546" y="7070133"/>
                </a:moveTo>
                <a:lnTo>
                  <a:pt x="6546" y="6966045"/>
                </a:lnTo>
                <a:lnTo>
                  <a:pt x="3273" y="6966045"/>
                </a:lnTo>
                <a:lnTo>
                  <a:pt x="6546" y="6966045"/>
                </a:lnTo>
                <a:cubicBezTo>
                  <a:pt x="13093" y="6405672"/>
                  <a:pt x="84449" y="5845953"/>
                  <a:pt x="219305" y="5302600"/>
                </a:cubicBezTo>
                <a:cubicBezTo>
                  <a:pt x="354816" y="4756628"/>
                  <a:pt x="553827" y="4227023"/>
                  <a:pt x="811102" y="3728186"/>
                </a:cubicBezTo>
                <a:cubicBezTo>
                  <a:pt x="1072958" y="3220838"/>
                  <a:pt x="1395696" y="2745568"/>
                  <a:pt x="1769498" y="2314814"/>
                </a:cubicBezTo>
                <a:cubicBezTo>
                  <a:pt x="2154427" y="1871621"/>
                  <a:pt x="2596310" y="1474908"/>
                  <a:pt x="3081399" y="1134495"/>
                </a:cubicBezTo>
                <a:cubicBezTo>
                  <a:pt x="3868279" y="584595"/>
                  <a:pt x="4742881" y="202284"/>
                  <a:pt x="5658071" y="0"/>
                </a:cubicBezTo>
                <a:lnTo>
                  <a:pt x="5627957" y="0"/>
                </a:lnTo>
                <a:cubicBezTo>
                  <a:pt x="4721933" y="204248"/>
                  <a:pt x="3856496" y="584595"/>
                  <a:pt x="3078126" y="1129257"/>
                </a:cubicBezTo>
                <a:cubicBezTo>
                  <a:pt x="2592382" y="1469671"/>
                  <a:pt x="2150499" y="1867039"/>
                  <a:pt x="1764915" y="2310232"/>
                </a:cubicBezTo>
                <a:cubicBezTo>
                  <a:pt x="1390460" y="2740986"/>
                  <a:pt x="1067721" y="3216911"/>
                  <a:pt x="805210" y="3724913"/>
                </a:cubicBezTo>
                <a:cubicBezTo>
                  <a:pt x="547281" y="4223750"/>
                  <a:pt x="348270" y="4754010"/>
                  <a:pt x="212759" y="5300636"/>
                </a:cubicBezTo>
                <a:cubicBezTo>
                  <a:pt x="77903" y="5845298"/>
                  <a:pt x="5892" y="6405017"/>
                  <a:pt x="0" y="6966045"/>
                </a:cubicBezTo>
                <a:lnTo>
                  <a:pt x="0" y="7070133"/>
                </a:lnTo>
                <a:lnTo>
                  <a:pt x="6546" y="7070133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7B121D3C-1FD4-508E-191B-DC7A06578B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0448" y="5844745"/>
            <a:ext cx="2411987" cy="338554"/>
          </a:xfrm>
        </p:spPr>
        <p:txBody>
          <a:bodyPr wrap="square" lIns="0" anchor="ctr">
            <a:spAutoFit/>
          </a:bodyPr>
          <a:lstStyle>
            <a:lvl1pPr algn="l">
              <a:defRPr sz="16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Event name</a:t>
            </a:r>
          </a:p>
        </p:txBody>
      </p:sp>
      <p:sp>
        <p:nvSpPr>
          <p:cNvPr id="3" name="Footer Placeholder 13">
            <a:extLst>
              <a:ext uri="{FF2B5EF4-FFF2-40B4-BE49-F238E27FC236}">
                <a16:creationId xmlns:a16="http://schemas.microsoft.com/office/drawing/2014/main" id="{527A94BB-03CE-E100-AFE9-5101D51BEC9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58533" y="5929383"/>
            <a:ext cx="3233019" cy="16927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B973D0CD-5DAD-9A48-6595-DF98E363AD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1369" y="5844745"/>
            <a:ext cx="4128144" cy="338554"/>
          </a:xfrm>
        </p:spPr>
        <p:txBody>
          <a:bodyPr wrap="square" lIns="0" anchor="ctr">
            <a:spAutoFit/>
          </a:bodyPr>
          <a:lstStyle>
            <a:lvl1pPr algn="l">
              <a:defRPr sz="16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1336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E4AAB129-A433-B089-8EF7-E2A88190631E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E71EFC2-B7AF-58F2-D339-628BAD9514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18399" y="0"/>
            <a:ext cx="4673601" cy="6858000"/>
          </a:xfrm>
          <a:custGeom>
            <a:avLst/>
            <a:gdLst>
              <a:gd name="connsiteX0" fmla="*/ 3476166 w 4673601"/>
              <a:gd name="connsiteY0" fmla="*/ 6448839 h 6858000"/>
              <a:gd name="connsiteX1" fmla="*/ 3494449 w 4673601"/>
              <a:gd name="connsiteY1" fmla="*/ 6448839 h 6858000"/>
              <a:gd name="connsiteX2" fmla="*/ 3503107 w 4673601"/>
              <a:gd name="connsiteY2" fmla="*/ 6451426 h 6858000"/>
              <a:gd name="connsiteX3" fmla="*/ 3506025 w 4673601"/>
              <a:gd name="connsiteY3" fmla="*/ 6459890 h 6858000"/>
              <a:gd name="connsiteX4" fmla="*/ 3503222 w 4673601"/>
              <a:gd name="connsiteY4" fmla="*/ 6467935 h 6858000"/>
              <a:gd name="connsiteX5" fmla="*/ 3495006 w 4673601"/>
              <a:gd name="connsiteY5" fmla="*/ 6470227 h 6858000"/>
              <a:gd name="connsiteX6" fmla="*/ 3476166 w 4673601"/>
              <a:gd name="connsiteY6" fmla="*/ 6470227 h 6858000"/>
              <a:gd name="connsiteX7" fmla="*/ 2576759 w 4673601"/>
              <a:gd name="connsiteY7" fmla="*/ 6420514 h 6858000"/>
              <a:gd name="connsiteX8" fmla="*/ 2587665 w 4673601"/>
              <a:gd name="connsiteY8" fmla="*/ 6451770 h 6858000"/>
              <a:gd name="connsiteX9" fmla="*/ 2565853 w 4673601"/>
              <a:gd name="connsiteY9" fmla="*/ 6451770 h 6858000"/>
              <a:gd name="connsiteX10" fmla="*/ 3409173 w 4673601"/>
              <a:gd name="connsiteY10" fmla="*/ 6416647 h 6858000"/>
              <a:gd name="connsiteX11" fmla="*/ 3421351 w 4673601"/>
              <a:gd name="connsiteY11" fmla="*/ 6419874 h 6858000"/>
              <a:gd name="connsiteX12" fmla="*/ 3429945 w 4673601"/>
              <a:gd name="connsiteY12" fmla="*/ 6429041 h 6858000"/>
              <a:gd name="connsiteX13" fmla="*/ 3433087 w 4673601"/>
              <a:gd name="connsiteY13" fmla="*/ 6442851 h 6858000"/>
              <a:gd name="connsiteX14" fmla="*/ 3429887 w 4673601"/>
              <a:gd name="connsiteY14" fmla="*/ 6456773 h 6858000"/>
              <a:gd name="connsiteX15" fmla="*/ 3421236 w 4673601"/>
              <a:gd name="connsiteY15" fmla="*/ 6465939 h 6858000"/>
              <a:gd name="connsiteX16" fmla="*/ 3409173 w 4673601"/>
              <a:gd name="connsiteY16" fmla="*/ 6469167 h 6858000"/>
              <a:gd name="connsiteX17" fmla="*/ 3396938 w 4673601"/>
              <a:gd name="connsiteY17" fmla="*/ 6465939 h 6858000"/>
              <a:gd name="connsiteX18" fmla="*/ 3388241 w 4673601"/>
              <a:gd name="connsiteY18" fmla="*/ 6456773 h 6858000"/>
              <a:gd name="connsiteX19" fmla="*/ 3385042 w 4673601"/>
              <a:gd name="connsiteY19" fmla="*/ 6442851 h 6858000"/>
              <a:gd name="connsiteX20" fmla="*/ 3388241 w 4673601"/>
              <a:gd name="connsiteY20" fmla="*/ 6429041 h 6858000"/>
              <a:gd name="connsiteX21" fmla="*/ 3396893 w 4673601"/>
              <a:gd name="connsiteY21" fmla="*/ 6419874 h 6858000"/>
              <a:gd name="connsiteX22" fmla="*/ 3409173 w 4673601"/>
              <a:gd name="connsiteY22" fmla="*/ 6416647 h 6858000"/>
              <a:gd name="connsiteX23" fmla="*/ 2268031 w 4673601"/>
              <a:gd name="connsiteY23" fmla="*/ 6416647 h 6858000"/>
              <a:gd name="connsiteX24" fmla="*/ 2280208 w 4673601"/>
              <a:gd name="connsiteY24" fmla="*/ 6419874 h 6858000"/>
              <a:gd name="connsiteX25" fmla="*/ 2288802 w 4673601"/>
              <a:gd name="connsiteY25" fmla="*/ 6429041 h 6858000"/>
              <a:gd name="connsiteX26" fmla="*/ 2291944 w 4673601"/>
              <a:gd name="connsiteY26" fmla="*/ 6442851 h 6858000"/>
              <a:gd name="connsiteX27" fmla="*/ 2288745 w 4673601"/>
              <a:gd name="connsiteY27" fmla="*/ 6456773 h 6858000"/>
              <a:gd name="connsiteX28" fmla="*/ 2280092 w 4673601"/>
              <a:gd name="connsiteY28" fmla="*/ 6465939 h 6858000"/>
              <a:gd name="connsiteX29" fmla="*/ 2268031 w 4673601"/>
              <a:gd name="connsiteY29" fmla="*/ 6469167 h 6858000"/>
              <a:gd name="connsiteX30" fmla="*/ 2255797 w 4673601"/>
              <a:gd name="connsiteY30" fmla="*/ 6465939 h 6858000"/>
              <a:gd name="connsiteX31" fmla="*/ 2247098 w 4673601"/>
              <a:gd name="connsiteY31" fmla="*/ 6456773 h 6858000"/>
              <a:gd name="connsiteX32" fmla="*/ 2243898 w 4673601"/>
              <a:gd name="connsiteY32" fmla="*/ 6442851 h 6858000"/>
              <a:gd name="connsiteX33" fmla="*/ 2247098 w 4673601"/>
              <a:gd name="connsiteY33" fmla="*/ 6429041 h 6858000"/>
              <a:gd name="connsiteX34" fmla="*/ 2255751 w 4673601"/>
              <a:gd name="connsiteY34" fmla="*/ 6419874 h 6858000"/>
              <a:gd name="connsiteX35" fmla="*/ 2268031 w 4673601"/>
              <a:gd name="connsiteY35" fmla="*/ 6416647 h 6858000"/>
              <a:gd name="connsiteX36" fmla="*/ 2889900 w 4673601"/>
              <a:gd name="connsiteY36" fmla="*/ 6416646 h 6858000"/>
              <a:gd name="connsiteX37" fmla="*/ 2903569 w 4673601"/>
              <a:gd name="connsiteY37" fmla="*/ 6416646 h 6858000"/>
              <a:gd name="connsiteX38" fmla="*/ 2913699 w 4673601"/>
              <a:gd name="connsiteY38" fmla="*/ 6419405 h 6858000"/>
              <a:gd name="connsiteX39" fmla="*/ 2917340 w 4673601"/>
              <a:gd name="connsiteY39" fmla="*/ 6428867 h 6858000"/>
              <a:gd name="connsiteX40" fmla="*/ 2913642 w 4673601"/>
              <a:gd name="connsiteY40" fmla="*/ 6438157 h 6858000"/>
              <a:gd name="connsiteX41" fmla="*/ 2903556 w 4673601"/>
              <a:gd name="connsiteY41" fmla="*/ 6441089 h 6858000"/>
              <a:gd name="connsiteX42" fmla="*/ 2889900 w 4673601"/>
              <a:gd name="connsiteY42" fmla="*/ 6441089 h 6858000"/>
              <a:gd name="connsiteX43" fmla="*/ 2812443 w 4673601"/>
              <a:gd name="connsiteY43" fmla="*/ 6416646 h 6858000"/>
              <a:gd name="connsiteX44" fmla="*/ 2823565 w 4673601"/>
              <a:gd name="connsiteY44" fmla="*/ 6416646 h 6858000"/>
              <a:gd name="connsiteX45" fmla="*/ 2836018 w 4673601"/>
              <a:gd name="connsiteY45" fmla="*/ 6419935 h 6858000"/>
              <a:gd name="connsiteX46" fmla="*/ 2844062 w 4673601"/>
              <a:gd name="connsiteY46" fmla="*/ 6429101 h 6858000"/>
              <a:gd name="connsiteX47" fmla="*/ 2846807 w 4673601"/>
              <a:gd name="connsiteY47" fmla="*/ 6442383 h 6858000"/>
              <a:gd name="connsiteX48" fmla="*/ 2840523 w 4673601"/>
              <a:gd name="connsiteY48" fmla="*/ 6461885 h 6858000"/>
              <a:gd name="connsiteX49" fmla="*/ 2822458 w 4673601"/>
              <a:gd name="connsiteY49" fmla="*/ 6468933 h 6858000"/>
              <a:gd name="connsiteX50" fmla="*/ 2812443 w 4673601"/>
              <a:gd name="connsiteY50" fmla="*/ 6468933 h 6858000"/>
              <a:gd name="connsiteX51" fmla="*/ 2641765 w 4673601"/>
              <a:gd name="connsiteY51" fmla="*/ 6416646 h 6858000"/>
              <a:gd name="connsiteX52" fmla="*/ 2655431 w 4673601"/>
              <a:gd name="connsiteY52" fmla="*/ 6416646 h 6858000"/>
              <a:gd name="connsiteX53" fmla="*/ 2665563 w 4673601"/>
              <a:gd name="connsiteY53" fmla="*/ 6419405 h 6858000"/>
              <a:gd name="connsiteX54" fmla="*/ 2669203 w 4673601"/>
              <a:gd name="connsiteY54" fmla="*/ 6428867 h 6858000"/>
              <a:gd name="connsiteX55" fmla="*/ 2665505 w 4673601"/>
              <a:gd name="connsiteY55" fmla="*/ 6438157 h 6858000"/>
              <a:gd name="connsiteX56" fmla="*/ 2655420 w 4673601"/>
              <a:gd name="connsiteY56" fmla="*/ 6441089 h 6858000"/>
              <a:gd name="connsiteX57" fmla="*/ 2641765 w 4673601"/>
              <a:gd name="connsiteY57" fmla="*/ 6441089 h 6858000"/>
              <a:gd name="connsiteX58" fmla="*/ 3476166 w 4673601"/>
              <a:gd name="connsiteY58" fmla="*/ 6415353 h 6858000"/>
              <a:gd name="connsiteX59" fmla="*/ 3493457 w 4673601"/>
              <a:gd name="connsiteY59" fmla="*/ 6415353 h 6858000"/>
              <a:gd name="connsiteX60" fmla="*/ 3501002 w 4673601"/>
              <a:gd name="connsiteY60" fmla="*/ 6417472 h 6858000"/>
              <a:gd name="connsiteX61" fmla="*/ 3503485 w 4673601"/>
              <a:gd name="connsiteY61" fmla="*/ 6425221 h 6858000"/>
              <a:gd name="connsiteX62" fmla="*/ 3500957 w 4673601"/>
              <a:gd name="connsiteY62" fmla="*/ 6432736 h 6858000"/>
              <a:gd name="connsiteX63" fmla="*/ 3494014 w 4673601"/>
              <a:gd name="connsiteY63" fmla="*/ 6435090 h 6858000"/>
              <a:gd name="connsiteX64" fmla="*/ 3476166 w 4673601"/>
              <a:gd name="connsiteY64" fmla="*/ 6435090 h 6858000"/>
              <a:gd name="connsiteX65" fmla="*/ 3459413 w 4673601"/>
              <a:gd name="connsiteY65" fmla="*/ 6401727 h 6858000"/>
              <a:gd name="connsiteX66" fmla="*/ 3459413 w 4673601"/>
              <a:gd name="connsiteY66" fmla="*/ 6483840 h 6858000"/>
              <a:gd name="connsiteX67" fmla="*/ 3499075 w 4673601"/>
              <a:gd name="connsiteY67" fmla="*/ 6483840 h 6858000"/>
              <a:gd name="connsiteX68" fmla="*/ 3511132 w 4673601"/>
              <a:gd name="connsiteY68" fmla="*/ 6480958 h 6858000"/>
              <a:gd name="connsiteX69" fmla="*/ 3519726 w 4673601"/>
              <a:gd name="connsiteY69" fmla="*/ 6472617 h 6858000"/>
              <a:gd name="connsiteX70" fmla="*/ 3522868 w 4673601"/>
              <a:gd name="connsiteY70" fmla="*/ 6459755 h 6858000"/>
              <a:gd name="connsiteX71" fmla="*/ 3520007 w 4673601"/>
              <a:gd name="connsiteY71" fmla="*/ 6447940 h 6858000"/>
              <a:gd name="connsiteX72" fmla="*/ 3511413 w 4673601"/>
              <a:gd name="connsiteY72" fmla="*/ 6441188 h 6858000"/>
              <a:gd name="connsiteX73" fmla="*/ 3518017 w 4673601"/>
              <a:gd name="connsiteY73" fmla="*/ 6434203 h 6858000"/>
              <a:gd name="connsiteX74" fmla="*/ 3520443 w 4673601"/>
              <a:gd name="connsiteY74" fmla="*/ 6424162 h 6858000"/>
              <a:gd name="connsiteX75" fmla="*/ 3514274 w 4673601"/>
              <a:gd name="connsiteY75" fmla="*/ 6407480 h 6858000"/>
              <a:gd name="connsiteX76" fmla="*/ 3497201 w 4673601"/>
              <a:gd name="connsiteY76" fmla="*/ 6401727 h 6858000"/>
              <a:gd name="connsiteX77" fmla="*/ 3643961 w 4673601"/>
              <a:gd name="connsiteY77" fmla="*/ 6401726 h 6858000"/>
              <a:gd name="connsiteX78" fmla="*/ 3643961 w 4673601"/>
              <a:gd name="connsiteY78" fmla="*/ 6416646 h 6858000"/>
              <a:gd name="connsiteX79" fmla="*/ 3666435 w 4673601"/>
              <a:gd name="connsiteY79" fmla="*/ 6416646 h 6858000"/>
              <a:gd name="connsiteX80" fmla="*/ 3666435 w 4673601"/>
              <a:gd name="connsiteY80" fmla="*/ 6483852 h 6858000"/>
              <a:gd name="connsiteX81" fmla="*/ 3683182 w 4673601"/>
              <a:gd name="connsiteY81" fmla="*/ 6483852 h 6858000"/>
              <a:gd name="connsiteX82" fmla="*/ 3683182 w 4673601"/>
              <a:gd name="connsiteY82" fmla="*/ 6416646 h 6858000"/>
              <a:gd name="connsiteX83" fmla="*/ 3705669 w 4673601"/>
              <a:gd name="connsiteY83" fmla="*/ 6416646 h 6858000"/>
              <a:gd name="connsiteX84" fmla="*/ 3705669 w 4673601"/>
              <a:gd name="connsiteY84" fmla="*/ 6401726 h 6858000"/>
              <a:gd name="connsiteX85" fmla="*/ 3619727 w 4673601"/>
              <a:gd name="connsiteY85" fmla="*/ 6401726 h 6858000"/>
              <a:gd name="connsiteX86" fmla="*/ 3619727 w 4673601"/>
              <a:gd name="connsiteY86" fmla="*/ 6483865 h 6858000"/>
              <a:gd name="connsiteX87" fmla="*/ 3636480 w 4673601"/>
              <a:gd name="connsiteY87" fmla="*/ 6483865 h 6858000"/>
              <a:gd name="connsiteX88" fmla="*/ 3636480 w 4673601"/>
              <a:gd name="connsiteY88" fmla="*/ 6401726 h 6858000"/>
              <a:gd name="connsiteX89" fmla="*/ 3560553 w 4673601"/>
              <a:gd name="connsiteY89" fmla="*/ 6401726 h 6858000"/>
              <a:gd name="connsiteX90" fmla="*/ 3560553 w 4673601"/>
              <a:gd name="connsiteY90" fmla="*/ 6483853 h 6858000"/>
              <a:gd name="connsiteX91" fmla="*/ 3612566 w 4673601"/>
              <a:gd name="connsiteY91" fmla="*/ 6483853 h 6858000"/>
              <a:gd name="connsiteX92" fmla="*/ 3612566 w 4673601"/>
              <a:gd name="connsiteY92" fmla="*/ 6468933 h 6858000"/>
              <a:gd name="connsiteX93" fmla="*/ 3577306 w 4673601"/>
              <a:gd name="connsiteY93" fmla="*/ 6468933 h 6858000"/>
              <a:gd name="connsiteX94" fmla="*/ 3577306 w 4673601"/>
              <a:gd name="connsiteY94" fmla="*/ 6401726 h 6858000"/>
              <a:gd name="connsiteX95" fmla="*/ 3532243 w 4673601"/>
              <a:gd name="connsiteY95" fmla="*/ 6401726 h 6858000"/>
              <a:gd name="connsiteX96" fmla="*/ 3532243 w 4673601"/>
              <a:gd name="connsiteY96" fmla="*/ 6483865 h 6858000"/>
              <a:gd name="connsiteX97" fmla="*/ 3548990 w 4673601"/>
              <a:gd name="connsiteY97" fmla="*/ 6483865 h 6858000"/>
              <a:gd name="connsiteX98" fmla="*/ 3548990 w 4673601"/>
              <a:gd name="connsiteY98" fmla="*/ 6401726 h 6858000"/>
              <a:gd name="connsiteX99" fmla="*/ 3278181 w 4673601"/>
              <a:gd name="connsiteY99" fmla="*/ 6401726 h 6858000"/>
              <a:gd name="connsiteX100" fmla="*/ 3278181 w 4673601"/>
              <a:gd name="connsiteY100" fmla="*/ 6483865 h 6858000"/>
              <a:gd name="connsiteX101" fmla="*/ 3294262 w 4673601"/>
              <a:gd name="connsiteY101" fmla="*/ 6483865 h 6858000"/>
              <a:gd name="connsiteX102" fmla="*/ 3294262 w 4673601"/>
              <a:gd name="connsiteY102" fmla="*/ 6437220 h 6858000"/>
              <a:gd name="connsiteX103" fmla="*/ 3314535 w 4673601"/>
              <a:gd name="connsiteY103" fmla="*/ 6483865 h 6858000"/>
              <a:gd name="connsiteX104" fmla="*/ 3322252 w 4673601"/>
              <a:gd name="connsiteY104" fmla="*/ 6483865 h 6858000"/>
              <a:gd name="connsiteX105" fmla="*/ 3342628 w 4673601"/>
              <a:gd name="connsiteY105" fmla="*/ 6437220 h 6858000"/>
              <a:gd name="connsiteX106" fmla="*/ 3342628 w 4673601"/>
              <a:gd name="connsiteY106" fmla="*/ 6483865 h 6858000"/>
              <a:gd name="connsiteX107" fmla="*/ 3358607 w 4673601"/>
              <a:gd name="connsiteY107" fmla="*/ 6483865 h 6858000"/>
              <a:gd name="connsiteX108" fmla="*/ 3358607 w 4673601"/>
              <a:gd name="connsiteY108" fmla="*/ 6401726 h 6858000"/>
              <a:gd name="connsiteX109" fmla="*/ 3342192 w 4673601"/>
              <a:gd name="connsiteY109" fmla="*/ 6401726 h 6858000"/>
              <a:gd name="connsiteX110" fmla="*/ 3318394 w 4673601"/>
              <a:gd name="connsiteY110" fmla="*/ 6456711 h 6858000"/>
              <a:gd name="connsiteX111" fmla="*/ 3294697 w 4673601"/>
              <a:gd name="connsiteY111" fmla="*/ 6401726 h 6858000"/>
              <a:gd name="connsiteX112" fmla="*/ 3085359 w 4673601"/>
              <a:gd name="connsiteY112" fmla="*/ 6401726 h 6858000"/>
              <a:gd name="connsiteX113" fmla="*/ 3085359 w 4673601"/>
              <a:gd name="connsiteY113" fmla="*/ 6483865 h 6858000"/>
              <a:gd name="connsiteX114" fmla="*/ 3102106 w 4673601"/>
              <a:gd name="connsiteY114" fmla="*/ 6483865 h 6858000"/>
              <a:gd name="connsiteX115" fmla="*/ 3102106 w 4673601"/>
              <a:gd name="connsiteY115" fmla="*/ 6430752 h 6858000"/>
              <a:gd name="connsiteX116" fmla="*/ 3134383 w 4673601"/>
              <a:gd name="connsiteY116" fmla="*/ 6483865 h 6858000"/>
              <a:gd name="connsiteX117" fmla="*/ 3150580 w 4673601"/>
              <a:gd name="connsiteY117" fmla="*/ 6483865 h 6858000"/>
              <a:gd name="connsiteX118" fmla="*/ 3150580 w 4673601"/>
              <a:gd name="connsiteY118" fmla="*/ 6401726 h 6858000"/>
              <a:gd name="connsiteX119" fmla="*/ 3133833 w 4673601"/>
              <a:gd name="connsiteY119" fmla="*/ 6401726 h 6858000"/>
              <a:gd name="connsiteX120" fmla="*/ 3133833 w 4673601"/>
              <a:gd name="connsiteY120" fmla="*/ 6454838 h 6858000"/>
              <a:gd name="connsiteX121" fmla="*/ 3101658 w 4673601"/>
              <a:gd name="connsiteY121" fmla="*/ 6401726 h 6858000"/>
              <a:gd name="connsiteX122" fmla="*/ 3057029 w 4673601"/>
              <a:gd name="connsiteY122" fmla="*/ 6401726 h 6858000"/>
              <a:gd name="connsiteX123" fmla="*/ 3057029 w 4673601"/>
              <a:gd name="connsiteY123" fmla="*/ 6483865 h 6858000"/>
              <a:gd name="connsiteX124" fmla="*/ 3073782 w 4673601"/>
              <a:gd name="connsiteY124" fmla="*/ 6483865 h 6858000"/>
              <a:gd name="connsiteX125" fmla="*/ 3073782 w 4673601"/>
              <a:gd name="connsiteY125" fmla="*/ 6401726 h 6858000"/>
              <a:gd name="connsiteX126" fmla="*/ 2969763 w 4673601"/>
              <a:gd name="connsiteY126" fmla="*/ 6401726 h 6858000"/>
              <a:gd name="connsiteX127" fmla="*/ 3000620 w 4673601"/>
              <a:gd name="connsiteY127" fmla="*/ 6483865 h 6858000"/>
              <a:gd name="connsiteX128" fmla="*/ 3017034 w 4673601"/>
              <a:gd name="connsiteY128" fmla="*/ 6483865 h 6858000"/>
              <a:gd name="connsiteX129" fmla="*/ 3047776 w 4673601"/>
              <a:gd name="connsiteY129" fmla="*/ 6401726 h 6858000"/>
              <a:gd name="connsiteX130" fmla="*/ 3030031 w 4673601"/>
              <a:gd name="connsiteY130" fmla="*/ 6401726 h 6858000"/>
              <a:gd name="connsiteX131" fmla="*/ 3008766 w 4673601"/>
              <a:gd name="connsiteY131" fmla="*/ 6460124 h 6858000"/>
              <a:gd name="connsiteX132" fmla="*/ 2987610 w 4673601"/>
              <a:gd name="connsiteY132" fmla="*/ 6401726 h 6858000"/>
              <a:gd name="connsiteX133" fmla="*/ 2943654 w 4673601"/>
              <a:gd name="connsiteY133" fmla="*/ 6401726 h 6858000"/>
              <a:gd name="connsiteX134" fmla="*/ 2943654 w 4673601"/>
              <a:gd name="connsiteY134" fmla="*/ 6483865 h 6858000"/>
              <a:gd name="connsiteX135" fmla="*/ 2960407 w 4673601"/>
              <a:gd name="connsiteY135" fmla="*/ 6483865 h 6858000"/>
              <a:gd name="connsiteX136" fmla="*/ 2960407 w 4673601"/>
              <a:gd name="connsiteY136" fmla="*/ 6401726 h 6858000"/>
              <a:gd name="connsiteX137" fmla="*/ 2873128 w 4673601"/>
              <a:gd name="connsiteY137" fmla="*/ 6401726 h 6858000"/>
              <a:gd name="connsiteX138" fmla="*/ 2873128 w 4673601"/>
              <a:gd name="connsiteY138" fmla="*/ 6483865 h 6858000"/>
              <a:gd name="connsiteX139" fmla="*/ 2889875 w 4673601"/>
              <a:gd name="connsiteY139" fmla="*/ 6483865 h 6858000"/>
              <a:gd name="connsiteX140" fmla="*/ 2889875 w 4673601"/>
              <a:gd name="connsiteY140" fmla="*/ 6456021 h 6858000"/>
              <a:gd name="connsiteX141" fmla="*/ 2902987 w 4673601"/>
              <a:gd name="connsiteY141" fmla="*/ 6456021 h 6858000"/>
              <a:gd name="connsiteX142" fmla="*/ 2916540 w 4673601"/>
              <a:gd name="connsiteY142" fmla="*/ 6483865 h 6858000"/>
              <a:gd name="connsiteX143" fmla="*/ 2933729 w 4673601"/>
              <a:gd name="connsiteY143" fmla="*/ 6483865 h 6858000"/>
              <a:gd name="connsiteX144" fmla="*/ 2919081 w 4673601"/>
              <a:gd name="connsiteY144" fmla="*/ 6453779 h 6858000"/>
              <a:gd name="connsiteX145" fmla="*/ 2930324 w 4673601"/>
              <a:gd name="connsiteY145" fmla="*/ 6444440 h 6858000"/>
              <a:gd name="connsiteX146" fmla="*/ 2934286 w 4673601"/>
              <a:gd name="connsiteY146" fmla="*/ 6428867 h 6858000"/>
              <a:gd name="connsiteX147" fmla="*/ 2926958 w 4673601"/>
              <a:gd name="connsiteY147" fmla="*/ 6408712 h 6858000"/>
              <a:gd name="connsiteX148" fmla="*/ 2906526 w 4673601"/>
              <a:gd name="connsiteY148" fmla="*/ 6401726 h 6858000"/>
              <a:gd name="connsiteX149" fmla="*/ 2795690 w 4673601"/>
              <a:gd name="connsiteY149" fmla="*/ 6401726 h 6858000"/>
              <a:gd name="connsiteX150" fmla="*/ 2795690 w 4673601"/>
              <a:gd name="connsiteY150" fmla="*/ 6483865 h 6858000"/>
              <a:gd name="connsiteX151" fmla="*/ 2821581 w 4673601"/>
              <a:gd name="connsiteY151" fmla="*/ 6483865 h 6858000"/>
              <a:gd name="connsiteX152" fmla="*/ 2852701 w 4673601"/>
              <a:gd name="connsiteY152" fmla="*/ 6473343 h 6858000"/>
              <a:gd name="connsiteX153" fmla="*/ 2863887 w 4673601"/>
              <a:gd name="connsiteY153" fmla="*/ 6442383 h 6858000"/>
              <a:gd name="connsiteX154" fmla="*/ 2858812 w 4673601"/>
              <a:gd name="connsiteY154" fmla="*/ 6420761 h 6858000"/>
              <a:gd name="connsiteX155" fmla="*/ 2844382 w 4673601"/>
              <a:gd name="connsiteY155" fmla="*/ 6406666 h 6858000"/>
              <a:gd name="connsiteX156" fmla="*/ 2822458 w 4673601"/>
              <a:gd name="connsiteY156" fmla="*/ 6401726 h 6858000"/>
              <a:gd name="connsiteX157" fmla="*/ 2695530 w 4673601"/>
              <a:gd name="connsiteY157" fmla="*/ 6401726 h 6858000"/>
              <a:gd name="connsiteX158" fmla="*/ 2695530 w 4673601"/>
              <a:gd name="connsiteY158" fmla="*/ 6483865 h 6858000"/>
              <a:gd name="connsiteX159" fmla="*/ 2748971 w 4673601"/>
              <a:gd name="connsiteY159" fmla="*/ 6483865 h 6858000"/>
              <a:gd name="connsiteX160" fmla="*/ 2748971 w 4673601"/>
              <a:gd name="connsiteY160" fmla="*/ 6468945 h 6858000"/>
              <a:gd name="connsiteX161" fmla="*/ 2712281 w 4673601"/>
              <a:gd name="connsiteY161" fmla="*/ 6468945 h 6858000"/>
              <a:gd name="connsiteX162" fmla="*/ 2712281 w 4673601"/>
              <a:gd name="connsiteY162" fmla="*/ 6450021 h 6858000"/>
              <a:gd name="connsiteX163" fmla="*/ 2739279 w 4673601"/>
              <a:gd name="connsiteY163" fmla="*/ 6450021 h 6858000"/>
              <a:gd name="connsiteX164" fmla="*/ 2739279 w 4673601"/>
              <a:gd name="connsiteY164" fmla="*/ 6435680 h 6858000"/>
              <a:gd name="connsiteX165" fmla="*/ 2712281 w 4673601"/>
              <a:gd name="connsiteY165" fmla="*/ 6435680 h 6858000"/>
              <a:gd name="connsiteX166" fmla="*/ 2712281 w 4673601"/>
              <a:gd name="connsiteY166" fmla="*/ 6416646 h 6858000"/>
              <a:gd name="connsiteX167" fmla="*/ 2748971 w 4673601"/>
              <a:gd name="connsiteY167" fmla="*/ 6416646 h 6858000"/>
              <a:gd name="connsiteX168" fmla="*/ 2748971 w 4673601"/>
              <a:gd name="connsiteY168" fmla="*/ 6401726 h 6858000"/>
              <a:gd name="connsiteX169" fmla="*/ 2625003 w 4673601"/>
              <a:gd name="connsiteY169" fmla="*/ 6401726 h 6858000"/>
              <a:gd name="connsiteX170" fmla="*/ 2625003 w 4673601"/>
              <a:gd name="connsiteY170" fmla="*/ 6483865 h 6858000"/>
              <a:gd name="connsiteX171" fmla="*/ 2641754 w 4673601"/>
              <a:gd name="connsiteY171" fmla="*/ 6483865 h 6858000"/>
              <a:gd name="connsiteX172" fmla="*/ 2641754 w 4673601"/>
              <a:gd name="connsiteY172" fmla="*/ 6456021 h 6858000"/>
              <a:gd name="connsiteX173" fmla="*/ 2654866 w 4673601"/>
              <a:gd name="connsiteY173" fmla="*/ 6456021 h 6858000"/>
              <a:gd name="connsiteX174" fmla="*/ 2668417 w 4673601"/>
              <a:gd name="connsiteY174" fmla="*/ 6483865 h 6858000"/>
              <a:gd name="connsiteX175" fmla="*/ 2685607 w 4673601"/>
              <a:gd name="connsiteY175" fmla="*/ 6483865 h 6858000"/>
              <a:gd name="connsiteX176" fmla="*/ 2670958 w 4673601"/>
              <a:gd name="connsiteY176" fmla="*/ 6453779 h 6858000"/>
              <a:gd name="connsiteX177" fmla="*/ 2682199 w 4673601"/>
              <a:gd name="connsiteY177" fmla="*/ 6444440 h 6858000"/>
              <a:gd name="connsiteX178" fmla="*/ 2686161 w 4673601"/>
              <a:gd name="connsiteY178" fmla="*/ 6428867 h 6858000"/>
              <a:gd name="connsiteX179" fmla="*/ 2678837 w 4673601"/>
              <a:gd name="connsiteY179" fmla="*/ 6408712 h 6858000"/>
              <a:gd name="connsiteX180" fmla="*/ 2658401 w 4673601"/>
              <a:gd name="connsiteY180" fmla="*/ 6401726 h 6858000"/>
              <a:gd name="connsiteX181" fmla="*/ 2568614 w 4673601"/>
              <a:gd name="connsiteY181" fmla="*/ 6401726 h 6858000"/>
              <a:gd name="connsiteX182" fmla="*/ 2537758 w 4673601"/>
              <a:gd name="connsiteY182" fmla="*/ 6483865 h 6858000"/>
              <a:gd name="connsiteX183" fmla="*/ 2554948 w 4673601"/>
              <a:gd name="connsiteY183" fmla="*/ 6483865 h 6858000"/>
              <a:gd name="connsiteX184" fmla="*/ 2561556 w 4673601"/>
              <a:gd name="connsiteY184" fmla="*/ 6466000 h 6858000"/>
              <a:gd name="connsiteX185" fmla="*/ 2592078 w 4673601"/>
              <a:gd name="connsiteY185" fmla="*/ 6466000 h 6858000"/>
              <a:gd name="connsiteX186" fmla="*/ 2598686 w 4673601"/>
              <a:gd name="connsiteY186" fmla="*/ 6483865 h 6858000"/>
              <a:gd name="connsiteX187" fmla="*/ 2615760 w 4673601"/>
              <a:gd name="connsiteY187" fmla="*/ 6483865 h 6858000"/>
              <a:gd name="connsiteX188" fmla="*/ 2585019 w 4673601"/>
              <a:gd name="connsiteY188" fmla="*/ 6401726 h 6858000"/>
              <a:gd name="connsiteX189" fmla="*/ 2439921 w 4673601"/>
              <a:gd name="connsiteY189" fmla="*/ 6401726 h 6858000"/>
              <a:gd name="connsiteX190" fmla="*/ 2461512 w 4673601"/>
              <a:gd name="connsiteY190" fmla="*/ 6483865 h 6858000"/>
              <a:gd name="connsiteX191" fmla="*/ 2477374 w 4673601"/>
              <a:gd name="connsiteY191" fmla="*/ 6483865 h 6858000"/>
              <a:gd name="connsiteX192" fmla="*/ 2491040 w 4673601"/>
              <a:gd name="connsiteY192" fmla="*/ 6431812 h 6858000"/>
              <a:gd name="connsiteX193" fmla="*/ 2504811 w 4673601"/>
              <a:gd name="connsiteY193" fmla="*/ 6483865 h 6858000"/>
              <a:gd name="connsiteX194" fmla="*/ 2520568 w 4673601"/>
              <a:gd name="connsiteY194" fmla="*/ 6483865 h 6858000"/>
              <a:gd name="connsiteX195" fmla="*/ 2542160 w 4673601"/>
              <a:gd name="connsiteY195" fmla="*/ 6401726 h 6858000"/>
              <a:gd name="connsiteX196" fmla="*/ 2524635 w 4673601"/>
              <a:gd name="connsiteY196" fmla="*/ 6401726 h 6858000"/>
              <a:gd name="connsiteX197" fmla="*/ 2510864 w 4673601"/>
              <a:gd name="connsiteY197" fmla="*/ 6454838 h 6858000"/>
              <a:gd name="connsiteX198" fmla="*/ 2497752 w 4673601"/>
              <a:gd name="connsiteY198" fmla="*/ 6401726 h 6858000"/>
              <a:gd name="connsiteX199" fmla="*/ 2484860 w 4673601"/>
              <a:gd name="connsiteY199" fmla="*/ 6401726 h 6858000"/>
              <a:gd name="connsiteX200" fmla="*/ 2471309 w 4673601"/>
              <a:gd name="connsiteY200" fmla="*/ 6454838 h 6858000"/>
              <a:gd name="connsiteX201" fmla="*/ 2457538 w 4673601"/>
              <a:gd name="connsiteY201" fmla="*/ 6401726 h 6858000"/>
              <a:gd name="connsiteX202" fmla="*/ 2374672 w 4673601"/>
              <a:gd name="connsiteY202" fmla="*/ 6401726 h 6858000"/>
              <a:gd name="connsiteX203" fmla="*/ 2374672 w 4673601"/>
              <a:gd name="connsiteY203" fmla="*/ 6416646 h 6858000"/>
              <a:gd name="connsiteX204" fmla="*/ 2397142 w 4673601"/>
              <a:gd name="connsiteY204" fmla="*/ 6416646 h 6858000"/>
              <a:gd name="connsiteX205" fmla="*/ 2397142 w 4673601"/>
              <a:gd name="connsiteY205" fmla="*/ 6483852 h 6858000"/>
              <a:gd name="connsiteX206" fmla="*/ 2413893 w 4673601"/>
              <a:gd name="connsiteY206" fmla="*/ 6483852 h 6858000"/>
              <a:gd name="connsiteX207" fmla="*/ 2413893 w 4673601"/>
              <a:gd name="connsiteY207" fmla="*/ 6416646 h 6858000"/>
              <a:gd name="connsiteX208" fmla="*/ 2436373 w 4673601"/>
              <a:gd name="connsiteY208" fmla="*/ 6416646 h 6858000"/>
              <a:gd name="connsiteX209" fmla="*/ 2436373 w 4673601"/>
              <a:gd name="connsiteY209" fmla="*/ 6401726 h 6858000"/>
              <a:gd name="connsiteX210" fmla="*/ 2318262 w 4673601"/>
              <a:gd name="connsiteY210" fmla="*/ 6401726 h 6858000"/>
              <a:gd name="connsiteX211" fmla="*/ 2318262 w 4673601"/>
              <a:gd name="connsiteY211" fmla="*/ 6483865 h 6858000"/>
              <a:gd name="connsiteX212" fmla="*/ 2335013 w 4673601"/>
              <a:gd name="connsiteY212" fmla="*/ 6483865 h 6858000"/>
              <a:gd name="connsiteX213" fmla="*/ 2335013 w 4673601"/>
              <a:gd name="connsiteY213" fmla="*/ 6449676 h 6858000"/>
              <a:gd name="connsiteX214" fmla="*/ 2362011 w 4673601"/>
              <a:gd name="connsiteY214" fmla="*/ 6449676 h 6858000"/>
              <a:gd name="connsiteX215" fmla="*/ 2362011 w 4673601"/>
              <a:gd name="connsiteY215" fmla="*/ 6435927 h 6858000"/>
              <a:gd name="connsiteX216" fmla="*/ 2335013 w 4673601"/>
              <a:gd name="connsiteY216" fmla="*/ 6435927 h 6858000"/>
              <a:gd name="connsiteX217" fmla="*/ 2335013 w 4673601"/>
              <a:gd name="connsiteY217" fmla="*/ 6416769 h 6858000"/>
              <a:gd name="connsiteX218" fmla="*/ 2371703 w 4673601"/>
              <a:gd name="connsiteY218" fmla="*/ 6416769 h 6858000"/>
              <a:gd name="connsiteX219" fmla="*/ 2371703 w 4673601"/>
              <a:gd name="connsiteY219" fmla="*/ 6401726 h 6858000"/>
              <a:gd name="connsiteX220" fmla="*/ 3709745 w 4673601"/>
              <a:gd name="connsiteY220" fmla="*/ 6401714 h 6858000"/>
              <a:gd name="connsiteX221" fmla="*/ 3737953 w 4673601"/>
              <a:gd name="connsiteY221" fmla="*/ 6452596 h 6858000"/>
              <a:gd name="connsiteX222" fmla="*/ 3737953 w 4673601"/>
              <a:gd name="connsiteY222" fmla="*/ 6483853 h 6858000"/>
              <a:gd name="connsiteX223" fmla="*/ 3754373 w 4673601"/>
              <a:gd name="connsiteY223" fmla="*/ 6483853 h 6858000"/>
              <a:gd name="connsiteX224" fmla="*/ 3754373 w 4673601"/>
              <a:gd name="connsiteY224" fmla="*/ 6452596 h 6858000"/>
              <a:gd name="connsiteX225" fmla="*/ 3783240 w 4673601"/>
              <a:gd name="connsiteY225" fmla="*/ 6401714 h 6858000"/>
              <a:gd name="connsiteX226" fmla="*/ 3765495 w 4673601"/>
              <a:gd name="connsiteY226" fmla="*/ 6401714 h 6858000"/>
              <a:gd name="connsiteX227" fmla="*/ 3746214 w 4673601"/>
              <a:gd name="connsiteY227" fmla="*/ 6435902 h 6858000"/>
              <a:gd name="connsiteX228" fmla="*/ 3727592 w 4673601"/>
              <a:gd name="connsiteY228" fmla="*/ 6401714 h 6858000"/>
              <a:gd name="connsiteX229" fmla="*/ 3409173 w 4673601"/>
              <a:gd name="connsiteY229" fmla="*/ 6399965 h 6858000"/>
              <a:gd name="connsiteX230" fmla="*/ 3388184 w 4673601"/>
              <a:gd name="connsiteY230" fmla="*/ 6405374 h 6858000"/>
              <a:gd name="connsiteX231" fmla="*/ 3373357 w 4673601"/>
              <a:gd name="connsiteY231" fmla="*/ 6420527 h 6858000"/>
              <a:gd name="connsiteX232" fmla="*/ 3367962 w 4673601"/>
              <a:gd name="connsiteY232" fmla="*/ 6442851 h 6858000"/>
              <a:gd name="connsiteX233" fmla="*/ 3373357 w 4673601"/>
              <a:gd name="connsiteY233" fmla="*/ 6465114 h 6858000"/>
              <a:gd name="connsiteX234" fmla="*/ 3388184 w 4673601"/>
              <a:gd name="connsiteY234" fmla="*/ 6480219 h 6858000"/>
              <a:gd name="connsiteX235" fmla="*/ 3409173 w 4673601"/>
              <a:gd name="connsiteY235" fmla="*/ 6485627 h 6858000"/>
              <a:gd name="connsiteX236" fmla="*/ 3430048 w 4673601"/>
              <a:gd name="connsiteY236" fmla="*/ 6480219 h 6858000"/>
              <a:gd name="connsiteX237" fmla="*/ 3444753 w 4673601"/>
              <a:gd name="connsiteY237" fmla="*/ 6465114 h 6858000"/>
              <a:gd name="connsiteX238" fmla="*/ 3450147 w 4673601"/>
              <a:gd name="connsiteY238" fmla="*/ 6442851 h 6858000"/>
              <a:gd name="connsiteX239" fmla="*/ 3444753 w 4673601"/>
              <a:gd name="connsiteY239" fmla="*/ 6420527 h 6858000"/>
              <a:gd name="connsiteX240" fmla="*/ 3430048 w 4673601"/>
              <a:gd name="connsiteY240" fmla="*/ 6405374 h 6858000"/>
              <a:gd name="connsiteX241" fmla="*/ 3409173 w 4673601"/>
              <a:gd name="connsiteY241" fmla="*/ 6399965 h 6858000"/>
              <a:gd name="connsiteX242" fmla="*/ 3201473 w 4673601"/>
              <a:gd name="connsiteY242" fmla="*/ 6399965 h 6858000"/>
              <a:gd name="connsiteX243" fmla="*/ 3179658 w 4673601"/>
              <a:gd name="connsiteY243" fmla="*/ 6405189 h 6858000"/>
              <a:gd name="connsiteX244" fmla="*/ 3165010 w 4673601"/>
              <a:gd name="connsiteY244" fmla="*/ 6420108 h 6858000"/>
              <a:gd name="connsiteX245" fmla="*/ 3159833 w 4673601"/>
              <a:gd name="connsiteY245" fmla="*/ 6442851 h 6858000"/>
              <a:gd name="connsiteX246" fmla="*/ 3165010 w 4673601"/>
              <a:gd name="connsiteY246" fmla="*/ 6465533 h 6858000"/>
              <a:gd name="connsiteX247" fmla="*/ 3179658 w 4673601"/>
              <a:gd name="connsiteY247" fmla="*/ 6480391 h 6858000"/>
              <a:gd name="connsiteX248" fmla="*/ 3179671 w 4673601"/>
              <a:gd name="connsiteY248" fmla="*/ 6480403 h 6858000"/>
              <a:gd name="connsiteX249" fmla="*/ 3201479 w 4673601"/>
              <a:gd name="connsiteY249" fmla="*/ 6485627 h 6858000"/>
              <a:gd name="connsiteX250" fmla="*/ 3230237 w 4673601"/>
              <a:gd name="connsiteY250" fmla="*/ 6477631 h 6858000"/>
              <a:gd name="connsiteX251" fmla="*/ 3230237 w 4673601"/>
              <a:gd name="connsiteY251" fmla="*/ 6438034 h 6858000"/>
              <a:gd name="connsiteX252" fmla="*/ 3201588 w 4673601"/>
              <a:gd name="connsiteY252" fmla="*/ 6438034 h 6858000"/>
              <a:gd name="connsiteX253" fmla="*/ 3201588 w 4673601"/>
              <a:gd name="connsiteY253" fmla="*/ 6451192 h 6858000"/>
              <a:gd name="connsiteX254" fmla="*/ 3214041 w 4673601"/>
              <a:gd name="connsiteY254" fmla="*/ 6451192 h 6858000"/>
              <a:gd name="connsiteX255" fmla="*/ 3214041 w 4673601"/>
              <a:gd name="connsiteY255" fmla="*/ 6467060 h 6858000"/>
              <a:gd name="connsiteX256" fmla="*/ 3202138 w 4673601"/>
              <a:gd name="connsiteY256" fmla="*/ 6469648 h 6858000"/>
              <a:gd name="connsiteX257" fmla="*/ 3188911 w 4673601"/>
              <a:gd name="connsiteY257" fmla="*/ 6466359 h 6858000"/>
              <a:gd name="connsiteX258" fmla="*/ 3180042 w 4673601"/>
              <a:gd name="connsiteY258" fmla="*/ 6457020 h 6858000"/>
              <a:gd name="connsiteX259" fmla="*/ 3176900 w 4673601"/>
              <a:gd name="connsiteY259" fmla="*/ 6442864 h 6858000"/>
              <a:gd name="connsiteX260" fmla="*/ 3180317 w 4673601"/>
              <a:gd name="connsiteY260" fmla="*/ 6428880 h 6858000"/>
              <a:gd name="connsiteX261" fmla="*/ 3189628 w 4673601"/>
              <a:gd name="connsiteY261" fmla="*/ 6419653 h 6858000"/>
              <a:gd name="connsiteX262" fmla="*/ 3202900 w 4673601"/>
              <a:gd name="connsiteY262" fmla="*/ 6416425 h 6858000"/>
              <a:gd name="connsiteX263" fmla="*/ 3217068 w 4673601"/>
              <a:gd name="connsiteY263" fmla="*/ 6418359 h 6858000"/>
              <a:gd name="connsiteX264" fmla="*/ 3228132 w 4673601"/>
              <a:gd name="connsiteY264" fmla="*/ 6424531 h 6858000"/>
              <a:gd name="connsiteX265" fmla="*/ 3228132 w 4673601"/>
              <a:gd name="connsiteY265" fmla="*/ 6407493 h 6858000"/>
              <a:gd name="connsiteX266" fmla="*/ 3216294 w 4673601"/>
              <a:gd name="connsiteY266" fmla="*/ 6401788 h 6858000"/>
              <a:gd name="connsiteX267" fmla="*/ 3201473 w 4673601"/>
              <a:gd name="connsiteY267" fmla="*/ 6399965 h 6858000"/>
              <a:gd name="connsiteX268" fmla="*/ 2268020 w 4673601"/>
              <a:gd name="connsiteY268" fmla="*/ 6399965 h 6858000"/>
              <a:gd name="connsiteX269" fmla="*/ 2247029 w 4673601"/>
              <a:gd name="connsiteY269" fmla="*/ 6405374 h 6858000"/>
              <a:gd name="connsiteX270" fmla="*/ 2232207 w 4673601"/>
              <a:gd name="connsiteY270" fmla="*/ 6420527 h 6858000"/>
              <a:gd name="connsiteX271" fmla="*/ 2226812 w 4673601"/>
              <a:gd name="connsiteY271" fmla="*/ 6442851 h 6858000"/>
              <a:gd name="connsiteX272" fmla="*/ 2232207 w 4673601"/>
              <a:gd name="connsiteY272" fmla="*/ 6465114 h 6858000"/>
              <a:gd name="connsiteX273" fmla="*/ 2247029 w 4673601"/>
              <a:gd name="connsiteY273" fmla="*/ 6480219 h 6858000"/>
              <a:gd name="connsiteX274" fmla="*/ 2268020 w 4673601"/>
              <a:gd name="connsiteY274" fmla="*/ 6485627 h 6858000"/>
              <a:gd name="connsiteX275" fmla="*/ 2288895 w 4673601"/>
              <a:gd name="connsiteY275" fmla="*/ 6480219 h 6858000"/>
              <a:gd name="connsiteX276" fmla="*/ 2303601 w 4673601"/>
              <a:gd name="connsiteY276" fmla="*/ 6465114 h 6858000"/>
              <a:gd name="connsiteX277" fmla="*/ 2308996 w 4673601"/>
              <a:gd name="connsiteY277" fmla="*/ 6442851 h 6858000"/>
              <a:gd name="connsiteX278" fmla="*/ 2303601 w 4673601"/>
              <a:gd name="connsiteY278" fmla="*/ 6420527 h 6858000"/>
              <a:gd name="connsiteX279" fmla="*/ 2288895 w 4673601"/>
              <a:gd name="connsiteY279" fmla="*/ 6405374 h 6858000"/>
              <a:gd name="connsiteX280" fmla="*/ 2268020 w 4673601"/>
              <a:gd name="connsiteY280" fmla="*/ 6399965 h 6858000"/>
              <a:gd name="connsiteX281" fmla="*/ 2192976 w 4673601"/>
              <a:gd name="connsiteY281" fmla="*/ 6399965 h 6858000"/>
              <a:gd name="connsiteX282" fmla="*/ 2178211 w 4673601"/>
              <a:gd name="connsiteY282" fmla="*/ 6402897 h 6858000"/>
              <a:gd name="connsiteX283" fmla="*/ 2168299 w 4673601"/>
              <a:gd name="connsiteY283" fmla="*/ 6411176 h 6858000"/>
              <a:gd name="connsiteX284" fmla="*/ 2164776 w 4673601"/>
              <a:gd name="connsiteY284" fmla="*/ 6423460 h 6858000"/>
              <a:gd name="connsiteX285" fmla="*/ 2169628 w 4673601"/>
              <a:gd name="connsiteY285" fmla="*/ 6437849 h 6858000"/>
              <a:gd name="connsiteX286" fmla="*/ 2185270 w 4673601"/>
              <a:gd name="connsiteY286" fmla="*/ 6448371 h 6858000"/>
              <a:gd name="connsiteX287" fmla="*/ 2194916 w 4673601"/>
              <a:gd name="connsiteY287" fmla="*/ 6452892 h 6858000"/>
              <a:gd name="connsiteX288" fmla="*/ 2199711 w 4673601"/>
              <a:gd name="connsiteY288" fmla="*/ 6456712 h 6858000"/>
              <a:gd name="connsiteX289" fmla="*/ 2201363 w 4673601"/>
              <a:gd name="connsiteY289" fmla="*/ 6461886 h 6858000"/>
              <a:gd name="connsiteX290" fmla="*/ 2198059 w 4673601"/>
              <a:gd name="connsiteY290" fmla="*/ 6468465 h 6858000"/>
              <a:gd name="connsiteX291" fmla="*/ 2188366 w 4673601"/>
              <a:gd name="connsiteY291" fmla="*/ 6470818 h 6858000"/>
              <a:gd name="connsiteX292" fmla="*/ 2176351 w 4673601"/>
              <a:gd name="connsiteY292" fmla="*/ 6469291 h 6858000"/>
              <a:gd name="connsiteX293" fmla="*/ 2164233 w 4673601"/>
              <a:gd name="connsiteY293" fmla="*/ 6464707 h 6858000"/>
              <a:gd name="connsiteX294" fmla="*/ 2164233 w 4673601"/>
              <a:gd name="connsiteY294" fmla="*/ 6480452 h 6858000"/>
              <a:gd name="connsiteX295" fmla="*/ 2175577 w 4673601"/>
              <a:gd name="connsiteY295" fmla="*/ 6484210 h 6858000"/>
              <a:gd name="connsiteX296" fmla="*/ 2175577 w 4673601"/>
              <a:gd name="connsiteY296" fmla="*/ 6484198 h 6858000"/>
              <a:gd name="connsiteX297" fmla="*/ 2189567 w 4673601"/>
              <a:gd name="connsiteY297" fmla="*/ 6485603 h 6858000"/>
              <a:gd name="connsiteX298" fmla="*/ 2212095 w 4673601"/>
              <a:gd name="connsiteY298" fmla="*/ 6479380 h 6858000"/>
              <a:gd name="connsiteX299" fmla="*/ 2219639 w 4673601"/>
              <a:gd name="connsiteY299" fmla="*/ 6461985 h 6858000"/>
              <a:gd name="connsiteX300" fmla="*/ 2217548 w 4673601"/>
              <a:gd name="connsiteY300" fmla="*/ 6451118 h 6858000"/>
              <a:gd name="connsiteX301" fmla="*/ 2211044 w 4673601"/>
              <a:gd name="connsiteY301" fmla="*/ 6443480 h 6858000"/>
              <a:gd name="connsiteX302" fmla="*/ 2198809 w 4673601"/>
              <a:gd name="connsiteY302" fmla="*/ 6436728 h 6858000"/>
              <a:gd name="connsiteX303" fmla="*/ 2189117 w 4673601"/>
              <a:gd name="connsiteY303" fmla="*/ 6432268 h 6858000"/>
              <a:gd name="connsiteX304" fmla="*/ 2184484 w 4673601"/>
              <a:gd name="connsiteY304" fmla="*/ 6428745 h 6858000"/>
              <a:gd name="connsiteX305" fmla="*/ 2182832 w 4673601"/>
              <a:gd name="connsiteY305" fmla="*/ 6423694 h 6858000"/>
              <a:gd name="connsiteX306" fmla="*/ 2186356 w 4673601"/>
              <a:gd name="connsiteY306" fmla="*/ 6417176 h 6858000"/>
              <a:gd name="connsiteX307" fmla="*/ 2196049 w 4673601"/>
              <a:gd name="connsiteY307" fmla="*/ 6414885 h 6858000"/>
              <a:gd name="connsiteX308" fmla="*/ 2215445 w 4673601"/>
              <a:gd name="connsiteY308" fmla="*/ 6420059 h 6858000"/>
              <a:gd name="connsiteX309" fmla="*/ 2215445 w 4673601"/>
              <a:gd name="connsiteY309" fmla="*/ 6404782 h 6858000"/>
              <a:gd name="connsiteX310" fmla="*/ 2205094 w 4673601"/>
              <a:gd name="connsiteY310" fmla="*/ 6401135 h 6858000"/>
              <a:gd name="connsiteX311" fmla="*/ 2192976 w 4673601"/>
              <a:gd name="connsiteY311" fmla="*/ 6399965 h 6858000"/>
              <a:gd name="connsiteX312" fmla="*/ 1410880 w 4673601"/>
              <a:gd name="connsiteY312" fmla="*/ 0 h 6858000"/>
              <a:gd name="connsiteX313" fmla="*/ 4673601 w 4673601"/>
              <a:gd name="connsiteY313" fmla="*/ 0 h 6858000"/>
              <a:gd name="connsiteX314" fmla="*/ 4673601 w 4673601"/>
              <a:gd name="connsiteY314" fmla="*/ 6858000 h 6858000"/>
              <a:gd name="connsiteX315" fmla="*/ 1430099 w 4673601"/>
              <a:gd name="connsiteY315" fmla="*/ 6858000 h 6858000"/>
              <a:gd name="connsiteX316" fmla="*/ 1274287 w 4673601"/>
              <a:gd name="connsiteY316" fmla="*/ 6739720 h 6858000"/>
              <a:gd name="connsiteX317" fmla="*/ 820721 w 4673601"/>
              <a:gd name="connsiteY317" fmla="*/ 6279255 h 6858000"/>
              <a:gd name="connsiteX318" fmla="*/ 809453 w 4673601"/>
              <a:gd name="connsiteY318" fmla="*/ 6265527 h 6858000"/>
              <a:gd name="connsiteX319" fmla="*/ 672777 w 4673601"/>
              <a:gd name="connsiteY319" fmla="*/ 6083173 h 6858000"/>
              <a:gd name="connsiteX320" fmla="*/ 534144 w 4673601"/>
              <a:gd name="connsiteY320" fmla="*/ 5868962 h 6858000"/>
              <a:gd name="connsiteX321" fmla="*/ 527777 w 4673601"/>
              <a:gd name="connsiteY321" fmla="*/ 5858180 h 6858000"/>
              <a:gd name="connsiteX322" fmla="*/ 1292701 w 4673601"/>
              <a:gd name="connsiteY322" fmla="*/ 1626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</a:cxnLst>
            <a:rect l="l" t="t" r="r" b="b"/>
            <a:pathLst>
              <a:path w="4673601" h="6858000">
                <a:moveTo>
                  <a:pt x="3476166" y="6448839"/>
                </a:moveTo>
                <a:lnTo>
                  <a:pt x="3494449" y="6448839"/>
                </a:lnTo>
                <a:cubicBezTo>
                  <a:pt x="3498276" y="6448839"/>
                  <a:pt x="3501155" y="6449701"/>
                  <a:pt x="3503107" y="6451426"/>
                </a:cubicBezTo>
                <a:cubicBezTo>
                  <a:pt x="3505059" y="6453151"/>
                  <a:pt x="3506025" y="6456058"/>
                  <a:pt x="3506025" y="6459890"/>
                </a:cubicBezTo>
                <a:cubicBezTo>
                  <a:pt x="3506025" y="6463722"/>
                  <a:pt x="3505091" y="6466407"/>
                  <a:pt x="3503222" y="6467935"/>
                </a:cubicBezTo>
                <a:cubicBezTo>
                  <a:pt x="3501334" y="6469463"/>
                  <a:pt x="3498608" y="6470227"/>
                  <a:pt x="3495006" y="6470227"/>
                </a:cubicBezTo>
                <a:lnTo>
                  <a:pt x="3476166" y="6470227"/>
                </a:lnTo>
                <a:close/>
                <a:moveTo>
                  <a:pt x="2576759" y="6420514"/>
                </a:moveTo>
                <a:lnTo>
                  <a:pt x="2587665" y="6451770"/>
                </a:lnTo>
                <a:lnTo>
                  <a:pt x="2565853" y="6451770"/>
                </a:lnTo>
                <a:close/>
                <a:moveTo>
                  <a:pt x="3409173" y="6416647"/>
                </a:moveTo>
                <a:cubicBezTo>
                  <a:pt x="3413653" y="6416647"/>
                  <a:pt x="3417710" y="6417718"/>
                  <a:pt x="3421351" y="6419874"/>
                </a:cubicBezTo>
                <a:cubicBezTo>
                  <a:pt x="3424986" y="6422030"/>
                  <a:pt x="3427853" y="6425086"/>
                  <a:pt x="3429945" y="6429041"/>
                </a:cubicBezTo>
                <a:cubicBezTo>
                  <a:pt x="3432031" y="6432995"/>
                  <a:pt x="3433087" y="6437529"/>
                  <a:pt x="3433087" y="6442851"/>
                </a:cubicBezTo>
                <a:cubicBezTo>
                  <a:pt x="3433087" y="6448174"/>
                  <a:pt x="3432012" y="6452818"/>
                  <a:pt x="3429887" y="6456773"/>
                </a:cubicBezTo>
                <a:cubicBezTo>
                  <a:pt x="3427750" y="6460728"/>
                  <a:pt x="3424870" y="6463783"/>
                  <a:pt x="3421236" y="6465939"/>
                </a:cubicBezTo>
                <a:cubicBezTo>
                  <a:pt x="3417607" y="6468096"/>
                  <a:pt x="3413653" y="6469167"/>
                  <a:pt x="3409173" y="6469167"/>
                </a:cubicBezTo>
                <a:cubicBezTo>
                  <a:pt x="3404687" y="6469167"/>
                  <a:pt x="3400611" y="6468096"/>
                  <a:pt x="3396938" y="6465939"/>
                </a:cubicBezTo>
                <a:cubicBezTo>
                  <a:pt x="3393265" y="6463783"/>
                  <a:pt x="3390366" y="6460728"/>
                  <a:pt x="3388241" y="6456773"/>
                </a:cubicBezTo>
                <a:cubicBezTo>
                  <a:pt x="3386104" y="6452818"/>
                  <a:pt x="3385042" y="6448100"/>
                  <a:pt x="3385042" y="6442851"/>
                </a:cubicBezTo>
                <a:cubicBezTo>
                  <a:pt x="3385042" y="6437603"/>
                  <a:pt x="3386104" y="6432995"/>
                  <a:pt x="3388241" y="6429041"/>
                </a:cubicBezTo>
                <a:cubicBezTo>
                  <a:pt x="3390379" y="6425086"/>
                  <a:pt x="3393252" y="6422030"/>
                  <a:pt x="3396893" y="6419874"/>
                </a:cubicBezTo>
                <a:cubicBezTo>
                  <a:pt x="3400521" y="6417718"/>
                  <a:pt x="3404687" y="6416647"/>
                  <a:pt x="3409173" y="6416647"/>
                </a:cubicBezTo>
                <a:close/>
                <a:moveTo>
                  <a:pt x="2268031" y="6416647"/>
                </a:moveTo>
                <a:cubicBezTo>
                  <a:pt x="2272513" y="6416647"/>
                  <a:pt x="2276568" y="6417718"/>
                  <a:pt x="2280208" y="6419874"/>
                </a:cubicBezTo>
                <a:cubicBezTo>
                  <a:pt x="2283846" y="6422030"/>
                  <a:pt x="2286711" y="6425086"/>
                  <a:pt x="2288802" y="6429041"/>
                </a:cubicBezTo>
                <a:cubicBezTo>
                  <a:pt x="2290893" y="6432995"/>
                  <a:pt x="2291944" y="6437529"/>
                  <a:pt x="2291944" y="6442851"/>
                </a:cubicBezTo>
                <a:cubicBezTo>
                  <a:pt x="2291944" y="6448174"/>
                  <a:pt x="2290870" y="6452818"/>
                  <a:pt x="2288745" y="6456773"/>
                </a:cubicBezTo>
                <a:cubicBezTo>
                  <a:pt x="2286608" y="6460728"/>
                  <a:pt x="2283731" y="6463783"/>
                  <a:pt x="2280092" y="6465939"/>
                </a:cubicBezTo>
                <a:cubicBezTo>
                  <a:pt x="2276465" y="6468096"/>
                  <a:pt x="2272513" y="6469167"/>
                  <a:pt x="2268031" y="6469167"/>
                </a:cubicBezTo>
                <a:cubicBezTo>
                  <a:pt x="2263549" y="6469167"/>
                  <a:pt x="2259471" y="6468096"/>
                  <a:pt x="2255797" y="6465939"/>
                </a:cubicBezTo>
                <a:cubicBezTo>
                  <a:pt x="2252123" y="6463783"/>
                  <a:pt x="2249224" y="6460728"/>
                  <a:pt x="2247098" y="6456773"/>
                </a:cubicBezTo>
                <a:cubicBezTo>
                  <a:pt x="2244961" y="6452818"/>
                  <a:pt x="2243898" y="6448100"/>
                  <a:pt x="2243898" y="6442851"/>
                </a:cubicBezTo>
                <a:cubicBezTo>
                  <a:pt x="2243898" y="6437603"/>
                  <a:pt x="2244961" y="6432995"/>
                  <a:pt x="2247098" y="6429041"/>
                </a:cubicBezTo>
                <a:cubicBezTo>
                  <a:pt x="2249235" y="6425086"/>
                  <a:pt x="2252112" y="6422030"/>
                  <a:pt x="2255751" y="6419874"/>
                </a:cubicBezTo>
                <a:cubicBezTo>
                  <a:pt x="2259378" y="6417718"/>
                  <a:pt x="2263549" y="6416647"/>
                  <a:pt x="2268031" y="6416647"/>
                </a:cubicBezTo>
                <a:close/>
                <a:moveTo>
                  <a:pt x="2889900" y="6416646"/>
                </a:moveTo>
                <a:lnTo>
                  <a:pt x="2903569" y="6416646"/>
                </a:lnTo>
                <a:cubicBezTo>
                  <a:pt x="2907901" y="6416646"/>
                  <a:pt x="2911274" y="6417570"/>
                  <a:pt x="2913699" y="6419405"/>
                </a:cubicBezTo>
                <a:cubicBezTo>
                  <a:pt x="2916125" y="6421253"/>
                  <a:pt x="2917340" y="6424407"/>
                  <a:pt x="2917340" y="6428867"/>
                </a:cubicBezTo>
                <a:cubicBezTo>
                  <a:pt x="2917340" y="6433105"/>
                  <a:pt x="2916099" y="6436198"/>
                  <a:pt x="2913642" y="6438157"/>
                </a:cubicBezTo>
                <a:cubicBezTo>
                  <a:pt x="2911178" y="6440116"/>
                  <a:pt x="2907818" y="6441089"/>
                  <a:pt x="2903556" y="6441089"/>
                </a:cubicBezTo>
                <a:lnTo>
                  <a:pt x="2889900" y="6441089"/>
                </a:lnTo>
                <a:close/>
                <a:moveTo>
                  <a:pt x="2812443" y="6416646"/>
                </a:moveTo>
                <a:lnTo>
                  <a:pt x="2823565" y="6416646"/>
                </a:lnTo>
                <a:cubicBezTo>
                  <a:pt x="2828339" y="6416646"/>
                  <a:pt x="2832499" y="6417742"/>
                  <a:pt x="2836018" y="6419935"/>
                </a:cubicBezTo>
                <a:cubicBezTo>
                  <a:pt x="2839544" y="6422128"/>
                  <a:pt x="2842225" y="6425184"/>
                  <a:pt x="2844062" y="6429101"/>
                </a:cubicBezTo>
                <a:cubicBezTo>
                  <a:pt x="2845886" y="6433019"/>
                  <a:pt x="2846807" y="6437442"/>
                  <a:pt x="2846807" y="6442383"/>
                </a:cubicBezTo>
                <a:cubicBezTo>
                  <a:pt x="2846807" y="6450686"/>
                  <a:pt x="2844708" y="6457179"/>
                  <a:pt x="2840523" y="6461885"/>
                </a:cubicBezTo>
                <a:cubicBezTo>
                  <a:pt x="2836345" y="6466579"/>
                  <a:pt x="2830310" y="6468933"/>
                  <a:pt x="2822458" y="6468933"/>
                </a:cubicBezTo>
                <a:lnTo>
                  <a:pt x="2812443" y="6468933"/>
                </a:lnTo>
                <a:close/>
                <a:moveTo>
                  <a:pt x="2641765" y="6416646"/>
                </a:moveTo>
                <a:lnTo>
                  <a:pt x="2655431" y="6416646"/>
                </a:lnTo>
                <a:cubicBezTo>
                  <a:pt x="2659764" y="6416646"/>
                  <a:pt x="2663137" y="6417570"/>
                  <a:pt x="2665563" y="6419405"/>
                </a:cubicBezTo>
                <a:cubicBezTo>
                  <a:pt x="2667989" y="6421253"/>
                  <a:pt x="2669203" y="6424407"/>
                  <a:pt x="2669203" y="6428867"/>
                </a:cubicBezTo>
                <a:cubicBezTo>
                  <a:pt x="2669203" y="6433105"/>
                  <a:pt x="2667966" y="6436198"/>
                  <a:pt x="2665505" y="6438157"/>
                </a:cubicBezTo>
                <a:cubicBezTo>
                  <a:pt x="2663045" y="6440116"/>
                  <a:pt x="2659683" y="6441089"/>
                  <a:pt x="2655420" y="6441089"/>
                </a:cubicBezTo>
                <a:lnTo>
                  <a:pt x="2641765" y="6441089"/>
                </a:lnTo>
                <a:close/>
                <a:moveTo>
                  <a:pt x="3476166" y="6415353"/>
                </a:moveTo>
                <a:lnTo>
                  <a:pt x="3493457" y="6415353"/>
                </a:lnTo>
                <a:cubicBezTo>
                  <a:pt x="3496829" y="6415353"/>
                  <a:pt x="3499338" y="6416067"/>
                  <a:pt x="3501002" y="6417472"/>
                </a:cubicBezTo>
                <a:cubicBezTo>
                  <a:pt x="3502665" y="6418876"/>
                  <a:pt x="3503485" y="6421464"/>
                  <a:pt x="3503485" y="6425221"/>
                </a:cubicBezTo>
                <a:cubicBezTo>
                  <a:pt x="3503485" y="6428659"/>
                  <a:pt x="3502640" y="6431172"/>
                  <a:pt x="3500957" y="6432736"/>
                </a:cubicBezTo>
                <a:cubicBezTo>
                  <a:pt x="3499267" y="6434313"/>
                  <a:pt x="3496945" y="6435090"/>
                  <a:pt x="3494014" y="6435090"/>
                </a:cubicBezTo>
                <a:lnTo>
                  <a:pt x="3476166" y="6435090"/>
                </a:lnTo>
                <a:close/>
                <a:moveTo>
                  <a:pt x="3459413" y="6401727"/>
                </a:moveTo>
                <a:lnTo>
                  <a:pt x="3459413" y="6483840"/>
                </a:lnTo>
                <a:lnTo>
                  <a:pt x="3499075" y="6483840"/>
                </a:lnTo>
                <a:cubicBezTo>
                  <a:pt x="3503472" y="6483840"/>
                  <a:pt x="3507497" y="6482880"/>
                  <a:pt x="3511132" y="6480958"/>
                </a:cubicBezTo>
                <a:cubicBezTo>
                  <a:pt x="3514773" y="6479036"/>
                  <a:pt x="3517640" y="6476251"/>
                  <a:pt x="3519726" y="6472617"/>
                </a:cubicBezTo>
                <a:cubicBezTo>
                  <a:pt x="3521818" y="6468982"/>
                  <a:pt x="3522868" y="6464621"/>
                  <a:pt x="3522868" y="6459755"/>
                </a:cubicBezTo>
                <a:cubicBezTo>
                  <a:pt x="3522868" y="6454888"/>
                  <a:pt x="3521914" y="6450958"/>
                  <a:pt x="3520007" y="6447940"/>
                </a:cubicBezTo>
                <a:cubicBezTo>
                  <a:pt x="3518100" y="6444933"/>
                  <a:pt x="3515234" y="6442679"/>
                  <a:pt x="3511413" y="6441188"/>
                </a:cubicBezTo>
                <a:cubicBezTo>
                  <a:pt x="3514197" y="6439550"/>
                  <a:pt x="3516405" y="6437221"/>
                  <a:pt x="3518017" y="6434203"/>
                </a:cubicBezTo>
                <a:cubicBezTo>
                  <a:pt x="3519636" y="6431196"/>
                  <a:pt x="3520443" y="6427845"/>
                  <a:pt x="3520443" y="6424162"/>
                </a:cubicBezTo>
                <a:cubicBezTo>
                  <a:pt x="3520443" y="6416880"/>
                  <a:pt x="3518388" y="6411324"/>
                  <a:pt x="3514274" y="6407480"/>
                </a:cubicBezTo>
                <a:cubicBezTo>
                  <a:pt x="3510165" y="6403649"/>
                  <a:pt x="3504470" y="6401727"/>
                  <a:pt x="3497201" y="6401727"/>
                </a:cubicBezTo>
                <a:close/>
                <a:moveTo>
                  <a:pt x="3643961" y="6401726"/>
                </a:moveTo>
                <a:lnTo>
                  <a:pt x="3643961" y="6416646"/>
                </a:lnTo>
                <a:lnTo>
                  <a:pt x="3666435" y="6416646"/>
                </a:lnTo>
                <a:lnTo>
                  <a:pt x="3666435" y="6483852"/>
                </a:lnTo>
                <a:lnTo>
                  <a:pt x="3683182" y="6483852"/>
                </a:lnTo>
                <a:lnTo>
                  <a:pt x="3683182" y="6416646"/>
                </a:lnTo>
                <a:lnTo>
                  <a:pt x="3705669" y="6416646"/>
                </a:lnTo>
                <a:lnTo>
                  <a:pt x="3705669" y="6401726"/>
                </a:lnTo>
                <a:close/>
                <a:moveTo>
                  <a:pt x="3619727" y="6401726"/>
                </a:moveTo>
                <a:lnTo>
                  <a:pt x="3619727" y="6483865"/>
                </a:lnTo>
                <a:lnTo>
                  <a:pt x="3636480" y="6483865"/>
                </a:lnTo>
                <a:lnTo>
                  <a:pt x="3636480" y="6401726"/>
                </a:lnTo>
                <a:close/>
                <a:moveTo>
                  <a:pt x="3560553" y="6401726"/>
                </a:moveTo>
                <a:lnTo>
                  <a:pt x="3560553" y="6483853"/>
                </a:lnTo>
                <a:lnTo>
                  <a:pt x="3612566" y="6483853"/>
                </a:lnTo>
                <a:lnTo>
                  <a:pt x="3612566" y="6468933"/>
                </a:lnTo>
                <a:lnTo>
                  <a:pt x="3577306" y="6468933"/>
                </a:lnTo>
                <a:lnTo>
                  <a:pt x="3577306" y="6401726"/>
                </a:lnTo>
                <a:close/>
                <a:moveTo>
                  <a:pt x="3532243" y="6401726"/>
                </a:moveTo>
                <a:lnTo>
                  <a:pt x="3532243" y="6483865"/>
                </a:lnTo>
                <a:lnTo>
                  <a:pt x="3548990" y="6483865"/>
                </a:lnTo>
                <a:lnTo>
                  <a:pt x="3548990" y="6401726"/>
                </a:lnTo>
                <a:close/>
                <a:moveTo>
                  <a:pt x="3278181" y="6401726"/>
                </a:moveTo>
                <a:lnTo>
                  <a:pt x="3278181" y="6483865"/>
                </a:lnTo>
                <a:lnTo>
                  <a:pt x="3294262" y="6483865"/>
                </a:lnTo>
                <a:lnTo>
                  <a:pt x="3294262" y="6437220"/>
                </a:lnTo>
                <a:lnTo>
                  <a:pt x="3314535" y="6483865"/>
                </a:lnTo>
                <a:lnTo>
                  <a:pt x="3322252" y="6483865"/>
                </a:lnTo>
                <a:lnTo>
                  <a:pt x="3342628" y="6437220"/>
                </a:lnTo>
                <a:lnTo>
                  <a:pt x="3342628" y="6483865"/>
                </a:lnTo>
                <a:lnTo>
                  <a:pt x="3358607" y="6483865"/>
                </a:lnTo>
                <a:lnTo>
                  <a:pt x="3358607" y="6401726"/>
                </a:lnTo>
                <a:lnTo>
                  <a:pt x="3342192" y="6401726"/>
                </a:lnTo>
                <a:lnTo>
                  <a:pt x="3318394" y="6456711"/>
                </a:lnTo>
                <a:lnTo>
                  <a:pt x="3294697" y="6401726"/>
                </a:lnTo>
                <a:close/>
                <a:moveTo>
                  <a:pt x="3085359" y="6401726"/>
                </a:moveTo>
                <a:lnTo>
                  <a:pt x="3085359" y="6483865"/>
                </a:lnTo>
                <a:lnTo>
                  <a:pt x="3102106" y="6483865"/>
                </a:lnTo>
                <a:lnTo>
                  <a:pt x="3102106" y="6430752"/>
                </a:lnTo>
                <a:lnTo>
                  <a:pt x="3134383" y="6483865"/>
                </a:lnTo>
                <a:lnTo>
                  <a:pt x="3150580" y="6483865"/>
                </a:lnTo>
                <a:lnTo>
                  <a:pt x="3150580" y="6401726"/>
                </a:lnTo>
                <a:lnTo>
                  <a:pt x="3133833" y="6401726"/>
                </a:lnTo>
                <a:lnTo>
                  <a:pt x="3133833" y="6454838"/>
                </a:lnTo>
                <a:lnTo>
                  <a:pt x="3101658" y="6401726"/>
                </a:lnTo>
                <a:close/>
                <a:moveTo>
                  <a:pt x="3057029" y="6401726"/>
                </a:moveTo>
                <a:lnTo>
                  <a:pt x="3057029" y="6483865"/>
                </a:lnTo>
                <a:lnTo>
                  <a:pt x="3073782" y="6483865"/>
                </a:lnTo>
                <a:lnTo>
                  <a:pt x="3073782" y="6401726"/>
                </a:lnTo>
                <a:close/>
                <a:moveTo>
                  <a:pt x="2969763" y="6401726"/>
                </a:moveTo>
                <a:lnTo>
                  <a:pt x="3000620" y="6483865"/>
                </a:lnTo>
                <a:lnTo>
                  <a:pt x="3017034" y="6483865"/>
                </a:lnTo>
                <a:lnTo>
                  <a:pt x="3047776" y="6401726"/>
                </a:lnTo>
                <a:lnTo>
                  <a:pt x="3030031" y="6401726"/>
                </a:lnTo>
                <a:lnTo>
                  <a:pt x="3008766" y="6460124"/>
                </a:lnTo>
                <a:lnTo>
                  <a:pt x="2987610" y="6401726"/>
                </a:lnTo>
                <a:close/>
                <a:moveTo>
                  <a:pt x="2943654" y="6401726"/>
                </a:moveTo>
                <a:lnTo>
                  <a:pt x="2943654" y="6483865"/>
                </a:lnTo>
                <a:lnTo>
                  <a:pt x="2960407" y="6483865"/>
                </a:lnTo>
                <a:lnTo>
                  <a:pt x="2960407" y="6401726"/>
                </a:lnTo>
                <a:close/>
                <a:moveTo>
                  <a:pt x="2873128" y="6401726"/>
                </a:moveTo>
                <a:lnTo>
                  <a:pt x="2873128" y="6483865"/>
                </a:lnTo>
                <a:lnTo>
                  <a:pt x="2889875" y="6483865"/>
                </a:lnTo>
                <a:lnTo>
                  <a:pt x="2889875" y="6456021"/>
                </a:lnTo>
                <a:lnTo>
                  <a:pt x="2902987" y="6456021"/>
                </a:lnTo>
                <a:lnTo>
                  <a:pt x="2916540" y="6483865"/>
                </a:lnTo>
                <a:lnTo>
                  <a:pt x="2933729" y="6483865"/>
                </a:lnTo>
                <a:lnTo>
                  <a:pt x="2919081" y="6453779"/>
                </a:lnTo>
                <a:cubicBezTo>
                  <a:pt x="2923932" y="6451820"/>
                  <a:pt x="2927675" y="6448715"/>
                  <a:pt x="2930324" y="6444440"/>
                </a:cubicBezTo>
                <a:cubicBezTo>
                  <a:pt x="2932967" y="6440165"/>
                  <a:pt x="2934286" y="6434978"/>
                  <a:pt x="2934286" y="6428867"/>
                </a:cubicBezTo>
                <a:cubicBezTo>
                  <a:pt x="2934286" y="6420095"/>
                  <a:pt x="2931847" y="6413369"/>
                  <a:pt x="2926958" y="6408712"/>
                </a:cubicBezTo>
                <a:cubicBezTo>
                  <a:pt x="2922076" y="6404055"/>
                  <a:pt x="2915267" y="6401726"/>
                  <a:pt x="2906526" y="6401726"/>
                </a:cubicBezTo>
                <a:close/>
                <a:moveTo>
                  <a:pt x="2795690" y="6401726"/>
                </a:moveTo>
                <a:lnTo>
                  <a:pt x="2795690" y="6483865"/>
                </a:lnTo>
                <a:lnTo>
                  <a:pt x="2821581" y="6483865"/>
                </a:lnTo>
                <a:cubicBezTo>
                  <a:pt x="2834866" y="6483865"/>
                  <a:pt x="2845252" y="6480353"/>
                  <a:pt x="2852701" y="6473343"/>
                </a:cubicBezTo>
                <a:cubicBezTo>
                  <a:pt x="2860150" y="6466333"/>
                  <a:pt x="2863887" y="6456009"/>
                  <a:pt x="2863887" y="6442383"/>
                </a:cubicBezTo>
                <a:cubicBezTo>
                  <a:pt x="2863887" y="6434079"/>
                  <a:pt x="2862185" y="6426871"/>
                  <a:pt x="2858812" y="6420761"/>
                </a:cubicBezTo>
                <a:cubicBezTo>
                  <a:pt x="2855440" y="6414650"/>
                  <a:pt x="2850621" y="6409956"/>
                  <a:pt x="2844382" y="6406666"/>
                </a:cubicBezTo>
                <a:cubicBezTo>
                  <a:pt x="2838143" y="6403365"/>
                  <a:pt x="2830835" y="6401726"/>
                  <a:pt x="2822458" y="6401726"/>
                </a:cubicBezTo>
                <a:close/>
                <a:moveTo>
                  <a:pt x="2695530" y="6401726"/>
                </a:moveTo>
                <a:lnTo>
                  <a:pt x="2695530" y="6483865"/>
                </a:lnTo>
                <a:lnTo>
                  <a:pt x="2748971" y="6483865"/>
                </a:lnTo>
                <a:lnTo>
                  <a:pt x="2748971" y="6468945"/>
                </a:lnTo>
                <a:lnTo>
                  <a:pt x="2712281" y="6468945"/>
                </a:lnTo>
                <a:lnTo>
                  <a:pt x="2712281" y="6450021"/>
                </a:lnTo>
                <a:lnTo>
                  <a:pt x="2739279" y="6450021"/>
                </a:lnTo>
                <a:lnTo>
                  <a:pt x="2739279" y="6435680"/>
                </a:lnTo>
                <a:lnTo>
                  <a:pt x="2712281" y="6435680"/>
                </a:lnTo>
                <a:lnTo>
                  <a:pt x="2712281" y="6416646"/>
                </a:lnTo>
                <a:lnTo>
                  <a:pt x="2748971" y="6416646"/>
                </a:lnTo>
                <a:lnTo>
                  <a:pt x="2748971" y="6401726"/>
                </a:lnTo>
                <a:close/>
                <a:moveTo>
                  <a:pt x="2625003" y="6401726"/>
                </a:moveTo>
                <a:lnTo>
                  <a:pt x="2625003" y="6483865"/>
                </a:lnTo>
                <a:lnTo>
                  <a:pt x="2641754" y="6483865"/>
                </a:lnTo>
                <a:lnTo>
                  <a:pt x="2641754" y="6456021"/>
                </a:lnTo>
                <a:lnTo>
                  <a:pt x="2654866" y="6456021"/>
                </a:lnTo>
                <a:lnTo>
                  <a:pt x="2668417" y="6483865"/>
                </a:lnTo>
                <a:lnTo>
                  <a:pt x="2685607" y="6483865"/>
                </a:lnTo>
                <a:lnTo>
                  <a:pt x="2670958" y="6453779"/>
                </a:lnTo>
                <a:cubicBezTo>
                  <a:pt x="2675810" y="6451820"/>
                  <a:pt x="2679553" y="6448715"/>
                  <a:pt x="2682199" y="6444440"/>
                </a:cubicBezTo>
                <a:cubicBezTo>
                  <a:pt x="2684844" y="6440165"/>
                  <a:pt x="2686161" y="6434978"/>
                  <a:pt x="2686161" y="6428867"/>
                </a:cubicBezTo>
                <a:cubicBezTo>
                  <a:pt x="2686161" y="6420095"/>
                  <a:pt x="2683724" y="6413369"/>
                  <a:pt x="2678837" y="6408712"/>
                </a:cubicBezTo>
                <a:cubicBezTo>
                  <a:pt x="2673950" y="6404055"/>
                  <a:pt x="2667146" y="6401726"/>
                  <a:pt x="2658401" y="6401726"/>
                </a:cubicBezTo>
                <a:close/>
                <a:moveTo>
                  <a:pt x="2568614" y="6401726"/>
                </a:moveTo>
                <a:lnTo>
                  <a:pt x="2537758" y="6483865"/>
                </a:lnTo>
                <a:lnTo>
                  <a:pt x="2554948" y="6483865"/>
                </a:lnTo>
                <a:lnTo>
                  <a:pt x="2561556" y="6466000"/>
                </a:lnTo>
                <a:lnTo>
                  <a:pt x="2592078" y="6466000"/>
                </a:lnTo>
                <a:lnTo>
                  <a:pt x="2598686" y="6483865"/>
                </a:lnTo>
                <a:lnTo>
                  <a:pt x="2615760" y="6483865"/>
                </a:lnTo>
                <a:lnTo>
                  <a:pt x="2585019" y="6401726"/>
                </a:lnTo>
                <a:close/>
                <a:moveTo>
                  <a:pt x="2439921" y="6401726"/>
                </a:moveTo>
                <a:lnTo>
                  <a:pt x="2461512" y="6483865"/>
                </a:lnTo>
                <a:lnTo>
                  <a:pt x="2477374" y="6483865"/>
                </a:lnTo>
                <a:lnTo>
                  <a:pt x="2491040" y="6431812"/>
                </a:lnTo>
                <a:lnTo>
                  <a:pt x="2504811" y="6483865"/>
                </a:lnTo>
                <a:lnTo>
                  <a:pt x="2520568" y="6483865"/>
                </a:lnTo>
                <a:lnTo>
                  <a:pt x="2542160" y="6401726"/>
                </a:lnTo>
                <a:lnTo>
                  <a:pt x="2524635" y="6401726"/>
                </a:lnTo>
                <a:lnTo>
                  <a:pt x="2510864" y="6454838"/>
                </a:lnTo>
                <a:lnTo>
                  <a:pt x="2497752" y="6401726"/>
                </a:lnTo>
                <a:lnTo>
                  <a:pt x="2484860" y="6401726"/>
                </a:lnTo>
                <a:lnTo>
                  <a:pt x="2471309" y="6454838"/>
                </a:lnTo>
                <a:lnTo>
                  <a:pt x="2457538" y="6401726"/>
                </a:lnTo>
                <a:close/>
                <a:moveTo>
                  <a:pt x="2374672" y="6401726"/>
                </a:moveTo>
                <a:lnTo>
                  <a:pt x="2374672" y="6416646"/>
                </a:lnTo>
                <a:lnTo>
                  <a:pt x="2397142" y="6416646"/>
                </a:lnTo>
                <a:lnTo>
                  <a:pt x="2397142" y="6483852"/>
                </a:lnTo>
                <a:lnTo>
                  <a:pt x="2413893" y="6483852"/>
                </a:lnTo>
                <a:lnTo>
                  <a:pt x="2413893" y="6416646"/>
                </a:lnTo>
                <a:lnTo>
                  <a:pt x="2436373" y="6416646"/>
                </a:lnTo>
                <a:lnTo>
                  <a:pt x="2436373" y="6401726"/>
                </a:lnTo>
                <a:close/>
                <a:moveTo>
                  <a:pt x="2318262" y="6401726"/>
                </a:moveTo>
                <a:lnTo>
                  <a:pt x="2318262" y="6483865"/>
                </a:lnTo>
                <a:lnTo>
                  <a:pt x="2335013" y="6483865"/>
                </a:lnTo>
                <a:lnTo>
                  <a:pt x="2335013" y="6449676"/>
                </a:lnTo>
                <a:lnTo>
                  <a:pt x="2362011" y="6449676"/>
                </a:lnTo>
                <a:lnTo>
                  <a:pt x="2362011" y="6435927"/>
                </a:lnTo>
                <a:lnTo>
                  <a:pt x="2335013" y="6435927"/>
                </a:lnTo>
                <a:lnTo>
                  <a:pt x="2335013" y="6416769"/>
                </a:lnTo>
                <a:lnTo>
                  <a:pt x="2371703" y="6416769"/>
                </a:lnTo>
                <a:lnTo>
                  <a:pt x="2371703" y="6401726"/>
                </a:lnTo>
                <a:close/>
                <a:moveTo>
                  <a:pt x="3709745" y="6401714"/>
                </a:moveTo>
                <a:lnTo>
                  <a:pt x="3737953" y="6452596"/>
                </a:lnTo>
                <a:lnTo>
                  <a:pt x="3737953" y="6483853"/>
                </a:lnTo>
                <a:lnTo>
                  <a:pt x="3754373" y="6483853"/>
                </a:lnTo>
                <a:lnTo>
                  <a:pt x="3754373" y="6452596"/>
                </a:lnTo>
                <a:lnTo>
                  <a:pt x="3783240" y="6401714"/>
                </a:lnTo>
                <a:lnTo>
                  <a:pt x="3765495" y="6401714"/>
                </a:lnTo>
                <a:lnTo>
                  <a:pt x="3746214" y="6435902"/>
                </a:lnTo>
                <a:lnTo>
                  <a:pt x="3727592" y="6401714"/>
                </a:lnTo>
                <a:close/>
                <a:moveTo>
                  <a:pt x="3409173" y="6399965"/>
                </a:moveTo>
                <a:cubicBezTo>
                  <a:pt x="3401456" y="6399965"/>
                  <a:pt x="3394468" y="6401776"/>
                  <a:pt x="3388184" y="6405374"/>
                </a:cubicBezTo>
                <a:cubicBezTo>
                  <a:pt x="3381900" y="6408971"/>
                  <a:pt x="3376953" y="6414022"/>
                  <a:pt x="3373357" y="6420527"/>
                </a:cubicBezTo>
                <a:cubicBezTo>
                  <a:pt x="3369767" y="6427032"/>
                  <a:pt x="3367962" y="6434474"/>
                  <a:pt x="3367962" y="6442851"/>
                </a:cubicBezTo>
                <a:cubicBezTo>
                  <a:pt x="3367962" y="6451229"/>
                  <a:pt x="3369754" y="6458646"/>
                  <a:pt x="3373357" y="6465114"/>
                </a:cubicBezTo>
                <a:cubicBezTo>
                  <a:pt x="3376966" y="6471582"/>
                  <a:pt x="3381900" y="6476621"/>
                  <a:pt x="3388184" y="6480219"/>
                </a:cubicBezTo>
                <a:cubicBezTo>
                  <a:pt x="3394468" y="6483828"/>
                  <a:pt x="3401468" y="6485627"/>
                  <a:pt x="3409173" y="6485627"/>
                </a:cubicBezTo>
                <a:cubicBezTo>
                  <a:pt x="3416878" y="6485627"/>
                  <a:pt x="3423847" y="6483816"/>
                  <a:pt x="3430048" y="6480219"/>
                </a:cubicBezTo>
                <a:cubicBezTo>
                  <a:pt x="3436248" y="6476609"/>
                  <a:pt x="3441150" y="6471582"/>
                  <a:pt x="3444753" y="6465114"/>
                </a:cubicBezTo>
                <a:cubicBezTo>
                  <a:pt x="3448349" y="6458658"/>
                  <a:pt x="3450147" y="6451229"/>
                  <a:pt x="3450147" y="6442851"/>
                </a:cubicBezTo>
                <a:cubicBezTo>
                  <a:pt x="3450147" y="6434474"/>
                  <a:pt x="3448349" y="6427032"/>
                  <a:pt x="3444753" y="6420527"/>
                </a:cubicBezTo>
                <a:cubicBezTo>
                  <a:pt x="3441163" y="6414035"/>
                  <a:pt x="3436248" y="6408971"/>
                  <a:pt x="3430048" y="6405374"/>
                </a:cubicBezTo>
                <a:cubicBezTo>
                  <a:pt x="3423847" y="6401764"/>
                  <a:pt x="3416891" y="6399965"/>
                  <a:pt x="3409173" y="6399965"/>
                </a:cubicBezTo>
                <a:close/>
                <a:moveTo>
                  <a:pt x="3201473" y="6399965"/>
                </a:moveTo>
                <a:cubicBezTo>
                  <a:pt x="3193243" y="6399965"/>
                  <a:pt x="3185980" y="6401702"/>
                  <a:pt x="3179658" y="6405189"/>
                </a:cubicBezTo>
                <a:cubicBezTo>
                  <a:pt x="3173342" y="6408675"/>
                  <a:pt x="3168466" y="6413640"/>
                  <a:pt x="3165010" y="6420108"/>
                </a:cubicBezTo>
                <a:cubicBezTo>
                  <a:pt x="3161554" y="6426577"/>
                  <a:pt x="3159833" y="6434153"/>
                  <a:pt x="3159833" y="6442851"/>
                </a:cubicBezTo>
                <a:cubicBezTo>
                  <a:pt x="3159833" y="6451549"/>
                  <a:pt x="3161554" y="6459114"/>
                  <a:pt x="3165010" y="6465533"/>
                </a:cubicBezTo>
                <a:cubicBezTo>
                  <a:pt x="3168453" y="6471952"/>
                  <a:pt x="3173342" y="6476904"/>
                  <a:pt x="3179658" y="6480391"/>
                </a:cubicBezTo>
                <a:lnTo>
                  <a:pt x="3179671" y="6480403"/>
                </a:lnTo>
                <a:cubicBezTo>
                  <a:pt x="3185980" y="6483878"/>
                  <a:pt x="3193256" y="6485627"/>
                  <a:pt x="3201479" y="6485627"/>
                </a:cubicBezTo>
                <a:cubicBezTo>
                  <a:pt x="3213382" y="6485627"/>
                  <a:pt x="3222968" y="6482966"/>
                  <a:pt x="3230237" y="6477631"/>
                </a:cubicBezTo>
                <a:lnTo>
                  <a:pt x="3230237" y="6438034"/>
                </a:lnTo>
                <a:lnTo>
                  <a:pt x="3201588" y="6438034"/>
                </a:lnTo>
                <a:lnTo>
                  <a:pt x="3201588" y="6451192"/>
                </a:lnTo>
                <a:lnTo>
                  <a:pt x="3214041" y="6451192"/>
                </a:lnTo>
                <a:lnTo>
                  <a:pt x="3214041" y="6467060"/>
                </a:lnTo>
                <a:cubicBezTo>
                  <a:pt x="3210669" y="6468785"/>
                  <a:pt x="3206695" y="6469648"/>
                  <a:pt x="3202138" y="6469648"/>
                </a:cubicBezTo>
                <a:cubicBezTo>
                  <a:pt x="3197141" y="6469648"/>
                  <a:pt x="3192725" y="6468551"/>
                  <a:pt x="3188911" y="6466359"/>
                </a:cubicBezTo>
                <a:cubicBezTo>
                  <a:pt x="3185091" y="6464165"/>
                  <a:pt x="3182134" y="6461061"/>
                  <a:pt x="3180042" y="6457020"/>
                </a:cubicBezTo>
                <a:cubicBezTo>
                  <a:pt x="3177949" y="6452991"/>
                  <a:pt x="3176900" y="6448186"/>
                  <a:pt x="3176900" y="6442864"/>
                </a:cubicBezTo>
                <a:cubicBezTo>
                  <a:pt x="3176900" y="6437541"/>
                  <a:pt x="3178039" y="6432872"/>
                  <a:pt x="3180317" y="6428880"/>
                </a:cubicBezTo>
                <a:cubicBezTo>
                  <a:pt x="3182595" y="6424889"/>
                  <a:pt x="3185699" y="6421809"/>
                  <a:pt x="3189628" y="6419653"/>
                </a:cubicBezTo>
                <a:cubicBezTo>
                  <a:pt x="3193557" y="6417497"/>
                  <a:pt x="3197979" y="6416425"/>
                  <a:pt x="3202900" y="6416425"/>
                </a:cubicBezTo>
                <a:cubicBezTo>
                  <a:pt x="3208192" y="6416425"/>
                  <a:pt x="3212921" y="6417065"/>
                  <a:pt x="3217068" y="6418359"/>
                </a:cubicBezTo>
                <a:cubicBezTo>
                  <a:pt x="3221215" y="6419653"/>
                  <a:pt x="3224900" y="6421710"/>
                  <a:pt x="3228132" y="6424531"/>
                </a:cubicBezTo>
                <a:lnTo>
                  <a:pt x="3228132" y="6407493"/>
                </a:lnTo>
                <a:cubicBezTo>
                  <a:pt x="3224542" y="6404905"/>
                  <a:pt x="3220587" y="6403008"/>
                  <a:pt x="3216294" y="6401788"/>
                </a:cubicBezTo>
                <a:cubicBezTo>
                  <a:pt x="3211993" y="6400569"/>
                  <a:pt x="3207053" y="6399965"/>
                  <a:pt x="3201473" y="6399965"/>
                </a:cubicBezTo>
                <a:close/>
                <a:moveTo>
                  <a:pt x="2268020" y="6399965"/>
                </a:moveTo>
                <a:cubicBezTo>
                  <a:pt x="2260302" y="6399965"/>
                  <a:pt x="2253314" y="6401776"/>
                  <a:pt x="2247029" y="6405374"/>
                </a:cubicBezTo>
                <a:cubicBezTo>
                  <a:pt x="2240744" y="6408971"/>
                  <a:pt x="2235799" y="6414022"/>
                  <a:pt x="2232207" y="6420527"/>
                </a:cubicBezTo>
                <a:cubicBezTo>
                  <a:pt x="2228614" y="6427032"/>
                  <a:pt x="2226812" y="6434474"/>
                  <a:pt x="2226812" y="6442851"/>
                </a:cubicBezTo>
                <a:cubicBezTo>
                  <a:pt x="2226812" y="6451229"/>
                  <a:pt x="2228602" y="6458646"/>
                  <a:pt x="2232207" y="6465114"/>
                </a:cubicBezTo>
                <a:cubicBezTo>
                  <a:pt x="2235811" y="6471582"/>
                  <a:pt x="2240744" y="6476621"/>
                  <a:pt x="2247029" y="6480219"/>
                </a:cubicBezTo>
                <a:cubicBezTo>
                  <a:pt x="2253314" y="6483828"/>
                  <a:pt x="2260314" y="6485627"/>
                  <a:pt x="2268020" y="6485627"/>
                </a:cubicBezTo>
                <a:cubicBezTo>
                  <a:pt x="2275725" y="6485627"/>
                  <a:pt x="2282691" y="6483816"/>
                  <a:pt x="2288895" y="6480219"/>
                </a:cubicBezTo>
                <a:cubicBezTo>
                  <a:pt x="2295099" y="6476609"/>
                  <a:pt x="2299997" y="6471582"/>
                  <a:pt x="2303601" y="6465114"/>
                </a:cubicBezTo>
                <a:cubicBezTo>
                  <a:pt x="2307194" y="6458658"/>
                  <a:pt x="2308996" y="6451229"/>
                  <a:pt x="2308996" y="6442851"/>
                </a:cubicBezTo>
                <a:cubicBezTo>
                  <a:pt x="2308996" y="6434474"/>
                  <a:pt x="2307194" y="6427032"/>
                  <a:pt x="2303601" y="6420527"/>
                </a:cubicBezTo>
                <a:cubicBezTo>
                  <a:pt x="2300008" y="6414035"/>
                  <a:pt x="2295099" y="6408971"/>
                  <a:pt x="2288895" y="6405374"/>
                </a:cubicBezTo>
                <a:cubicBezTo>
                  <a:pt x="2282691" y="6401764"/>
                  <a:pt x="2275737" y="6399965"/>
                  <a:pt x="2268020" y="6399965"/>
                </a:cubicBezTo>
                <a:close/>
                <a:moveTo>
                  <a:pt x="2192976" y="6399965"/>
                </a:moveTo>
                <a:cubicBezTo>
                  <a:pt x="2187396" y="6399965"/>
                  <a:pt x="2182474" y="6400938"/>
                  <a:pt x="2178211" y="6402897"/>
                </a:cubicBezTo>
                <a:cubicBezTo>
                  <a:pt x="2173960" y="6404856"/>
                  <a:pt x="2170645" y="6407616"/>
                  <a:pt x="2168299" y="6411176"/>
                </a:cubicBezTo>
                <a:cubicBezTo>
                  <a:pt x="2165954" y="6414749"/>
                  <a:pt x="2164776" y="6418839"/>
                  <a:pt x="2164776" y="6423460"/>
                </a:cubicBezTo>
                <a:cubicBezTo>
                  <a:pt x="2164776" y="6429176"/>
                  <a:pt x="2166393" y="6433969"/>
                  <a:pt x="2169628" y="6437849"/>
                </a:cubicBezTo>
                <a:cubicBezTo>
                  <a:pt x="2172851" y="6441730"/>
                  <a:pt x="2178073" y="6445242"/>
                  <a:pt x="2185270" y="6448371"/>
                </a:cubicBezTo>
                <a:cubicBezTo>
                  <a:pt x="2189614" y="6450244"/>
                  <a:pt x="2192825" y="6451759"/>
                  <a:pt x="2194916" y="6452892"/>
                </a:cubicBezTo>
                <a:cubicBezTo>
                  <a:pt x="2197007" y="6454026"/>
                  <a:pt x="2198613" y="6455307"/>
                  <a:pt x="2199711" y="6456712"/>
                </a:cubicBezTo>
                <a:cubicBezTo>
                  <a:pt x="2200808" y="6458128"/>
                  <a:pt x="2201363" y="6459853"/>
                  <a:pt x="2201363" y="6461886"/>
                </a:cubicBezTo>
                <a:cubicBezTo>
                  <a:pt x="2201363" y="6464707"/>
                  <a:pt x="2200265" y="6466900"/>
                  <a:pt x="2198059" y="6468465"/>
                </a:cubicBezTo>
                <a:cubicBezTo>
                  <a:pt x="2195864" y="6470042"/>
                  <a:pt x="2192629" y="6470818"/>
                  <a:pt x="2188366" y="6470818"/>
                </a:cubicBezTo>
                <a:cubicBezTo>
                  <a:pt x="2184542" y="6470818"/>
                  <a:pt x="2180534" y="6470313"/>
                  <a:pt x="2176351" y="6469291"/>
                </a:cubicBezTo>
                <a:cubicBezTo>
                  <a:pt x="2172170" y="6468268"/>
                  <a:pt x="2168126" y="6466740"/>
                  <a:pt x="2164233" y="6464707"/>
                </a:cubicBezTo>
                <a:lnTo>
                  <a:pt x="2164233" y="6480452"/>
                </a:lnTo>
                <a:cubicBezTo>
                  <a:pt x="2167167" y="6482017"/>
                  <a:pt x="2170945" y="6483274"/>
                  <a:pt x="2175577" y="6484210"/>
                </a:cubicBezTo>
                <a:lnTo>
                  <a:pt x="2175577" y="6484198"/>
                </a:lnTo>
                <a:cubicBezTo>
                  <a:pt x="2180198" y="6485134"/>
                  <a:pt x="2184866" y="6485603"/>
                  <a:pt x="2189567" y="6485603"/>
                </a:cubicBezTo>
                <a:cubicBezTo>
                  <a:pt x="2199549" y="6485603"/>
                  <a:pt x="2207058" y="6483533"/>
                  <a:pt x="2212095" y="6479380"/>
                </a:cubicBezTo>
                <a:cubicBezTo>
                  <a:pt x="2217120" y="6475229"/>
                  <a:pt x="2219639" y="6469426"/>
                  <a:pt x="2219639" y="6461985"/>
                </a:cubicBezTo>
                <a:cubicBezTo>
                  <a:pt x="2219639" y="6457685"/>
                  <a:pt x="2218945" y="6454050"/>
                  <a:pt x="2217548" y="6451118"/>
                </a:cubicBezTo>
                <a:cubicBezTo>
                  <a:pt x="2216150" y="6448186"/>
                  <a:pt x="2213978" y="6445636"/>
                  <a:pt x="2211044" y="6443480"/>
                </a:cubicBezTo>
                <a:cubicBezTo>
                  <a:pt x="2208098" y="6441336"/>
                  <a:pt x="2204020" y="6439081"/>
                  <a:pt x="2198809" y="6436728"/>
                </a:cubicBezTo>
                <a:cubicBezTo>
                  <a:pt x="2194327" y="6434782"/>
                  <a:pt x="2191104" y="6433291"/>
                  <a:pt x="2189117" y="6432268"/>
                </a:cubicBezTo>
                <a:cubicBezTo>
                  <a:pt x="2187130" y="6431258"/>
                  <a:pt x="2185582" y="6430075"/>
                  <a:pt x="2184484" y="6428745"/>
                </a:cubicBezTo>
                <a:cubicBezTo>
                  <a:pt x="2183387" y="6427414"/>
                  <a:pt x="2182832" y="6425726"/>
                  <a:pt x="2182832" y="6423694"/>
                </a:cubicBezTo>
                <a:cubicBezTo>
                  <a:pt x="2182832" y="6420872"/>
                  <a:pt x="2183999" y="6418704"/>
                  <a:pt x="2186356" y="6417176"/>
                </a:cubicBezTo>
                <a:cubicBezTo>
                  <a:pt x="2188701" y="6415649"/>
                  <a:pt x="2191936" y="6414885"/>
                  <a:pt x="2196049" y="6414885"/>
                </a:cubicBezTo>
                <a:cubicBezTo>
                  <a:pt x="2202518" y="6414885"/>
                  <a:pt x="2208976" y="6416609"/>
                  <a:pt x="2215445" y="6420059"/>
                </a:cubicBezTo>
                <a:lnTo>
                  <a:pt x="2215445" y="6404782"/>
                </a:lnTo>
                <a:cubicBezTo>
                  <a:pt x="2212072" y="6403131"/>
                  <a:pt x="2208618" y="6401924"/>
                  <a:pt x="2205094" y="6401135"/>
                </a:cubicBezTo>
                <a:cubicBezTo>
                  <a:pt x="2201571" y="6400359"/>
                  <a:pt x="2197527" y="6399965"/>
                  <a:pt x="2192976" y="6399965"/>
                </a:cubicBezTo>
                <a:close/>
                <a:moveTo>
                  <a:pt x="1410880" y="0"/>
                </a:moveTo>
                <a:lnTo>
                  <a:pt x="4673601" y="0"/>
                </a:lnTo>
                <a:lnTo>
                  <a:pt x="4673601" y="6858000"/>
                </a:lnTo>
                <a:lnTo>
                  <a:pt x="1430099" y="6858000"/>
                </a:lnTo>
                <a:lnTo>
                  <a:pt x="1274287" y="6739720"/>
                </a:lnTo>
                <a:cubicBezTo>
                  <a:pt x="1111156" y="6603246"/>
                  <a:pt x="959050" y="6449595"/>
                  <a:pt x="820721" y="6279255"/>
                </a:cubicBezTo>
                <a:cubicBezTo>
                  <a:pt x="816802" y="6274842"/>
                  <a:pt x="813372" y="6269940"/>
                  <a:pt x="809453" y="6265527"/>
                </a:cubicBezTo>
                <a:cubicBezTo>
                  <a:pt x="761937" y="6206211"/>
                  <a:pt x="716868" y="6145429"/>
                  <a:pt x="672777" y="6083173"/>
                </a:cubicBezTo>
                <a:cubicBezTo>
                  <a:pt x="623791" y="6013082"/>
                  <a:pt x="577743" y="5941512"/>
                  <a:pt x="534144" y="5868962"/>
                </a:cubicBezTo>
                <a:cubicBezTo>
                  <a:pt x="532184" y="5865534"/>
                  <a:pt x="529735" y="5862098"/>
                  <a:pt x="527777" y="5858180"/>
                </a:cubicBezTo>
                <a:cubicBezTo>
                  <a:pt x="-414225" y="4272895"/>
                  <a:pt x="-56575" y="2093787"/>
                  <a:pt x="1292701" y="162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35271" y="1733999"/>
            <a:ext cx="5583128" cy="3708543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4" y="324466"/>
            <a:ext cx="5417532" cy="94641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GB" dirty="0"/>
              <a:t>Title</a:t>
            </a:r>
            <a:endParaRPr lang="nl-NL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BE619FA-BFED-2F72-1410-8EFA8C662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DF3633C-5016-86EC-4C2E-BCA19102E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9F55CE4F-0522-6671-A905-10E7811B5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0CB344FD-3F1B-5542-8C44-694C2FE224A3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80729E6-8AAD-6185-9333-F8B76BA473DE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868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40D4F7-0255-2446-9731-BC8E3CEDCC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34209 h 6858000"/>
              <a:gd name="connsiteX1" fmla="*/ 11012848 w 12192000"/>
              <a:gd name="connsiteY1" fmla="*/ 6434209 h 6858000"/>
              <a:gd name="connsiteX2" fmla="*/ 11021506 w 12192000"/>
              <a:gd name="connsiteY2" fmla="*/ 6436796 h 6858000"/>
              <a:gd name="connsiteX3" fmla="*/ 11024424 w 12192000"/>
              <a:gd name="connsiteY3" fmla="*/ 6445260 h 6858000"/>
              <a:gd name="connsiteX4" fmla="*/ 11021621 w 12192000"/>
              <a:gd name="connsiteY4" fmla="*/ 6453305 h 6858000"/>
              <a:gd name="connsiteX5" fmla="*/ 11013405 w 12192000"/>
              <a:gd name="connsiteY5" fmla="*/ 6455597 h 6858000"/>
              <a:gd name="connsiteX6" fmla="*/ 10994565 w 12192000"/>
              <a:gd name="connsiteY6" fmla="*/ 6455597 h 6858000"/>
              <a:gd name="connsiteX7" fmla="*/ 10095158 w 12192000"/>
              <a:gd name="connsiteY7" fmla="*/ 6405884 h 6858000"/>
              <a:gd name="connsiteX8" fmla="*/ 10106064 w 12192000"/>
              <a:gd name="connsiteY8" fmla="*/ 6437140 h 6858000"/>
              <a:gd name="connsiteX9" fmla="*/ 10084252 w 12192000"/>
              <a:gd name="connsiteY9" fmla="*/ 6437140 h 6858000"/>
              <a:gd name="connsiteX10" fmla="*/ 10927572 w 12192000"/>
              <a:gd name="connsiteY10" fmla="*/ 6402017 h 6858000"/>
              <a:gd name="connsiteX11" fmla="*/ 10939750 w 12192000"/>
              <a:gd name="connsiteY11" fmla="*/ 6405244 h 6858000"/>
              <a:gd name="connsiteX12" fmla="*/ 10948344 w 12192000"/>
              <a:gd name="connsiteY12" fmla="*/ 6414411 h 6858000"/>
              <a:gd name="connsiteX13" fmla="*/ 10951486 w 12192000"/>
              <a:gd name="connsiteY13" fmla="*/ 6428221 h 6858000"/>
              <a:gd name="connsiteX14" fmla="*/ 10948286 w 12192000"/>
              <a:gd name="connsiteY14" fmla="*/ 6442143 h 6858000"/>
              <a:gd name="connsiteX15" fmla="*/ 10939635 w 12192000"/>
              <a:gd name="connsiteY15" fmla="*/ 6451309 h 6858000"/>
              <a:gd name="connsiteX16" fmla="*/ 10927572 w 12192000"/>
              <a:gd name="connsiteY16" fmla="*/ 6454537 h 6858000"/>
              <a:gd name="connsiteX17" fmla="*/ 10915337 w 12192000"/>
              <a:gd name="connsiteY17" fmla="*/ 6451309 h 6858000"/>
              <a:gd name="connsiteX18" fmla="*/ 10906640 w 12192000"/>
              <a:gd name="connsiteY18" fmla="*/ 6442143 h 6858000"/>
              <a:gd name="connsiteX19" fmla="*/ 10903441 w 12192000"/>
              <a:gd name="connsiteY19" fmla="*/ 6428221 h 6858000"/>
              <a:gd name="connsiteX20" fmla="*/ 10906640 w 12192000"/>
              <a:gd name="connsiteY20" fmla="*/ 6414411 h 6858000"/>
              <a:gd name="connsiteX21" fmla="*/ 10915292 w 12192000"/>
              <a:gd name="connsiteY21" fmla="*/ 6405244 h 6858000"/>
              <a:gd name="connsiteX22" fmla="*/ 10927572 w 12192000"/>
              <a:gd name="connsiteY22" fmla="*/ 6402017 h 6858000"/>
              <a:gd name="connsiteX23" fmla="*/ 9786430 w 12192000"/>
              <a:gd name="connsiteY23" fmla="*/ 6402017 h 6858000"/>
              <a:gd name="connsiteX24" fmla="*/ 9798607 w 12192000"/>
              <a:gd name="connsiteY24" fmla="*/ 6405244 h 6858000"/>
              <a:gd name="connsiteX25" fmla="*/ 9807201 w 12192000"/>
              <a:gd name="connsiteY25" fmla="*/ 6414411 h 6858000"/>
              <a:gd name="connsiteX26" fmla="*/ 9810343 w 12192000"/>
              <a:gd name="connsiteY26" fmla="*/ 6428221 h 6858000"/>
              <a:gd name="connsiteX27" fmla="*/ 9807144 w 12192000"/>
              <a:gd name="connsiteY27" fmla="*/ 6442143 h 6858000"/>
              <a:gd name="connsiteX28" fmla="*/ 9798491 w 12192000"/>
              <a:gd name="connsiteY28" fmla="*/ 6451309 h 6858000"/>
              <a:gd name="connsiteX29" fmla="*/ 9786430 w 12192000"/>
              <a:gd name="connsiteY29" fmla="*/ 6454537 h 6858000"/>
              <a:gd name="connsiteX30" fmla="*/ 9774196 w 12192000"/>
              <a:gd name="connsiteY30" fmla="*/ 6451309 h 6858000"/>
              <a:gd name="connsiteX31" fmla="*/ 9765497 w 12192000"/>
              <a:gd name="connsiteY31" fmla="*/ 6442143 h 6858000"/>
              <a:gd name="connsiteX32" fmla="*/ 9762297 w 12192000"/>
              <a:gd name="connsiteY32" fmla="*/ 6428221 h 6858000"/>
              <a:gd name="connsiteX33" fmla="*/ 9765497 w 12192000"/>
              <a:gd name="connsiteY33" fmla="*/ 6414411 h 6858000"/>
              <a:gd name="connsiteX34" fmla="*/ 9774150 w 12192000"/>
              <a:gd name="connsiteY34" fmla="*/ 6405244 h 6858000"/>
              <a:gd name="connsiteX35" fmla="*/ 9786430 w 12192000"/>
              <a:gd name="connsiteY35" fmla="*/ 6402017 h 6858000"/>
              <a:gd name="connsiteX36" fmla="*/ 10408299 w 12192000"/>
              <a:gd name="connsiteY36" fmla="*/ 6402016 h 6858000"/>
              <a:gd name="connsiteX37" fmla="*/ 10421968 w 12192000"/>
              <a:gd name="connsiteY37" fmla="*/ 6402016 h 6858000"/>
              <a:gd name="connsiteX38" fmla="*/ 10432098 w 12192000"/>
              <a:gd name="connsiteY38" fmla="*/ 6404775 h 6858000"/>
              <a:gd name="connsiteX39" fmla="*/ 10435739 w 12192000"/>
              <a:gd name="connsiteY39" fmla="*/ 6414237 h 6858000"/>
              <a:gd name="connsiteX40" fmla="*/ 10432041 w 12192000"/>
              <a:gd name="connsiteY40" fmla="*/ 6423527 h 6858000"/>
              <a:gd name="connsiteX41" fmla="*/ 10421955 w 12192000"/>
              <a:gd name="connsiteY41" fmla="*/ 6426459 h 6858000"/>
              <a:gd name="connsiteX42" fmla="*/ 10408299 w 12192000"/>
              <a:gd name="connsiteY42" fmla="*/ 6426459 h 6858000"/>
              <a:gd name="connsiteX43" fmla="*/ 10330842 w 12192000"/>
              <a:gd name="connsiteY43" fmla="*/ 6402016 h 6858000"/>
              <a:gd name="connsiteX44" fmla="*/ 10341964 w 12192000"/>
              <a:gd name="connsiteY44" fmla="*/ 6402016 h 6858000"/>
              <a:gd name="connsiteX45" fmla="*/ 10354417 w 12192000"/>
              <a:gd name="connsiteY45" fmla="*/ 6405305 h 6858000"/>
              <a:gd name="connsiteX46" fmla="*/ 10362461 w 12192000"/>
              <a:gd name="connsiteY46" fmla="*/ 6414471 h 6858000"/>
              <a:gd name="connsiteX47" fmla="*/ 10365206 w 12192000"/>
              <a:gd name="connsiteY47" fmla="*/ 6427753 h 6858000"/>
              <a:gd name="connsiteX48" fmla="*/ 10358922 w 12192000"/>
              <a:gd name="connsiteY48" fmla="*/ 6447255 h 6858000"/>
              <a:gd name="connsiteX49" fmla="*/ 10340857 w 12192000"/>
              <a:gd name="connsiteY49" fmla="*/ 6454303 h 6858000"/>
              <a:gd name="connsiteX50" fmla="*/ 10330842 w 12192000"/>
              <a:gd name="connsiteY50" fmla="*/ 6454303 h 6858000"/>
              <a:gd name="connsiteX51" fmla="*/ 10160164 w 12192000"/>
              <a:gd name="connsiteY51" fmla="*/ 6402016 h 6858000"/>
              <a:gd name="connsiteX52" fmla="*/ 10173830 w 12192000"/>
              <a:gd name="connsiteY52" fmla="*/ 6402016 h 6858000"/>
              <a:gd name="connsiteX53" fmla="*/ 10183962 w 12192000"/>
              <a:gd name="connsiteY53" fmla="*/ 6404775 h 6858000"/>
              <a:gd name="connsiteX54" fmla="*/ 10187602 w 12192000"/>
              <a:gd name="connsiteY54" fmla="*/ 6414237 h 6858000"/>
              <a:gd name="connsiteX55" fmla="*/ 10183904 w 12192000"/>
              <a:gd name="connsiteY55" fmla="*/ 6423527 h 6858000"/>
              <a:gd name="connsiteX56" fmla="*/ 10173819 w 12192000"/>
              <a:gd name="connsiteY56" fmla="*/ 6426459 h 6858000"/>
              <a:gd name="connsiteX57" fmla="*/ 10160164 w 12192000"/>
              <a:gd name="connsiteY57" fmla="*/ 6426459 h 6858000"/>
              <a:gd name="connsiteX58" fmla="*/ 10994565 w 12192000"/>
              <a:gd name="connsiteY58" fmla="*/ 6400723 h 6858000"/>
              <a:gd name="connsiteX59" fmla="*/ 11011856 w 12192000"/>
              <a:gd name="connsiteY59" fmla="*/ 6400723 h 6858000"/>
              <a:gd name="connsiteX60" fmla="*/ 11019401 w 12192000"/>
              <a:gd name="connsiteY60" fmla="*/ 6402842 h 6858000"/>
              <a:gd name="connsiteX61" fmla="*/ 11021884 w 12192000"/>
              <a:gd name="connsiteY61" fmla="*/ 6410591 h 6858000"/>
              <a:gd name="connsiteX62" fmla="*/ 11019356 w 12192000"/>
              <a:gd name="connsiteY62" fmla="*/ 6418106 h 6858000"/>
              <a:gd name="connsiteX63" fmla="*/ 11012413 w 12192000"/>
              <a:gd name="connsiteY63" fmla="*/ 6420460 h 6858000"/>
              <a:gd name="connsiteX64" fmla="*/ 10994565 w 12192000"/>
              <a:gd name="connsiteY64" fmla="*/ 6420460 h 6858000"/>
              <a:gd name="connsiteX65" fmla="*/ 630235 w 12192000"/>
              <a:gd name="connsiteY65" fmla="*/ 6400268 h 6858000"/>
              <a:gd name="connsiteX66" fmla="*/ 573925 w 12192000"/>
              <a:gd name="connsiteY66" fmla="*/ 6413754 h 6858000"/>
              <a:gd name="connsiteX67" fmla="*/ 540266 w 12192000"/>
              <a:gd name="connsiteY67" fmla="*/ 6477444 h 6858000"/>
              <a:gd name="connsiteX68" fmla="*/ 540266 w 12192000"/>
              <a:gd name="connsiteY68" fmla="*/ 6478270 h 6858000"/>
              <a:gd name="connsiteX69" fmla="*/ 540266 w 12192000"/>
              <a:gd name="connsiteY69" fmla="*/ 6479159 h 6858000"/>
              <a:gd name="connsiteX70" fmla="*/ 421918 w 12192000"/>
              <a:gd name="connsiteY70" fmla="*/ 6596507 h 6858000"/>
              <a:gd name="connsiteX71" fmla="*/ 402187 w 12192000"/>
              <a:gd name="connsiteY71" fmla="*/ 6616192 h 6858000"/>
              <a:gd name="connsiteX72" fmla="*/ 405403 w 12192000"/>
              <a:gd name="connsiteY72" fmla="*/ 6626987 h 6858000"/>
              <a:gd name="connsiteX73" fmla="*/ 405758 w 12192000"/>
              <a:gd name="connsiteY73" fmla="*/ 6627495 h 6858000"/>
              <a:gd name="connsiteX74" fmla="*/ 406067 w 12192000"/>
              <a:gd name="connsiteY74" fmla="*/ 6627940 h 6858000"/>
              <a:gd name="connsiteX75" fmla="*/ 612654 w 12192000"/>
              <a:gd name="connsiteY75" fmla="*/ 6627114 h 6858000"/>
              <a:gd name="connsiteX76" fmla="*/ 687196 w 12192000"/>
              <a:gd name="connsiteY76" fmla="*/ 6438328 h 6858000"/>
              <a:gd name="connsiteX77" fmla="*/ 687044 w 12192000"/>
              <a:gd name="connsiteY77" fmla="*/ 6438074 h 6858000"/>
              <a:gd name="connsiteX78" fmla="*/ 683805 w 12192000"/>
              <a:gd name="connsiteY78" fmla="*/ 6433122 h 6858000"/>
              <a:gd name="connsiteX79" fmla="*/ 680611 w 12192000"/>
              <a:gd name="connsiteY79" fmla="*/ 6428867 h 6858000"/>
              <a:gd name="connsiteX80" fmla="*/ 680351 w 12192000"/>
              <a:gd name="connsiteY80" fmla="*/ 6428549 h 6858000"/>
              <a:gd name="connsiteX81" fmla="*/ 630235 w 12192000"/>
              <a:gd name="connsiteY81" fmla="*/ 6400268 h 6858000"/>
              <a:gd name="connsiteX82" fmla="*/ 10977812 w 12192000"/>
              <a:gd name="connsiteY82" fmla="*/ 6387097 h 6858000"/>
              <a:gd name="connsiteX83" fmla="*/ 10977812 w 12192000"/>
              <a:gd name="connsiteY83" fmla="*/ 6469210 h 6858000"/>
              <a:gd name="connsiteX84" fmla="*/ 11017474 w 12192000"/>
              <a:gd name="connsiteY84" fmla="*/ 6469210 h 6858000"/>
              <a:gd name="connsiteX85" fmla="*/ 11029531 w 12192000"/>
              <a:gd name="connsiteY85" fmla="*/ 6466328 h 6858000"/>
              <a:gd name="connsiteX86" fmla="*/ 11038125 w 12192000"/>
              <a:gd name="connsiteY86" fmla="*/ 6457987 h 6858000"/>
              <a:gd name="connsiteX87" fmla="*/ 11041267 w 12192000"/>
              <a:gd name="connsiteY87" fmla="*/ 6445125 h 6858000"/>
              <a:gd name="connsiteX88" fmla="*/ 11038406 w 12192000"/>
              <a:gd name="connsiteY88" fmla="*/ 6433310 h 6858000"/>
              <a:gd name="connsiteX89" fmla="*/ 11029812 w 12192000"/>
              <a:gd name="connsiteY89" fmla="*/ 6426558 h 6858000"/>
              <a:gd name="connsiteX90" fmla="*/ 11036416 w 12192000"/>
              <a:gd name="connsiteY90" fmla="*/ 6419573 h 6858000"/>
              <a:gd name="connsiteX91" fmla="*/ 11038842 w 12192000"/>
              <a:gd name="connsiteY91" fmla="*/ 6409532 h 6858000"/>
              <a:gd name="connsiteX92" fmla="*/ 11032673 w 12192000"/>
              <a:gd name="connsiteY92" fmla="*/ 6392850 h 6858000"/>
              <a:gd name="connsiteX93" fmla="*/ 11015600 w 12192000"/>
              <a:gd name="connsiteY93" fmla="*/ 6387097 h 6858000"/>
              <a:gd name="connsiteX94" fmla="*/ 11162360 w 12192000"/>
              <a:gd name="connsiteY94" fmla="*/ 6387096 h 6858000"/>
              <a:gd name="connsiteX95" fmla="*/ 11162360 w 12192000"/>
              <a:gd name="connsiteY95" fmla="*/ 6402016 h 6858000"/>
              <a:gd name="connsiteX96" fmla="*/ 11184834 w 12192000"/>
              <a:gd name="connsiteY96" fmla="*/ 6402016 h 6858000"/>
              <a:gd name="connsiteX97" fmla="*/ 11184834 w 12192000"/>
              <a:gd name="connsiteY97" fmla="*/ 6469222 h 6858000"/>
              <a:gd name="connsiteX98" fmla="*/ 11201581 w 12192000"/>
              <a:gd name="connsiteY98" fmla="*/ 6469222 h 6858000"/>
              <a:gd name="connsiteX99" fmla="*/ 11201581 w 12192000"/>
              <a:gd name="connsiteY99" fmla="*/ 6402016 h 6858000"/>
              <a:gd name="connsiteX100" fmla="*/ 11224068 w 12192000"/>
              <a:gd name="connsiteY100" fmla="*/ 6402016 h 6858000"/>
              <a:gd name="connsiteX101" fmla="*/ 11224068 w 12192000"/>
              <a:gd name="connsiteY101" fmla="*/ 6387096 h 6858000"/>
              <a:gd name="connsiteX102" fmla="*/ 11138126 w 12192000"/>
              <a:gd name="connsiteY102" fmla="*/ 6387096 h 6858000"/>
              <a:gd name="connsiteX103" fmla="*/ 11138126 w 12192000"/>
              <a:gd name="connsiteY103" fmla="*/ 6469235 h 6858000"/>
              <a:gd name="connsiteX104" fmla="*/ 11154879 w 12192000"/>
              <a:gd name="connsiteY104" fmla="*/ 6469235 h 6858000"/>
              <a:gd name="connsiteX105" fmla="*/ 11154879 w 12192000"/>
              <a:gd name="connsiteY105" fmla="*/ 6387096 h 6858000"/>
              <a:gd name="connsiteX106" fmla="*/ 11078952 w 12192000"/>
              <a:gd name="connsiteY106" fmla="*/ 6387096 h 6858000"/>
              <a:gd name="connsiteX107" fmla="*/ 11078952 w 12192000"/>
              <a:gd name="connsiteY107" fmla="*/ 6469223 h 6858000"/>
              <a:gd name="connsiteX108" fmla="*/ 11130965 w 12192000"/>
              <a:gd name="connsiteY108" fmla="*/ 6469223 h 6858000"/>
              <a:gd name="connsiteX109" fmla="*/ 11130965 w 12192000"/>
              <a:gd name="connsiteY109" fmla="*/ 6454303 h 6858000"/>
              <a:gd name="connsiteX110" fmla="*/ 11095705 w 12192000"/>
              <a:gd name="connsiteY110" fmla="*/ 6454303 h 6858000"/>
              <a:gd name="connsiteX111" fmla="*/ 11095705 w 12192000"/>
              <a:gd name="connsiteY111" fmla="*/ 6387096 h 6858000"/>
              <a:gd name="connsiteX112" fmla="*/ 11050642 w 12192000"/>
              <a:gd name="connsiteY112" fmla="*/ 6387096 h 6858000"/>
              <a:gd name="connsiteX113" fmla="*/ 11050642 w 12192000"/>
              <a:gd name="connsiteY113" fmla="*/ 6469235 h 6858000"/>
              <a:gd name="connsiteX114" fmla="*/ 11067389 w 12192000"/>
              <a:gd name="connsiteY114" fmla="*/ 6469235 h 6858000"/>
              <a:gd name="connsiteX115" fmla="*/ 11067389 w 12192000"/>
              <a:gd name="connsiteY115" fmla="*/ 6387096 h 6858000"/>
              <a:gd name="connsiteX116" fmla="*/ 10796580 w 12192000"/>
              <a:gd name="connsiteY116" fmla="*/ 6387096 h 6858000"/>
              <a:gd name="connsiteX117" fmla="*/ 10796580 w 12192000"/>
              <a:gd name="connsiteY117" fmla="*/ 6469235 h 6858000"/>
              <a:gd name="connsiteX118" fmla="*/ 10812661 w 12192000"/>
              <a:gd name="connsiteY118" fmla="*/ 6469235 h 6858000"/>
              <a:gd name="connsiteX119" fmla="*/ 10812661 w 12192000"/>
              <a:gd name="connsiteY119" fmla="*/ 6422590 h 6858000"/>
              <a:gd name="connsiteX120" fmla="*/ 10832934 w 12192000"/>
              <a:gd name="connsiteY120" fmla="*/ 6469235 h 6858000"/>
              <a:gd name="connsiteX121" fmla="*/ 10840651 w 12192000"/>
              <a:gd name="connsiteY121" fmla="*/ 6469235 h 6858000"/>
              <a:gd name="connsiteX122" fmla="*/ 10861027 w 12192000"/>
              <a:gd name="connsiteY122" fmla="*/ 6422590 h 6858000"/>
              <a:gd name="connsiteX123" fmla="*/ 10861027 w 12192000"/>
              <a:gd name="connsiteY123" fmla="*/ 6469235 h 6858000"/>
              <a:gd name="connsiteX124" fmla="*/ 10877006 w 12192000"/>
              <a:gd name="connsiteY124" fmla="*/ 6469235 h 6858000"/>
              <a:gd name="connsiteX125" fmla="*/ 10877006 w 12192000"/>
              <a:gd name="connsiteY125" fmla="*/ 6387096 h 6858000"/>
              <a:gd name="connsiteX126" fmla="*/ 10860591 w 12192000"/>
              <a:gd name="connsiteY126" fmla="*/ 6387096 h 6858000"/>
              <a:gd name="connsiteX127" fmla="*/ 10836793 w 12192000"/>
              <a:gd name="connsiteY127" fmla="*/ 6442081 h 6858000"/>
              <a:gd name="connsiteX128" fmla="*/ 10813096 w 12192000"/>
              <a:gd name="connsiteY128" fmla="*/ 6387096 h 6858000"/>
              <a:gd name="connsiteX129" fmla="*/ 10603758 w 12192000"/>
              <a:gd name="connsiteY129" fmla="*/ 6387096 h 6858000"/>
              <a:gd name="connsiteX130" fmla="*/ 10603758 w 12192000"/>
              <a:gd name="connsiteY130" fmla="*/ 6469235 h 6858000"/>
              <a:gd name="connsiteX131" fmla="*/ 10620505 w 12192000"/>
              <a:gd name="connsiteY131" fmla="*/ 6469235 h 6858000"/>
              <a:gd name="connsiteX132" fmla="*/ 10620505 w 12192000"/>
              <a:gd name="connsiteY132" fmla="*/ 6416122 h 6858000"/>
              <a:gd name="connsiteX133" fmla="*/ 10652782 w 12192000"/>
              <a:gd name="connsiteY133" fmla="*/ 6469235 h 6858000"/>
              <a:gd name="connsiteX134" fmla="*/ 10668979 w 12192000"/>
              <a:gd name="connsiteY134" fmla="*/ 6469235 h 6858000"/>
              <a:gd name="connsiteX135" fmla="*/ 10668979 w 12192000"/>
              <a:gd name="connsiteY135" fmla="*/ 6387096 h 6858000"/>
              <a:gd name="connsiteX136" fmla="*/ 10652232 w 12192000"/>
              <a:gd name="connsiteY136" fmla="*/ 6387096 h 6858000"/>
              <a:gd name="connsiteX137" fmla="*/ 10652232 w 12192000"/>
              <a:gd name="connsiteY137" fmla="*/ 6440208 h 6858000"/>
              <a:gd name="connsiteX138" fmla="*/ 10620057 w 12192000"/>
              <a:gd name="connsiteY138" fmla="*/ 6387096 h 6858000"/>
              <a:gd name="connsiteX139" fmla="*/ 10575428 w 12192000"/>
              <a:gd name="connsiteY139" fmla="*/ 6387096 h 6858000"/>
              <a:gd name="connsiteX140" fmla="*/ 10575428 w 12192000"/>
              <a:gd name="connsiteY140" fmla="*/ 6469235 h 6858000"/>
              <a:gd name="connsiteX141" fmla="*/ 10592181 w 12192000"/>
              <a:gd name="connsiteY141" fmla="*/ 6469235 h 6858000"/>
              <a:gd name="connsiteX142" fmla="*/ 10592181 w 12192000"/>
              <a:gd name="connsiteY142" fmla="*/ 6387096 h 6858000"/>
              <a:gd name="connsiteX143" fmla="*/ 10488162 w 12192000"/>
              <a:gd name="connsiteY143" fmla="*/ 6387096 h 6858000"/>
              <a:gd name="connsiteX144" fmla="*/ 10519019 w 12192000"/>
              <a:gd name="connsiteY144" fmla="*/ 6469235 h 6858000"/>
              <a:gd name="connsiteX145" fmla="*/ 10535433 w 12192000"/>
              <a:gd name="connsiteY145" fmla="*/ 6469235 h 6858000"/>
              <a:gd name="connsiteX146" fmla="*/ 10566175 w 12192000"/>
              <a:gd name="connsiteY146" fmla="*/ 6387096 h 6858000"/>
              <a:gd name="connsiteX147" fmla="*/ 10548430 w 12192000"/>
              <a:gd name="connsiteY147" fmla="*/ 6387096 h 6858000"/>
              <a:gd name="connsiteX148" fmla="*/ 10527165 w 12192000"/>
              <a:gd name="connsiteY148" fmla="*/ 6445494 h 6858000"/>
              <a:gd name="connsiteX149" fmla="*/ 10506009 w 12192000"/>
              <a:gd name="connsiteY149" fmla="*/ 6387096 h 6858000"/>
              <a:gd name="connsiteX150" fmla="*/ 10462053 w 12192000"/>
              <a:gd name="connsiteY150" fmla="*/ 6387096 h 6858000"/>
              <a:gd name="connsiteX151" fmla="*/ 10462053 w 12192000"/>
              <a:gd name="connsiteY151" fmla="*/ 6469235 h 6858000"/>
              <a:gd name="connsiteX152" fmla="*/ 10478806 w 12192000"/>
              <a:gd name="connsiteY152" fmla="*/ 6469235 h 6858000"/>
              <a:gd name="connsiteX153" fmla="*/ 10478806 w 12192000"/>
              <a:gd name="connsiteY153" fmla="*/ 6387096 h 6858000"/>
              <a:gd name="connsiteX154" fmla="*/ 10391527 w 12192000"/>
              <a:gd name="connsiteY154" fmla="*/ 6387096 h 6858000"/>
              <a:gd name="connsiteX155" fmla="*/ 10391527 w 12192000"/>
              <a:gd name="connsiteY155" fmla="*/ 6469235 h 6858000"/>
              <a:gd name="connsiteX156" fmla="*/ 10408274 w 12192000"/>
              <a:gd name="connsiteY156" fmla="*/ 6469235 h 6858000"/>
              <a:gd name="connsiteX157" fmla="*/ 10408274 w 12192000"/>
              <a:gd name="connsiteY157" fmla="*/ 6441391 h 6858000"/>
              <a:gd name="connsiteX158" fmla="*/ 10421386 w 12192000"/>
              <a:gd name="connsiteY158" fmla="*/ 6441391 h 6858000"/>
              <a:gd name="connsiteX159" fmla="*/ 10434939 w 12192000"/>
              <a:gd name="connsiteY159" fmla="*/ 6469235 h 6858000"/>
              <a:gd name="connsiteX160" fmla="*/ 10452128 w 12192000"/>
              <a:gd name="connsiteY160" fmla="*/ 6469235 h 6858000"/>
              <a:gd name="connsiteX161" fmla="*/ 10437480 w 12192000"/>
              <a:gd name="connsiteY161" fmla="*/ 6439149 h 6858000"/>
              <a:gd name="connsiteX162" fmla="*/ 10448723 w 12192000"/>
              <a:gd name="connsiteY162" fmla="*/ 6429810 h 6858000"/>
              <a:gd name="connsiteX163" fmla="*/ 10452685 w 12192000"/>
              <a:gd name="connsiteY163" fmla="*/ 6414237 h 6858000"/>
              <a:gd name="connsiteX164" fmla="*/ 10445357 w 12192000"/>
              <a:gd name="connsiteY164" fmla="*/ 6394082 h 6858000"/>
              <a:gd name="connsiteX165" fmla="*/ 10424925 w 12192000"/>
              <a:gd name="connsiteY165" fmla="*/ 6387096 h 6858000"/>
              <a:gd name="connsiteX166" fmla="*/ 10314089 w 12192000"/>
              <a:gd name="connsiteY166" fmla="*/ 6387096 h 6858000"/>
              <a:gd name="connsiteX167" fmla="*/ 10314089 w 12192000"/>
              <a:gd name="connsiteY167" fmla="*/ 6469235 h 6858000"/>
              <a:gd name="connsiteX168" fmla="*/ 10339980 w 12192000"/>
              <a:gd name="connsiteY168" fmla="*/ 6469235 h 6858000"/>
              <a:gd name="connsiteX169" fmla="*/ 10371100 w 12192000"/>
              <a:gd name="connsiteY169" fmla="*/ 6458713 h 6858000"/>
              <a:gd name="connsiteX170" fmla="*/ 10382286 w 12192000"/>
              <a:gd name="connsiteY170" fmla="*/ 6427753 h 6858000"/>
              <a:gd name="connsiteX171" fmla="*/ 10377211 w 12192000"/>
              <a:gd name="connsiteY171" fmla="*/ 6406131 h 6858000"/>
              <a:gd name="connsiteX172" fmla="*/ 10362781 w 12192000"/>
              <a:gd name="connsiteY172" fmla="*/ 6392036 h 6858000"/>
              <a:gd name="connsiteX173" fmla="*/ 10340857 w 12192000"/>
              <a:gd name="connsiteY173" fmla="*/ 6387096 h 6858000"/>
              <a:gd name="connsiteX174" fmla="*/ 10213929 w 12192000"/>
              <a:gd name="connsiteY174" fmla="*/ 6387096 h 6858000"/>
              <a:gd name="connsiteX175" fmla="*/ 10213929 w 12192000"/>
              <a:gd name="connsiteY175" fmla="*/ 6469235 h 6858000"/>
              <a:gd name="connsiteX176" fmla="*/ 10267370 w 12192000"/>
              <a:gd name="connsiteY176" fmla="*/ 6469235 h 6858000"/>
              <a:gd name="connsiteX177" fmla="*/ 10267370 w 12192000"/>
              <a:gd name="connsiteY177" fmla="*/ 6454315 h 6858000"/>
              <a:gd name="connsiteX178" fmla="*/ 10230680 w 12192000"/>
              <a:gd name="connsiteY178" fmla="*/ 6454315 h 6858000"/>
              <a:gd name="connsiteX179" fmla="*/ 10230680 w 12192000"/>
              <a:gd name="connsiteY179" fmla="*/ 6435391 h 6858000"/>
              <a:gd name="connsiteX180" fmla="*/ 10257678 w 12192000"/>
              <a:gd name="connsiteY180" fmla="*/ 6435391 h 6858000"/>
              <a:gd name="connsiteX181" fmla="*/ 10257678 w 12192000"/>
              <a:gd name="connsiteY181" fmla="*/ 6421050 h 6858000"/>
              <a:gd name="connsiteX182" fmla="*/ 10230680 w 12192000"/>
              <a:gd name="connsiteY182" fmla="*/ 6421050 h 6858000"/>
              <a:gd name="connsiteX183" fmla="*/ 10230680 w 12192000"/>
              <a:gd name="connsiteY183" fmla="*/ 6402016 h 6858000"/>
              <a:gd name="connsiteX184" fmla="*/ 10267370 w 12192000"/>
              <a:gd name="connsiteY184" fmla="*/ 6402016 h 6858000"/>
              <a:gd name="connsiteX185" fmla="*/ 10267370 w 12192000"/>
              <a:gd name="connsiteY185" fmla="*/ 6387096 h 6858000"/>
              <a:gd name="connsiteX186" fmla="*/ 10143402 w 12192000"/>
              <a:gd name="connsiteY186" fmla="*/ 6387096 h 6858000"/>
              <a:gd name="connsiteX187" fmla="*/ 10143402 w 12192000"/>
              <a:gd name="connsiteY187" fmla="*/ 6469235 h 6858000"/>
              <a:gd name="connsiteX188" fmla="*/ 10160153 w 12192000"/>
              <a:gd name="connsiteY188" fmla="*/ 6469235 h 6858000"/>
              <a:gd name="connsiteX189" fmla="*/ 10160153 w 12192000"/>
              <a:gd name="connsiteY189" fmla="*/ 6441391 h 6858000"/>
              <a:gd name="connsiteX190" fmla="*/ 10173265 w 12192000"/>
              <a:gd name="connsiteY190" fmla="*/ 6441391 h 6858000"/>
              <a:gd name="connsiteX191" fmla="*/ 10186816 w 12192000"/>
              <a:gd name="connsiteY191" fmla="*/ 6469235 h 6858000"/>
              <a:gd name="connsiteX192" fmla="*/ 10204006 w 12192000"/>
              <a:gd name="connsiteY192" fmla="*/ 6469235 h 6858000"/>
              <a:gd name="connsiteX193" fmla="*/ 10189357 w 12192000"/>
              <a:gd name="connsiteY193" fmla="*/ 6439149 h 6858000"/>
              <a:gd name="connsiteX194" fmla="*/ 10200598 w 12192000"/>
              <a:gd name="connsiteY194" fmla="*/ 6429810 h 6858000"/>
              <a:gd name="connsiteX195" fmla="*/ 10204560 w 12192000"/>
              <a:gd name="connsiteY195" fmla="*/ 6414237 h 6858000"/>
              <a:gd name="connsiteX196" fmla="*/ 10197236 w 12192000"/>
              <a:gd name="connsiteY196" fmla="*/ 6394082 h 6858000"/>
              <a:gd name="connsiteX197" fmla="*/ 10176800 w 12192000"/>
              <a:gd name="connsiteY197" fmla="*/ 6387096 h 6858000"/>
              <a:gd name="connsiteX198" fmla="*/ 10087013 w 12192000"/>
              <a:gd name="connsiteY198" fmla="*/ 6387096 h 6858000"/>
              <a:gd name="connsiteX199" fmla="*/ 10056157 w 12192000"/>
              <a:gd name="connsiteY199" fmla="*/ 6469235 h 6858000"/>
              <a:gd name="connsiteX200" fmla="*/ 10073347 w 12192000"/>
              <a:gd name="connsiteY200" fmla="*/ 6469235 h 6858000"/>
              <a:gd name="connsiteX201" fmla="*/ 10079955 w 12192000"/>
              <a:gd name="connsiteY201" fmla="*/ 6451370 h 6858000"/>
              <a:gd name="connsiteX202" fmla="*/ 10110477 w 12192000"/>
              <a:gd name="connsiteY202" fmla="*/ 6451370 h 6858000"/>
              <a:gd name="connsiteX203" fmla="*/ 10117085 w 12192000"/>
              <a:gd name="connsiteY203" fmla="*/ 6469235 h 6858000"/>
              <a:gd name="connsiteX204" fmla="*/ 10134159 w 12192000"/>
              <a:gd name="connsiteY204" fmla="*/ 6469235 h 6858000"/>
              <a:gd name="connsiteX205" fmla="*/ 10103418 w 12192000"/>
              <a:gd name="connsiteY205" fmla="*/ 6387096 h 6858000"/>
              <a:gd name="connsiteX206" fmla="*/ 9958320 w 12192000"/>
              <a:gd name="connsiteY206" fmla="*/ 6387096 h 6858000"/>
              <a:gd name="connsiteX207" fmla="*/ 9979911 w 12192000"/>
              <a:gd name="connsiteY207" fmla="*/ 6469235 h 6858000"/>
              <a:gd name="connsiteX208" fmla="*/ 9995773 w 12192000"/>
              <a:gd name="connsiteY208" fmla="*/ 6469235 h 6858000"/>
              <a:gd name="connsiteX209" fmla="*/ 10009439 w 12192000"/>
              <a:gd name="connsiteY209" fmla="*/ 6417182 h 6858000"/>
              <a:gd name="connsiteX210" fmla="*/ 10023210 w 12192000"/>
              <a:gd name="connsiteY210" fmla="*/ 6469235 h 6858000"/>
              <a:gd name="connsiteX211" fmla="*/ 10038967 w 12192000"/>
              <a:gd name="connsiteY211" fmla="*/ 6469235 h 6858000"/>
              <a:gd name="connsiteX212" fmla="*/ 10060559 w 12192000"/>
              <a:gd name="connsiteY212" fmla="*/ 6387096 h 6858000"/>
              <a:gd name="connsiteX213" fmla="*/ 10043034 w 12192000"/>
              <a:gd name="connsiteY213" fmla="*/ 6387096 h 6858000"/>
              <a:gd name="connsiteX214" fmla="*/ 10029263 w 12192000"/>
              <a:gd name="connsiteY214" fmla="*/ 6440208 h 6858000"/>
              <a:gd name="connsiteX215" fmla="*/ 10016151 w 12192000"/>
              <a:gd name="connsiteY215" fmla="*/ 6387096 h 6858000"/>
              <a:gd name="connsiteX216" fmla="*/ 10003259 w 12192000"/>
              <a:gd name="connsiteY216" fmla="*/ 6387096 h 6858000"/>
              <a:gd name="connsiteX217" fmla="*/ 9989708 w 12192000"/>
              <a:gd name="connsiteY217" fmla="*/ 6440208 h 6858000"/>
              <a:gd name="connsiteX218" fmla="*/ 9975937 w 12192000"/>
              <a:gd name="connsiteY218" fmla="*/ 6387096 h 6858000"/>
              <a:gd name="connsiteX219" fmla="*/ 9893071 w 12192000"/>
              <a:gd name="connsiteY219" fmla="*/ 6387096 h 6858000"/>
              <a:gd name="connsiteX220" fmla="*/ 9893071 w 12192000"/>
              <a:gd name="connsiteY220" fmla="*/ 6402016 h 6858000"/>
              <a:gd name="connsiteX221" fmla="*/ 9915541 w 12192000"/>
              <a:gd name="connsiteY221" fmla="*/ 6402016 h 6858000"/>
              <a:gd name="connsiteX222" fmla="*/ 9915541 w 12192000"/>
              <a:gd name="connsiteY222" fmla="*/ 6469222 h 6858000"/>
              <a:gd name="connsiteX223" fmla="*/ 9932292 w 12192000"/>
              <a:gd name="connsiteY223" fmla="*/ 6469222 h 6858000"/>
              <a:gd name="connsiteX224" fmla="*/ 9932292 w 12192000"/>
              <a:gd name="connsiteY224" fmla="*/ 6402016 h 6858000"/>
              <a:gd name="connsiteX225" fmla="*/ 9954772 w 12192000"/>
              <a:gd name="connsiteY225" fmla="*/ 6402016 h 6858000"/>
              <a:gd name="connsiteX226" fmla="*/ 9954772 w 12192000"/>
              <a:gd name="connsiteY226" fmla="*/ 6387096 h 6858000"/>
              <a:gd name="connsiteX227" fmla="*/ 9836661 w 12192000"/>
              <a:gd name="connsiteY227" fmla="*/ 6387096 h 6858000"/>
              <a:gd name="connsiteX228" fmla="*/ 9836661 w 12192000"/>
              <a:gd name="connsiteY228" fmla="*/ 6469235 h 6858000"/>
              <a:gd name="connsiteX229" fmla="*/ 9853412 w 12192000"/>
              <a:gd name="connsiteY229" fmla="*/ 6469235 h 6858000"/>
              <a:gd name="connsiteX230" fmla="*/ 9853412 w 12192000"/>
              <a:gd name="connsiteY230" fmla="*/ 6435046 h 6858000"/>
              <a:gd name="connsiteX231" fmla="*/ 9880410 w 12192000"/>
              <a:gd name="connsiteY231" fmla="*/ 6435046 h 6858000"/>
              <a:gd name="connsiteX232" fmla="*/ 9880410 w 12192000"/>
              <a:gd name="connsiteY232" fmla="*/ 6421297 h 6858000"/>
              <a:gd name="connsiteX233" fmla="*/ 9853412 w 12192000"/>
              <a:gd name="connsiteY233" fmla="*/ 6421297 h 6858000"/>
              <a:gd name="connsiteX234" fmla="*/ 9853412 w 12192000"/>
              <a:gd name="connsiteY234" fmla="*/ 6402139 h 6858000"/>
              <a:gd name="connsiteX235" fmla="*/ 9890102 w 12192000"/>
              <a:gd name="connsiteY235" fmla="*/ 6402139 h 6858000"/>
              <a:gd name="connsiteX236" fmla="*/ 9890102 w 12192000"/>
              <a:gd name="connsiteY236" fmla="*/ 6387096 h 6858000"/>
              <a:gd name="connsiteX237" fmla="*/ 11228144 w 12192000"/>
              <a:gd name="connsiteY237" fmla="*/ 6387084 h 6858000"/>
              <a:gd name="connsiteX238" fmla="*/ 11256352 w 12192000"/>
              <a:gd name="connsiteY238" fmla="*/ 6437966 h 6858000"/>
              <a:gd name="connsiteX239" fmla="*/ 11256352 w 12192000"/>
              <a:gd name="connsiteY239" fmla="*/ 6469223 h 6858000"/>
              <a:gd name="connsiteX240" fmla="*/ 11272772 w 12192000"/>
              <a:gd name="connsiteY240" fmla="*/ 6469223 h 6858000"/>
              <a:gd name="connsiteX241" fmla="*/ 11272772 w 12192000"/>
              <a:gd name="connsiteY241" fmla="*/ 6437966 h 6858000"/>
              <a:gd name="connsiteX242" fmla="*/ 11301639 w 12192000"/>
              <a:gd name="connsiteY242" fmla="*/ 6387084 h 6858000"/>
              <a:gd name="connsiteX243" fmla="*/ 11283894 w 12192000"/>
              <a:gd name="connsiteY243" fmla="*/ 6387084 h 6858000"/>
              <a:gd name="connsiteX244" fmla="*/ 11264613 w 12192000"/>
              <a:gd name="connsiteY244" fmla="*/ 6421272 h 6858000"/>
              <a:gd name="connsiteX245" fmla="*/ 11245991 w 12192000"/>
              <a:gd name="connsiteY245" fmla="*/ 6387084 h 6858000"/>
              <a:gd name="connsiteX246" fmla="*/ 10927572 w 12192000"/>
              <a:gd name="connsiteY246" fmla="*/ 6385335 h 6858000"/>
              <a:gd name="connsiteX247" fmla="*/ 10906583 w 12192000"/>
              <a:gd name="connsiteY247" fmla="*/ 6390744 h 6858000"/>
              <a:gd name="connsiteX248" fmla="*/ 10891756 w 12192000"/>
              <a:gd name="connsiteY248" fmla="*/ 6405897 h 6858000"/>
              <a:gd name="connsiteX249" fmla="*/ 10886361 w 12192000"/>
              <a:gd name="connsiteY249" fmla="*/ 6428221 h 6858000"/>
              <a:gd name="connsiteX250" fmla="*/ 10891756 w 12192000"/>
              <a:gd name="connsiteY250" fmla="*/ 6450484 h 6858000"/>
              <a:gd name="connsiteX251" fmla="*/ 10906583 w 12192000"/>
              <a:gd name="connsiteY251" fmla="*/ 6465589 h 6858000"/>
              <a:gd name="connsiteX252" fmla="*/ 10927572 w 12192000"/>
              <a:gd name="connsiteY252" fmla="*/ 6470997 h 6858000"/>
              <a:gd name="connsiteX253" fmla="*/ 10948447 w 12192000"/>
              <a:gd name="connsiteY253" fmla="*/ 6465589 h 6858000"/>
              <a:gd name="connsiteX254" fmla="*/ 10963152 w 12192000"/>
              <a:gd name="connsiteY254" fmla="*/ 6450484 h 6858000"/>
              <a:gd name="connsiteX255" fmla="*/ 10968546 w 12192000"/>
              <a:gd name="connsiteY255" fmla="*/ 6428221 h 6858000"/>
              <a:gd name="connsiteX256" fmla="*/ 10963152 w 12192000"/>
              <a:gd name="connsiteY256" fmla="*/ 6405897 h 6858000"/>
              <a:gd name="connsiteX257" fmla="*/ 10948447 w 12192000"/>
              <a:gd name="connsiteY257" fmla="*/ 6390744 h 6858000"/>
              <a:gd name="connsiteX258" fmla="*/ 10927572 w 12192000"/>
              <a:gd name="connsiteY258" fmla="*/ 6385335 h 6858000"/>
              <a:gd name="connsiteX259" fmla="*/ 10719872 w 12192000"/>
              <a:gd name="connsiteY259" fmla="*/ 6385335 h 6858000"/>
              <a:gd name="connsiteX260" fmla="*/ 10698057 w 12192000"/>
              <a:gd name="connsiteY260" fmla="*/ 6390559 h 6858000"/>
              <a:gd name="connsiteX261" fmla="*/ 10683409 w 12192000"/>
              <a:gd name="connsiteY261" fmla="*/ 6405478 h 6858000"/>
              <a:gd name="connsiteX262" fmla="*/ 10678232 w 12192000"/>
              <a:gd name="connsiteY262" fmla="*/ 6428221 h 6858000"/>
              <a:gd name="connsiteX263" fmla="*/ 10683409 w 12192000"/>
              <a:gd name="connsiteY263" fmla="*/ 6450903 h 6858000"/>
              <a:gd name="connsiteX264" fmla="*/ 10698057 w 12192000"/>
              <a:gd name="connsiteY264" fmla="*/ 6465761 h 6858000"/>
              <a:gd name="connsiteX265" fmla="*/ 10698070 w 12192000"/>
              <a:gd name="connsiteY265" fmla="*/ 6465773 h 6858000"/>
              <a:gd name="connsiteX266" fmla="*/ 10719878 w 12192000"/>
              <a:gd name="connsiteY266" fmla="*/ 6470997 h 6858000"/>
              <a:gd name="connsiteX267" fmla="*/ 10748636 w 12192000"/>
              <a:gd name="connsiteY267" fmla="*/ 6463001 h 6858000"/>
              <a:gd name="connsiteX268" fmla="*/ 10748636 w 12192000"/>
              <a:gd name="connsiteY268" fmla="*/ 6423404 h 6858000"/>
              <a:gd name="connsiteX269" fmla="*/ 10719987 w 12192000"/>
              <a:gd name="connsiteY269" fmla="*/ 6423404 h 6858000"/>
              <a:gd name="connsiteX270" fmla="*/ 10719987 w 12192000"/>
              <a:gd name="connsiteY270" fmla="*/ 6436562 h 6858000"/>
              <a:gd name="connsiteX271" fmla="*/ 10732440 w 12192000"/>
              <a:gd name="connsiteY271" fmla="*/ 6436562 h 6858000"/>
              <a:gd name="connsiteX272" fmla="*/ 10732440 w 12192000"/>
              <a:gd name="connsiteY272" fmla="*/ 6452430 h 6858000"/>
              <a:gd name="connsiteX273" fmla="*/ 10720537 w 12192000"/>
              <a:gd name="connsiteY273" fmla="*/ 6455018 h 6858000"/>
              <a:gd name="connsiteX274" fmla="*/ 10707310 w 12192000"/>
              <a:gd name="connsiteY274" fmla="*/ 6451729 h 6858000"/>
              <a:gd name="connsiteX275" fmla="*/ 10698441 w 12192000"/>
              <a:gd name="connsiteY275" fmla="*/ 6442390 h 6858000"/>
              <a:gd name="connsiteX276" fmla="*/ 10695299 w 12192000"/>
              <a:gd name="connsiteY276" fmla="*/ 6428234 h 6858000"/>
              <a:gd name="connsiteX277" fmla="*/ 10698716 w 12192000"/>
              <a:gd name="connsiteY277" fmla="*/ 6414250 h 6858000"/>
              <a:gd name="connsiteX278" fmla="*/ 10708027 w 12192000"/>
              <a:gd name="connsiteY278" fmla="*/ 6405023 h 6858000"/>
              <a:gd name="connsiteX279" fmla="*/ 10721299 w 12192000"/>
              <a:gd name="connsiteY279" fmla="*/ 6401795 h 6858000"/>
              <a:gd name="connsiteX280" fmla="*/ 10735467 w 12192000"/>
              <a:gd name="connsiteY280" fmla="*/ 6403729 h 6858000"/>
              <a:gd name="connsiteX281" fmla="*/ 10746531 w 12192000"/>
              <a:gd name="connsiteY281" fmla="*/ 6409901 h 6858000"/>
              <a:gd name="connsiteX282" fmla="*/ 10746531 w 12192000"/>
              <a:gd name="connsiteY282" fmla="*/ 6392863 h 6858000"/>
              <a:gd name="connsiteX283" fmla="*/ 10734693 w 12192000"/>
              <a:gd name="connsiteY283" fmla="*/ 6387158 h 6858000"/>
              <a:gd name="connsiteX284" fmla="*/ 10719872 w 12192000"/>
              <a:gd name="connsiteY284" fmla="*/ 6385335 h 6858000"/>
              <a:gd name="connsiteX285" fmla="*/ 9786419 w 12192000"/>
              <a:gd name="connsiteY285" fmla="*/ 6385335 h 6858000"/>
              <a:gd name="connsiteX286" fmla="*/ 9765428 w 12192000"/>
              <a:gd name="connsiteY286" fmla="*/ 6390744 h 6858000"/>
              <a:gd name="connsiteX287" fmla="*/ 9750606 w 12192000"/>
              <a:gd name="connsiteY287" fmla="*/ 6405897 h 6858000"/>
              <a:gd name="connsiteX288" fmla="*/ 9745211 w 12192000"/>
              <a:gd name="connsiteY288" fmla="*/ 6428221 h 6858000"/>
              <a:gd name="connsiteX289" fmla="*/ 9750606 w 12192000"/>
              <a:gd name="connsiteY289" fmla="*/ 6450484 h 6858000"/>
              <a:gd name="connsiteX290" fmla="*/ 9765428 w 12192000"/>
              <a:gd name="connsiteY290" fmla="*/ 6465589 h 6858000"/>
              <a:gd name="connsiteX291" fmla="*/ 9786419 w 12192000"/>
              <a:gd name="connsiteY291" fmla="*/ 6470997 h 6858000"/>
              <a:gd name="connsiteX292" fmla="*/ 9807294 w 12192000"/>
              <a:gd name="connsiteY292" fmla="*/ 6465589 h 6858000"/>
              <a:gd name="connsiteX293" fmla="*/ 9822000 w 12192000"/>
              <a:gd name="connsiteY293" fmla="*/ 6450484 h 6858000"/>
              <a:gd name="connsiteX294" fmla="*/ 9827395 w 12192000"/>
              <a:gd name="connsiteY294" fmla="*/ 6428221 h 6858000"/>
              <a:gd name="connsiteX295" fmla="*/ 9822000 w 12192000"/>
              <a:gd name="connsiteY295" fmla="*/ 6405897 h 6858000"/>
              <a:gd name="connsiteX296" fmla="*/ 9807294 w 12192000"/>
              <a:gd name="connsiteY296" fmla="*/ 6390744 h 6858000"/>
              <a:gd name="connsiteX297" fmla="*/ 9786419 w 12192000"/>
              <a:gd name="connsiteY297" fmla="*/ 6385335 h 6858000"/>
              <a:gd name="connsiteX298" fmla="*/ 9711375 w 12192000"/>
              <a:gd name="connsiteY298" fmla="*/ 6385335 h 6858000"/>
              <a:gd name="connsiteX299" fmla="*/ 9696610 w 12192000"/>
              <a:gd name="connsiteY299" fmla="*/ 6388267 h 6858000"/>
              <a:gd name="connsiteX300" fmla="*/ 9686698 w 12192000"/>
              <a:gd name="connsiteY300" fmla="*/ 6396546 h 6858000"/>
              <a:gd name="connsiteX301" fmla="*/ 9683175 w 12192000"/>
              <a:gd name="connsiteY301" fmla="*/ 6408830 h 6858000"/>
              <a:gd name="connsiteX302" fmla="*/ 9688027 w 12192000"/>
              <a:gd name="connsiteY302" fmla="*/ 6423219 h 6858000"/>
              <a:gd name="connsiteX303" fmla="*/ 9703669 w 12192000"/>
              <a:gd name="connsiteY303" fmla="*/ 6433741 h 6858000"/>
              <a:gd name="connsiteX304" fmla="*/ 9713315 w 12192000"/>
              <a:gd name="connsiteY304" fmla="*/ 6438262 h 6858000"/>
              <a:gd name="connsiteX305" fmla="*/ 9718110 w 12192000"/>
              <a:gd name="connsiteY305" fmla="*/ 6442082 h 6858000"/>
              <a:gd name="connsiteX306" fmla="*/ 9719762 w 12192000"/>
              <a:gd name="connsiteY306" fmla="*/ 6447256 h 6858000"/>
              <a:gd name="connsiteX307" fmla="*/ 9716458 w 12192000"/>
              <a:gd name="connsiteY307" fmla="*/ 6453835 h 6858000"/>
              <a:gd name="connsiteX308" fmla="*/ 9706765 w 12192000"/>
              <a:gd name="connsiteY308" fmla="*/ 6456188 h 6858000"/>
              <a:gd name="connsiteX309" fmla="*/ 9694750 w 12192000"/>
              <a:gd name="connsiteY309" fmla="*/ 6454661 h 6858000"/>
              <a:gd name="connsiteX310" fmla="*/ 9682632 w 12192000"/>
              <a:gd name="connsiteY310" fmla="*/ 6450077 h 6858000"/>
              <a:gd name="connsiteX311" fmla="*/ 9682632 w 12192000"/>
              <a:gd name="connsiteY311" fmla="*/ 6465822 h 6858000"/>
              <a:gd name="connsiteX312" fmla="*/ 9693976 w 12192000"/>
              <a:gd name="connsiteY312" fmla="*/ 6469580 h 6858000"/>
              <a:gd name="connsiteX313" fmla="*/ 9693976 w 12192000"/>
              <a:gd name="connsiteY313" fmla="*/ 6469568 h 6858000"/>
              <a:gd name="connsiteX314" fmla="*/ 9707966 w 12192000"/>
              <a:gd name="connsiteY314" fmla="*/ 6470973 h 6858000"/>
              <a:gd name="connsiteX315" fmla="*/ 9730494 w 12192000"/>
              <a:gd name="connsiteY315" fmla="*/ 6464750 h 6858000"/>
              <a:gd name="connsiteX316" fmla="*/ 9738038 w 12192000"/>
              <a:gd name="connsiteY316" fmla="*/ 6447355 h 6858000"/>
              <a:gd name="connsiteX317" fmla="*/ 9735947 w 12192000"/>
              <a:gd name="connsiteY317" fmla="*/ 6436488 h 6858000"/>
              <a:gd name="connsiteX318" fmla="*/ 9729443 w 12192000"/>
              <a:gd name="connsiteY318" fmla="*/ 6428850 h 6858000"/>
              <a:gd name="connsiteX319" fmla="*/ 9717208 w 12192000"/>
              <a:gd name="connsiteY319" fmla="*/ 6422098 h 6858000"/>
              <a:gd name="connsiteX320" fmla="*/ 9707516 w 12192000"/>
              <a:gd name="connsiteY320" fmla="*/ 6417638 h 6858000"/>
              <a:gd name="connsiteX321" fmla="*/ 9702883 w 12192000"/>
              <a:gd name="connsiteY321" fmla="*/ 6414115 h 6858000"/>
              <a:gd name="connsiteX322" fmla="*/ 9701231 w 12192000"/>
              <a:gd name="connsiteY322" fmla="*/ 6409064 h 6858000"/>
              <a:gd name="connsiteX323" fmla="*/ 9704755 w 12192000"/>
              <a:gd name="connsiteY323" fmla="*/ 6402546 h 6858000"/>
              <a:gd name="connsiteX324" fmla="*/ 9714448 w 12192000"/>
              <a:gd name="connsiteY324" fmla="*/ 6400255 h 6858000"/>
              <a:gd name="connsiteX325" fmla="*/ 9733844 w 12192000"/>
              <a:gd name="connsiteY325" fmla="*/ 6405429 h 6858000"/>
              <a:gd name="connsiteX326" fmla="*/ 9733844 w 12192000"/>
              <a:gd name="connsiteY326" fmla="*/ 6390152 h 6858000"/>
              <a:gd name="connsiteX327" fmla="*/ 9723493 w 12192000"/>
              <a:gd name="connsiteY327" fmla="*/ 6386505 h 6858000"/>
              <a:gd name="connsiteX328" fmla="*/ 9711375 w 12192000"/>
              <a:gd name="connsiteY328" fmla="*/ 638533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34209"/>
                </a:moveTo>
                <a:lnTo>
                  <a:pt x="11012848" y="6434209"/>
                </a:lnTo>
                <a:cubicBezTo>
                  <a:pt x="11016675" y="6434209"/>
                  <a:pt x="11019554" y="6435071"/>
                  <a:pt x="11021506" y="6436796"/>
                </a:cubicBezTo>
                <a:cubicBezTo>
                  <a:pt x="11023458" y="6438521"/>
                  <a:pt x="11024424" y="6441428"/>
                  <a:pt x="11024424" y="6445260"/>
                </a:cubicBezTo>
                <a:cubicBezTo>
                  <a:pt x="11024424" y="6449092"/>
                  <a:pt x="11023490" y="6451777"/>
                  <a:pt x="11021621" y="6453305"/>
                </a:cubicBezTo>
                <a:cubicBezTo>
                  <a:pt x="11019733" y="6454833"/>
                  <a:pt x="11017007" y="6455597"/>
                  <a:pt x="11013405" y="6455597"/>
                </a:cubicBezTo>
                <a:lnTo>
                  <a:pt x="10994565" y="6455597"/>
                </a:lnTo>
                <a:close/>
                <a:moveTo>
                  <a:pt x="10095158" y="6405884"/>
                </a:moveTo>
                <a:lnTo>
                  <a:pt x="10106064" y="6437140"/>
                </a:lnTo>
                <a:lnTo>
                  <a:pt x="10084252" y="6437140"/>
                </a:lnTo>
                <a:close/>
                <a:moveTo>
                  <a:pt x="10927572" y="6402017"/>
                </a:moveTo>
                <a:cubicBezTo>
                  <a:pt x="10932052" y="6402017"/>
                  <a:pt x="10936109" y="6403088"/>
                  <a:pt x="10939750" y="6405244"/>
                </a:cubicBezTo>
                <a:cubicBezTo>
                  <a:pt x="10943385" y="6407400"/>
                  <a:pt x="10946252" y="6410456"/>
                  <a:pt x="10948344" y="6414411"/>
                </a:cubicBezTo>
                <a:cubicBezTo>
                  <a:pt x="10950430" y="6418365"/>
                  <a:pt x="10951486" y="6422899"/>
                  <a:pt x="10951486" y="6428221"/>
                </a:cubicBezTo>
                <a:cubicBezTo>
                  <a:pt x="10951486" y="6433544"/>
                  <a:pt x="10950411" y="6438188"/>
                  <a:pt x="10948286" y="6442143"/>
                </a:cubicBezTo>
                <a:cubicBezTo>
                  <a:pt x="10946149" y="6446098"/>
                  <a:pt x="10943269" y="6449153"/>
                  <a:pt x="10939635" y="6451309"/>
                </a:cubicBezTo>
                <a:cubicBezTo>
                  <a:pt x="10936006" y="6453466"/>
                  <a:pt x="10932052" y="6454537"/>
                  <a:pt x="10927572" y="6454537"/>
                </a:cubicBezTo>
                <a:cubicBezTo>
                  <a:pt x="10923086" y="6454537"/>
                  <a:pt x="10919010" y="6453466"/>
                  <a:pt x="10915337" y="6451309"/>
                </a:cubicBezTo>
                <a:cubicBezTo>
                  <a:pt x="10911664" y="6449153"/>
                  <a:pt x="10908765" y="6446098"/>
                  <a:pt x="10906640" y="6442143"/>
                </a:cubicBezTo>
                <a:cubicBezTo>
                  <a:pt x="10904503" y="6438188"/>
                  <a:pt x="10903441" y="6433470"/>
                  <a:pt x="10903441" y="6428221"/>
                </a:cubicBezTo>
                <a:cubicBezTo>
                  <a:pt x="10903441" y="6422973"/>
                  <a:pt x="10904503" y="6418365"/>
                  <a:pt x="10906640" y="6414411"/>
                </a:cubicBezTo>
                <a:cubicBezTo>
                  <a:pt x="10908778" y="6410456"/>
                  <a:pt x="10911651" y="6407400"/>
                  <a:pt x="10915292" y="6405244"/>
                </a:cubicBezTo>
                <a:cubicBezTo>
                  <a:pt x="10918920" y="6403088"/>
                  <a:pt x="10923086" y="6402017"/>
                  <a:pt x="10927572" y="6402017"/>
                </a:cubicBezTo>
                <a:close/>
                <a:moveTo>
                  <a:pt x="9786430" y="6402017"/>
                </a:moveTo>
                <a:cubicBezTo>
                  <a:pt x="9790912" y="6402017"/>
                  <a:pt x="9794967" y="6403088"/>
                  <a:pt x="9798607" y="6405244"/>
                </a:cubicBezTo>
                <a:cubicBezTo>
                  <a:pt x="9802245" y="6407400"/>
                  <a:pt x="9805110" y="6410456"/>
                  <a:pt x="9807201" y="6414411"/>
                </a:cubicBezTo>
                <a:cubicBezTo>
                  <a:pt x="9809292" y="6418365"/>
                  <a:pt x="9810343" y="6422899"/>
                  <a:pt x="9810343" y="6428221"/>
                </a:cubicBezTo>
                <a:cubicBezTo>
                  <a:pt x="9810343" y="6433544"/>
                  <a:pt x="9809269" y="6438188"/>
                  <a:pt x="9807144" y="6442143"/>
                </a:cubicBezTo>
                <a:cubicBezTo>
                  <a:pt x="9805007" y="6446098"/>
                  <a:pt x="9802130" y="6449153"/>
                  <a:pt x="9798491" y="6451309"/>
                </a:cubicBezTo>
                <a:cubicBezTo>
                  <a:pt x="9794864" y="6453466"/>
                  <a:pt x="9790912" y="6454537"/>
                  <a:pt x="9786430" y="6454537"/>
                </a:cubicBezTo>
                <a:cubicBezTo>
                  <a:pt x="9781948" y="6454537"/>
                  <a:pt x="9777870" y="6453466"/>
                  <a:pt x="9774196" y="6451309"/>
                </a:cubicBezTo>
                <a:cubicBezTo>
                  <a:pt x="9770522" y="6449153"/>
                  <a:pt x="9767623" y="6446098"/>
                  <a:pt x="9765497" y="6442143"/>
                </a:cubicBezTo>
                <a:cubicBezTo>
                  <a:pt x="9763360" y="6438188"/>
                  <a:pt x="9762297" y="6433470"/>
                  <a:pt x="9762297" y="6428221"/>
                </a:cubicBezTo>
                <a:cubicBezTo>
                  <a:pt x="9762297" y="6422973"/>
                  <a:pt x="9763360" y="6418365"/>
                  <a:pt x="9765497" y="6414411"/>
                </a:cubicBezTo>
                <a:cubicBezTo>
                  <a:pt x="9767634" y="6410456"/>
                  <a:pt x="9770511" y="6407400"/>
                  <a:pt x="9774150" y="6405244"/>
                </a:cubicBezTo>
                <a:cubicBezTo>
                  <a:pt x="9777777" y="6403088"/>
                  <a:pt x="9781948" y="6402017"/>
                  <a:pt x="9786430" y="6402017"/>
                </a:cubicBezTo>
                <a:close/>
                <a:moveTo>
                  <a:pt x="10408299" y="6402016"/>
                </a:moveTo>
                <a:lnTo>
                  <a:pt x="10421968" y="6402016"/>
                </a:lnTo>
                <a:cubicBezTo>
                  <a:pt x="10426300" y="6402016"/>
                  <a:pt x="10429673" y="6402940"/>
                  <a:pt x="10432098" y="6404775"/>
                </a:cubicBezTo>
                <a:cubicBezTo>
                  <a:pt x="10434524" y="6406623"/>
                  <a:pt x="10435739" y="6409777"/>
                  <a:pt x="10435739" y="6414237"/>
                </a:cubicBezTo>
                <a:cubicBezTo>
                  <a:pt x="10435739" y="6418475"/>
                  <a:pt x="10434498" y="6421568"/>
                  <a:pt x="10432041" y="6423527"/>
                </a:cubicBezTo>
                <a:cubicBezTo>
                  <a:pt x="10429577" y="6425486"/>
                  <a:pt x="10426217" y="6426459"/>
                  <a:pt x="10421955" y="6426459"/>
                </a:cubicBezTo>
                <a:lnTo>
                  <a:pt x="10408299" y="6426459"/>
                </a:lnTo>
                <a:close/>
                <a:moveTo>
                  <a:pt x="10330842" y="6402016"/>
                </a:moveTo>
                <a:lnTo>
                  <a:pt x="10341964" y="6402016"/>
                </a:lnTo>
                <a:cubicBezTo>
                  <a:pt x="10346738" y="6402016"/>
                  <a:pt x="10350898" y="6403112"/>
                  <a:pt x="10354417" y="6405305"/>
                </a:cubicBezTo>
                <a:cubicBezTo>
                  <a:pt x="10357943" y="6407498"/>
                  <a:pt x="10360624" y="6410554"/>
                  <a:pt x="10362461" y="6414471"/>
                </a:cubicBezTo>
                <a:cubicBezTo>
                  <a:pt x="10364285" y="6418389"/>
                  <a:pt x="10365206" y="6422812"/>
                  <a:pt x="10365206" y="6427753"/>
                </a:cubicBezTo>
                <a:cubicBezTo>
                  <a:pt x="10365206" y="6436056"/>
                  <a:pt x="10363107" y="6442549"/>
                  <a:pt x="10358922" y="6447255"/>
                </a:cubicBezTo>
                <a:cubicBezTo>
                  <a:pt x="10354744" y="6451949"/>
                  <a:pt x="10348709" y="6454303"/>
                  <a:pt x="10340857" y="6454303"/>
                </a:cubicBezTo>
                <a:lnTo>
                  <a:pt x="10330842" y="6454303"/>
                </a:lnTo>
                <a:close/>
                <a:moveTo>
                  <a:pt x="10160164" y="6402016"/>
                </a:moveTo>
                <a:lnTo>
                  <a:pt x="10173830" y="6402016"/>
                </a:lnTo>
                <a:cubicBezTo>
                  <a:pt x="10178163" y="6402016"/>
                  <a:pt x="10181536" y="6402940"/>
                  <a:pt x="10183962" y="6404775"/>
                </a:cubicBezTo>
                <a:cubicBezTo>
                  <a:pt x="10186388" y="6406623"/>
                  <a:pt x="10187602" y="6409777"/>
                  <a:pt x="10187602" y="6414237"/>
                </a:cubicBezTo>
                <a:cubicBezTo>
                  <a:pt x="10187602" y="6418475"/>
                  <a:pt x="10186365" y="6421568"/>
                  <a:pt x="10183904" y="6423527"/>
                </a:cubicBezTo>
                <a:cubicBezTo>
                  <a:pt x="10181444" y="6425486"/>
                  <a:pt x="10178082" y="6426459"/>
                  <a:pt x="10173819" y="6426459"/>
                </a:cubicBezTo>
                <a:lnTo>
                  <a:pt x="10160164" y="6426459"/>
                </a:lnTo>
                <a:close/>
                <a:moveTo>
                  <a:pt x="10994565" y="6400723"/>
                </a:moveTo>
                <a:lnTo>
                  <a:pt x="11011856" y="6400723"/>
                </a:lnTo>
                <a:cubicBezTo>
                  <a:pt x="11015228" y="6400723"/>
                  <a:pt x="11017737" y="6401437"/>
                  <a:pt x="11019401" y="6402842"/>
                </a:cubicBezTo>
                <a:cubicBezTo>
                  <a:pt x="11021064" y="6404246"/>
                  <a:pt x="11021884" y="6406834"/>
                  <a:pt x="11021884" y="6410591"/>
                </a:cubicBezTo>
                <a:cubicBezTo>
                  <a:pt x="11021884" y="6414029"/>
                  <a:pt x="11021039" y="6416542"/>
                  <a:pt x="11019356" y="6418106"/>
                </a:cubicBezTo>
                <a:cubicBezTo>
                  <a:pt x="11017666" y="6419683"/>
                  <a:pt x="11015344" y="6420460"/>
                  <a:pt x="11012413" y="6420460"/>
                </a:cubicBezTo>
                <a:lnTo>
                  <a:pt x="10994565" y="6420460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77812" y="6387097"/>
                </a:moveTo>
                <a:lnTo>
                  <a:pt x="10977812" y="6469210"/>
                </a:lnTo>
                <a:lnTo>
                  <a:pt x="11017474" y="6469210"/>
                </a:lnTo>
                <a:cubicBezTo>
                  <a:pt x="11021871" y="6469210"/>
                  <a:pt x="11025896" y="6468250"/>
                  <a:pt x="11029531" y="6466328"/>
                </a:cubicBezTo>
                <a:cubicBezTo>
                  <a:pt x="11033172" y="6464406"/>
                  <a:pt x="11036039" y="6461621"/>
                  <a:pt x="11038125" y="6457987"/>
                </a:cubicBezTo>
                <a:cubicBezTo>
                  <a:pt x="11040217" y="6454352"/>
                  <a:pt x="11041267" y="6449991"/>
                  <a:pt x="11041267" y="6445125"/>
                </a:cubicBezTo>
                <a:cubicBezTo>
                  <a:pt x="11041267" y="6440258"/>
                  <a:pt x="11040313" y="6436328"/>
                  <a:pt x="11038406" y="6433310"/>
                </a:cubicBezTo>
                <a:cubicBezTo>
                  <a:pt x="11036499" y="6430303"/>
                  <a:pt x="11033633" y="6428049"/>
                  <a:pt x="11029812" y="6426558"/>
                </a:cubicBezTo>
                <a:cubicBezTo>
                  <a:pt x="11032596" y="6424920"/>
                  <a:pt x="11034804" y="6422591"/>
                  <a:pt x="11036416" y="6419573"/>
                </a:cubicBezTo>
                <a:cubicBezTo>
                  <a:pt x="11038035" y="6416566"/>
                  <a:pt x="11038842" y="6413215"/>
                  <a:pt x="11038842" y="6409532"/>
                </a:cubicBezTo>
                <a:cubicBezTo>
                  <a:pt x="11038842" y="6402250"/>
                  <a:pt x="11036787" y="6396694"/>
                  <a:pt x="11032673" y="6392850"/>
                </a:cubicBezTo>
                <a:cubicBezTo>
                  <a:pt x="11028564" y="6389019"/>
                  <a:pt x="11022869" y="6387097"/>
                  <a:pt x="11015600" y="6387097"/>
                </a:cubicBezTo>
                <a:close/>
                <a:moveTo>
                  <a:pt x="11162360" y="6387096"/>
                </a:moveTo>
                <a:lnTo>
                  <a:pt x="11162360" y="6402016"/>
                </a:lnTo>
                <a:lnTo>
                  <a:pt x="11184834" y="6402016"/>
                </a:lnTo>
                <a:lnTo>
                  <a:pt x="11184834" y="6469222"/>
                </a:lnTo>
                <a:lnTo>
                  <a:pt x="11201581" y="6469222"/>
                </a:lnTo>
                <a:lnTo>
                  <a:pt x="11201581" y="6402016"/>
                </a:lnTo>
                <a:lnTo>
                  <a:pt x="11224068" y="6402016"/>
                </a:lnTo>
                <a:lnTo>
                  <a:pt x="11224068" y="6387096"/>
                </a:lnTo>
                <a:close/>
                <a:moveTo>
                  <a:pt x="11138126" y="6387096"/>
                </a:moveTo>
                <a:lnTo>
                  <a:pt x="11138126" y="6469235"/>
                </a:lnTo>
                <a:lnTo>
                  <a:pt x="11154879" y="6469235"/>
                </a:lnTo>
                <a:lnTo>
                  <a:pt x="11154879" y="6387096"/>
                </a:lnTo>
                <a:close/>
                <a:moveTo>
                  <a:pt x="11078952" y="6387096"/>
                </a:moveTo>
                <a:lnTo>
                  <a:pt x="11078952" y="6469223"/>
                </a:lnTo>
                <a:lnTo>
                  <a:pt x="11130965" y="6469223"/>
                </a:lnTo>
                <a:lnTo>
                  <a:pt x="11130965" y="6454303"/>
                </a:lnTo>
                <a:lnTo>
                  <a:pt x="11095705" y="6454303"/>
                </a:lnTo>
                <a:lnTo>
                  <a:pt x="11095705" y="6387096"/>
                </a:lnTo>
                <a:close/>
                <a:moveTo>
                  <a:pt x="11050642" y="6387096"/>
                </a:moveTo>
                <a:lnTo>
                  <a:pt x="11050642" y="6469235"/>
                </a:lnTo>
                <a:lnTo>
                  <a:pt x="11067389" y="6469235"/>
                </a:lnTo>
                <a:lnTo>
                  <a:pt x="11067389" y="6387096"/>
                </a:lnTo>
                <a:close/>
                <a:moveTo>
                  <a:pt x="10796580" y="6387096"/>
                </a:moveTo>
                <a:lnTo>
                  <a:pt x="10796580" y="6469235"/>
                </a:lnTo>
                <a:lnTo>
                  <a:pt x="10812661" y="6469235"/>
                </a:lnTo>
                <a:lnTo>
                  <a:pt x="10812661" y="6422590"/>
                </a:lnTo>
                <a:lnTo>
                  <a:pt x="10832934" y="6469235"/>
                </a:lnTo>
                <a:lnTo>
                  <a:pt x="10840651" y="6469235"/>
                </a:lnTo>
                <a:lnTo>
                  <a:pt x="10861027" y="6422590"/>
                </a:lnTo>
                <a:lnTo>
                  <a:pt x="10861027" y="6469235"/>
                </a:lnTo>
                <a:lnTo>
                  <a:pt x="10877006" y="6469235"/>
                </a:lnTo>
                <a:lnTo>
                  <a:pt x="10877006" y="6387096"/>
                </a:lnTo>
                <a:lnTo>
                  <a:pt x="10860591" y="6387096"/>
                </a:lnTo>
                <a:lnTo>
                  <a:pt x="10836793" y="6442081"/>
                </a:lnTo>
                <a:lnTo>
                  <a:pt x="10813096" y="6387096"/>
                </a:lnTo>
                <a:close/>
                <a:moveTo>
                  <a:pt x="10603758" y="6387096"/>
                </a:moveTo>
                <a:lnTo>
                  <a:pt x="10603758" y="6469235"/>
                </a:lnTo>
                <a:lnTo>
                  <a:pt x="10620505" y="6469235"/>
                </a:lnTo>
                <a:lnTo>
                  <a:pt x="10620505" y="6416122"/>
                </a:lnTo>
                <a:lnTo>
                  <a:pt x="10652782" y="6469235"/>
                </a:lnTo>
                <a:lnTo>
                  <a:pt x="10668979" y="6469235"/>
                </a:lnTo>
                <a:lnTo>
                  <a:pt x="10668979" y="6387096"/>
                </a:lnTo>
                <a:lnTo>
                  <a:pt x="10652232" y="6387096"/>
                </a:lnTo>
                <a:lnTo>
                  <a:pt x="10652232" y="6440208"/>
                </a:lnTo>
                <a:lnTo>
                  <a:pt x="10620057" y="6387096"/>
                </a:lnTo>
                <a:close/>
                <a:moveTo>
                  <a:pt x="10575428" y="6387096"/>
                </a:moveTo>
                <a:lnTo>
                  <a:pt x="10575428" y="6469235"/>
                </a:lnTo>
                <a:lnTo>
                  <a:pt x="10592181" y="6469235"/>
                </a:lnTo>
                <a:lnTo>
                  <a:pt x="10592181" y="6387096"/>
                </a:lnTo>
                <a:close/>
                <a:moveTo>
                  <a:pt x="10488162" y="6387096"/>
                </a:moveTo>
                <a:lnTo>
                  <a:pt x="10519019" y="6469235"/>
                </a:lnTo>
                <a:lnTo>
                  <a:pt x="10535433" y="6469235"/>
                </a:lnTo>
                <a:lnTo>
                  <a:pt x="10566175" y="6387096"/>
                </a:lnTo>
                <a:lnTo>
                  <a:pt x="10548430" y="6387096"/>
                </a:lnTo>
                <a:lnTo>
                  <a:pt x="10527165" y="6445494"/>
                </a:lnTo>
                <a:lnTo>
                  <a:pt x="10506009" y="6387096"/>
                </a:lnTo>
                <a:close/>
                <a:moveTo>
                  <a:pt x="10462053" y="6387096"/>
                </a:moveTo>
                <a:lnTo>
                  <a:pt x="10462053" y="6469235"/>
                </a:lnTo>
                <a:lnTo>
                  <a:pt x="10478806" y="6469235"/>
                </a:lnTo>
                <a:lnTo>
                  <a:pt x="10478806" y="6387096"/>
                </a:lnTo>
                <a:close/>
                <a:moveTo>
                  <a:pt x="10391527" y="6387096"/>
                </a:moveTo>
                <a:lnTo>
                  <a:pt x="10391527" y="6469235"/>
                </a:lnTo>
                <a:lnTo>
                  <a:pt x="10408274" y="6469235"/>
                </a:lnTo>
                <a:lnTo>
                  <a:pt x="10408274" y="6441391"/>
                </a:lnTo>
                <a:lnTo>
                  <a:pt x="10421386" y="6441391"/>
                </a:lnTo>
                <a:lnTo>
                  <a:pt x="10434939" y="6469235"/>
                </a:lnTo>
                <a:lnTo>
                  <a:pt x="10452128" y="6469235"/>
                </a:lnTo>
                <a:lnTo>
                  <a:pt x="10437480" y="6439149"/>
                </a:lnTo>
                <a:cubicBezTo>
                  <a:pt x="10442331" y="6437190"/>
                  <a:pt x="10446074" y="6434085"/>
                  <a:pt x="10448723" y="6429810"/>
                </a:cubicBezTo>
                <a:cubicBezTo>
                  <a:pt x="10451366" y="6425535"/>
                  <a:pt x="10452685" y="6420348"/>
                  <a:pt x="10452685" y="6414237"/>
                </a:cubicBezTo>
                <a:cubicBezTo>
                  <a:pt x="10452685" y="6405465"/>
                  <a:pt x="10450246" y="6398739"/>
                  <a:pt x="10445357" y="6394082"/>
                </a:cubicBezTo>
                <a:cubicBezTo>
                  <a:pt x="10440475" y="6389425"/>
                  <a:pt x="10433666" y="6387096"/>
                  <a:pt x="10424925" y="6387096"/>
                </a:cubicBezTo>
                <a:close/>
                <a:moveTo>
                  <a:pt x="10314089" y="6387096"/>
                </a:moveTo>
                <a:lnTo>
                  <a:pt x="10314089" y="6469235"/>
                </a:lnTo>
                <a:lnTo>
                  <a:pt x="10339980" y="6469235"/>
                </a:lnTo>
                <a:cubicBezTo>
                  <a:pt x="10353265" y="6469235"/>
                  <a:pt x="10363651" y="6465723"/>
                  <a:pt x="10371100" y="6458713"/>
                </a:cubicBezTo>
                <a:cubicBezTo>
                  <a:pt x="10378549" y="6451703"/>
                  <a:pt x="10382286" y="6441379"/>
                  <a:pt x="10382286" y="6427753"/>
                </a:cubicBezTo>
                <a:cubicBezTo>
                  <a:pt x="10382286" y="6419449"/>
                  <a:pt x="10380584" y="6412241"/>
                  <a:pt x="10377211" y="6406131"/>
                </a:cubicBezTo>
                <a:cubicBezTo>
                  <a:pt x="10373839" y="6400020"/>
                  <a:pt x="10369020" y="6395326"/>
                  <a:pt x="10362781" y="6392036"/>
                </a:cubicBezTo>
                <a:cubicBezTo>
                  <a:pt x="10356542" y="6388735"/>
                  <a:pt x="10349234" y="6387096"/>
                  <a:pt x="10340857" y="6387096"/>
                </a:cubicBezTo>
                <a:close/>
                <a:moveTo>
                  <a:pt x="10213929" y="6387096"/>
                </a:moveTo>
                <a:lnTo>
                  <a:pt x="10213929" y="6469235"/>
                </a:lnTo>
                <a:lnTo>
                  <a:pt x="10267370" y="6469235"/>
                </a:lnTo>
                <a:lnTo>
                  <a:pt x="10267370" y="6454315"/>
                </a:lnTo>
                <a:lnTo>
                  <a:pt x="10230680" y="6454315"/>
                </a:lnTo>
                <a:lnTo>
                  <a:pt x="10230680" y="6435391"/>
                </a:lnTo>
                <a:lnTo>
                  <a:pt x="10257678" y="6435391"/>
                </a:lnTo>
                <a:lnTo>
                  <a:pt x="10257678" y="6421050"/>
                </a:lnTo>
                <a:lnTo>
                  <a:pt x="10230680" y="6421050"/>
                </a:lnTo>
                <a:lnTo>
                  <a:pt x="10230680" y="6402016"/>
                </a:lnTo>
                <a:lnTo>
                  <a:pt x="10267370" y="6402016"/>
                </a:lnTo>
                <a:lnTo>
                  <a:pt x="10267370" y="6387096"/>
                </a:lnTo>
                <a:close/>
                <a:moveTo>
                  <a:pt x="10143402" y="6387096"/>
                </a:moveTo>
                <a:lnTo>
                  <a:pt x="10143402" y="6469235"/>
                </a:lnTo>
                <a:lnTo>
                  <a:pt x="10160153" y="6469235"/>
                </a:lnTo>
                <a:lnTo>
                  <a:pt x="10160153" y="6441391"/>
                </a:lnTo>
                <a:lnTo>
                  <a:pt x="10173265" y="6441391"/>
                </a:lnTo>
                <a:lnTo>
                  <a:pt x="10186816" y="6469235"/>
                </a:lnTo>
                <a:lnTo>
                  <a:pt x="10204006" y="6469235"/>
                </a:lnTo>
                <a:lnTo>
                  <a:pt x="10189357" y="6439149"/>
                </a:lnTo>
                <a:cubicBezTo>
                  <a:pt x="10194209" y="6437190"/>
                  <a:pt x="10197952" y="6434085"/>
                  <a:pt x="10200598" y="6429810"/>
                </a:cubicBezTo>
                <a:cubicBezTo>
                  <a:pt x="10203243" y="6425535"/>
                  <a:pt x="10204560" y="6420348"/>
                  <a:pt x="10204560" y="6414237"/>
                </a:cubicBezTo>
                <a:cubicBezTo>
                  <a:pt x="10204560" y="6405465"/>
                  <a:pt x="10202123" y="6398739"/>
                  <a:pt x="10197236" y="6394082"/>
                </a:cubicBezTo>
                <a:cubicBezTo>
                  <a:pt x="10192349" y="6389425"/>
                  <a:pt x="10185545" y="6387096"/>
                  <a:pt x="10176800" y="6387096"/>
                </a:cubicBezTo>
                <a:close/>
                <a:moveTo>
                  <a:pt x="10087013" y="6387096"/>
                </a:moveTo>
                <a:lnTo>
                  <a:pt x="10056157" y="6469235"/>
                </a:lnTo>
                <a:lnTo>
                  <a:pt x="10073347" y="6469235"/>
                </a:lnTo>
                <a:lnTo>
                  <a:pt x="10079955" y="6451370"/>
                </a:lnTo>
                <a:lnTo>
                  <a:pt x="10110477" y="6451370"/>
                </a:lnTo>
                <a:lnTo>
                  <a:pt x="10117085" y="6469235"/>
                </a:lnTo>
                <a:lnTo>
                  <a:pt x="10134159" y="6469235"/>
                </a:lnTo>
                <a:lnTo>
                  <a:pt x="10103418" y="6387096"/>
                </a:lnTo>
                <a:close/>
                <a:moveTo>
                  <a:pt x="9958320" y="6387096"/>
                </a:moveTo>
                <a:lnTo>
                  <a:pt x="9979911" y="6469235"/>
                </a:lnTo>
                <a:lnTo>
                  <a:pt x="9995773" y="6469235"/>
                </a:lnTo>
                <a:lnTo>
                  <a:pt x="10009439" y="6417182"/>
                </a:lnTo>
                <a:lnTo>
                  <a:pt x="10023210" y="6469235"/>
                </a:lnTo>
                <a:lnTo>
                  <a:pt x="10038967" y="6469235"/>
                </a:lnTo>
                <a:lnTo>
                  <a:pt x="10060559" y="6387096"/>
                </a:lnTo>
                <a:lnTo>
                  <a:pt x="10043034" y="6387096"/>
                </a:lnTo>
                <a:lnTo>
                  <a:pt x="10029263" y="6440208"/>
                </a:lnTo>
                <a:lnTo>
                  <a:pt x="10016151" y="6387096"/>
                </a:lnTo>
                <a:lnTo>
                  <a:pt x="10003259" y="6387096"/>
                </a:lnTo>
                <a:lnTo>
                  <a:pt x="9989708" y="6440208"/>
                </a:lnTo>
                <a:lnTo>
                  <a:pt x="9975937" y="6387096"/>
                </a:lnTo>
                <a:close/>
                <a:moveTo>
                  <a:pt x="9893071" y="6387096"/>
                </a:moveTo>
                <a:lnTo>
                  <a:pt x="9893071" y="6402016"/>
                </a:lnTo>
                <a:lnTo>
                  <a:pt x="9915541" y="6402016"/>
                </a:lnTo>
                <a:lnTo>
                  <a:pt x="9915541" y="6469222"/>
                </a:lnTo>
                <a:lnTo>
                  <a:pt x="9932292" y="6469222"/>
                </a:lnTo>
                <a:lnTo>
                  <a:pt x="9932292" y="6402016"/>
                </a:lnTo>
                <a:lnTo>
                  <a:pt x="9954772" y="6402016"/>
                </a:lnTo>
                <a:lnTo>
                  <a:pt x="9954772" y="6387096"/>
                </a:lnTo>
                <a:close/>
                <a:moveTo>
                  <a:pt x="9836661" y="6387096"/>
                </a:moveTo>
                <a:lnTo>
                  <a:pt x="9836661" y="6469235"/>
                </a:lnTo>
                <a:lnTo>
                  <a:pt x="9853412" y="6469235"/>
                </a:lnTo>
                <a:lnTo>
                  <a:pt x="9853412" y="6435046"/>
                </a:lnTo>
                <a:lnTo>
                  <a:pt x="9880410" y="6435046"/>
                </a:lnTo>
                <a:lnTo>
                  <a:pt x="9880410" y="6421297"/>
                </a:lnTo>
                <a:lnTo>
                  <a:pt x="9853412" y="6421297"/>
                </a:lnTo>
                <a:lnTo>
                  <a:pt x="9853412" y="6402139"/>
                </a:lnTo>
                <a:lnTo>
                  <a:pt x="9890102" y="6402139"/>
                </a:lnTo>
                <a:lnTo>
                  <a:pt x="9890102" y="6387096"/>
                </a:lnTo>
                <a:close/>
                <a:moveTo>
                  <a:pt x="11228144" y="6387084"/>
                </a:moveTo>
                <a:lnTo>
                  <a:pt x="11256352" y="6437966"/>
                </a:lnTo>
                <a:lnTo>
                  <a:pt x="11256352" y="6469223"/>
                </a:lnTo>
                <a:lnTo>
                  <a:pt x="11272772" y="6469223"/>
                </a:lnTo>
                <a:lnTo>
                  <a:pt x="11272772" y="6437966"/>
                </a:lnTo>
                <a:lnTo>
                  <a:pt x="11301639" y="6387084"/>
                </a:lnTo>
                <a:lnTo>
                  <a:pt x="11283894" y="6387084"/>
                </a:lnTo>
                <a:lnTo>
                  <a:pt x="11264613" y="6421272"/>
                </a:lnTo>
                <a:lnTo>
                  <a:pt x="11245991" y="6387084"/>
                </a:lnTo>
                <a:close/>
                <a:moveTo>
                  <a:pt x="10927572" y="6385335"/>
                </a:moveTo>
                <a:cubicBezTo>
                  <a:pt x="10919855" y="6385335"/>
                  <a:pt x="10912867" y="6387146"/>
                  <a:pt x="10906583" y="6390744"/>
                </a:cubicBezTo>
                <a:cubicBezTo>
                  <a:pt x="10900299" y="6394341"/>
                  <a:pt x="10895352" y="6399392"/>
                  <a:pt x="10891756" y="6405897"/>
                </a:cubicBezTo>
                <a:cubicBezTo>
                  <a:pt x="10888166" y="6412402"/>
                  <a:pt x="10886361" y="6419844"/>
                  <a:pt x="10886361" y="6428221"/>
                </a:cubicBezTo>
                <a:cubicBezTo>
                  <a:pt x="10886361" y="6436599"/>
                  <a:pt x="10888153" y="6444016"/>
                  <a:pt x="10891756" y="6450484"/>
                </a:cubicBezTo>
                <a:cubicBezTo>
                  <a:pt x="10895365" y="6456952"/>
                  <a:pt x="10900299" y="6461991"/>
                  <a:pt x="10906583" y="6465589"/>
                </a:cubicBezTo>
                <a:cubicBezTo>
                  <a:pt x="10912867" y="6469198"/>
                  <a:pt x="10919867" y="6470997"/>
                  <a:pt x="10927572" y="6470997"/>
                </a:cubicBezTo>
                <a:cubicBezTo>
                  <a:pt x="10935277" y="6470997"/>
                  <a:pt x="10942246" y="6469186"/>
                  <a:pt x="10948447" y="6465589"/>
                </a:cubicBezTo>
                <a:cubicBezTo>
                  <a:pt x="10954647" y="6461979"/>
                  <a:pt x="10959549" y="6456952"/>
                  <a:pt x="10963152" y="6450484"/>
                </a:cubicBezTo>
                <a:cubicBezTo>
                  <a:pt x="10966748" y="6444028"/>
                  <a:pt x="10968546" y="6436599"/>
                  <a:pt x="10968546" y="6428221"/>
                </a:cubicBezTo>
                <a:cubicBezTo>
                  <a:pt x="10968546" y="6419844"/>
                  <a:pt x="10966748" y="6412402"/>
                  <a:pt x="10963152" y="6405897"/>
                </a:cubicBezTo>
                <a:cubicBezTo>
                  <a:pt x="10959562" y="6399405"/>
                  <a:pt x="10954647" y="6394341"/>
                  <a:pt x="10948447" y="6390744"/>
                </a:cubicBezTo>
                <a:cubicBezTo>
                  <a:pt x="10942246" y="6387134"/>
                  <a:pt x="10935290" y="6385335"/>
                  <a:pt x="10927572" y="6385335"/>
                </a:cubicBezTo>
                <a:close/>
                <a:moveTo>
                  <a:pt x="10719872" y="6385335"/>
                </a:moveTo>
                <a:cubicBezTo>
                  <a:pt x="10711642" y="6385335"/>
                  <a:pt x="10704379" y="6387072"/>
                  <a:pt x="10698057" y="6390559"/>
                </a:cubicBezTo>
                <a:cubicBezTo>
                  <a:pt x="10691741" y="6394045"/>
                  <a:pt x="10686865" y="6399010"/>
                  <a:pt x="10683409" y="6405478"/>
                </a:cubicBezTo>
                <a:cubicBezTo>
                  <a:pt x="10679953" y="6411947"/>
                  <a:pt x="10678232" y="6419523"/>
                  <a:pt x="10678232" y="6428221"/>
                </a:cubicBezTo>
                <a:cubicBezTo>
                  <a:pt x="10678232" y="6436919"/>
                  <a:pt x="10679953" y="6444484"/>
                  <a:pt x="10683409" y="6450903"/>
                </a:cubicBezTo>
                <a:cubicBezTo>
                  <a:pt x="10686852" y="6457322"/>
                  <a:pt x="10691741" y="6462274"/>
                  <a:pt x="10698057" y="6465761"/>
                </a:cubicBezTo>
                <a:lnTo>
                  <a:pt x="10698070" y="6465773"/>
                </a:lnTo>
                <a:cubicBezTo>
                  <a:pt x="10704379" y="6469248"/>
                  <a:pt x="10711655" y="6470997"/>
                  <a:pt x="10719878" y="6470997"/>
                </a:cubicBezTo>
                <a:cubicBezTo>
                  <a:pt x="10731781" y="6470997"/>
                  <a:pt x="10741367" y="6468336"/>
                  <a:pt x="10748636" y="6463001"/>
                </a:cubicBezTo>
                <a:lnTo>
                  <a:pt x="10748636" y="6423404"/>
                </a:lnTo>
                <a:lnTo>
                  <a:pt x="10719987" y="6423404"/>
                </a:lnTo>
                <a:lnTo>
                  <a:pt x="10719987" y="6436562"/>
                </a:lnTo>
                <a:lnTo>
                  <a:pt x="10732440" y="6436562"/>
                </a:lnTo>
                <a:lnTo>
                  <a:pt x="10732440" y="6452430"/>
                </a:lnTo>
                <a:cubicBezTo>
                  <a:pt x="10729068" y="6454155"/>
                  <a:pt x="10725094" y="6455018"/>
                  <a:pt x="10720537" y="6455018"/>
                </a:cubicBezTo>
                <a:cubicBezTo>
                  <a:pt x="10715540" y="6455018"/>
                  <a:pt x="10711124" y="6453921"/>
                  <a:pt x="10707310" y="6451729"/>
                </a:cubicBezTo>
                <a:cubicBezTo>
                  <a:pt x="10703490" y="6449535"/>
                  <a:pt x="10700533" y="6446431"/>
                  <a:pt x="10698441" y="6442390"/>
                </a:cubicBezTo>
                <a:cubicBezTo>
                  <a:pt x="10696348" y="6438361"/>
                  <a:pt x="10695299" y="6433556"/>
                  <a:pt x="10695299" y="6428234"/>
                </a:cubicBezTo>
                <a:cubicBezTo>
                  <a:pt x="10695299" y="6422911"/>
                  <a:pt x="10696438" y="6418242"/>
                  <a:pt x="10698716" y="6414250"/>
                </a:cubicBezTo>
                <a:cubicBezTo>
                  <a:pt x="10700994" y="6410259"/>
                  <a:pt x="10704098" y="6407179"/>
                  <a:pt x="10708027" y="6405023"/>
                </a:cubicBezTo>
                <a:cubicBezTo>
                  <a:pt x="10711956" y="6402867"/>
                  <a:pt x="10716378" y="6401795"/>
                  <a:pt x="10721299" y="6401795"/>
                </a:cubicBezTo>
                <a:cubicBezTo>
                  <a:pt x="10726591" y="6401795"/>
                  <a:pt x="10731320" y="6402435"/>
                  <a:pt x="10735467" y="6403729"/>
                </a:cubicBezTo>
                <a:cubicBezTo>
                  <a:pt x="10739614" y="6405023"/>
                  <a:pt x="10743299" y="6407080"/>
                  <a:pt x="10746531" y="6409901"/>
                </a:cubicBezTo>
                <a:lnTo>
                  <a:pt x="10746531" y="6392863"/>
                </a:lnTo>
                <a:cubicBezTo>
                  <a:pt x="10742941" y="6390275"/>
                  <a:pt x="10738986" y="6388378"/>
                  <a:pt x="10734693" y="6387158"/>
                </a:cubicBezTo>
                <a:cubicBezTo>
                  <a:pt x="10730392" y="6385939"/>
                  <a:pt x="10725452" y="6385335"/>
                  <a:pt x="10719872" y="6385335"/>
                </a:cubicBezTo>
                <a:close/>
                <a:moveTo>
                  <a:pt x="9786419" y="6385335"/>
                </a:moveTo>
                <a:cubicBezTo>
                  <a:pt x="9778701" y="6385335"/>
                  <a:pt x="9771713" y="6387146"/>
                  <a:pt x="9765428" y="6390744"/>
                </a:cubicBezTo>
                <a:cubicBezTo>
                  <a:pt x="9759143" y="6394341"/>
                  <a:pt x="9754198" y="6399392"/>
                  <a:pt x="9750606" y="6405897"/>
                </a:cubicBezTo>
                <a:cubicBezTo>
                  <a:pt x="9747013" y="6412402"/>
                  <a:pt x="9745211" y="6419844"/>
                  <a:pt x="9745211" y="6428221"/>
                </a:cubicBezTo>
                <a:cubicBezTo>
                  <a:pt x="9745211" y="6436599"/>
                  <a:pt x="9747001" y="6444016"/>
                  <a:pt x="9750606" y="6450484"/>
                </a:cubicBezTo>
                <a:cubicBezTo>
                  <a:pt x="9754210" y="6456952"/>
                  <a:pt x="9759143" y="6461991"/>
                  <a:pt x="9765428" y="6465589"/>
                </a:cubicBezTo>
                <a:cubicBezTo>
                  <a:pt x="9771713" y="6469198"/>
                  <a:pt x="9778713" y="6470997"/>
                  <a:pt x="9786419" y="6470997"/>
                </a:cubicBezTo>
                <a:cubicBezTo>
                  <a:pt x="9794124" y="6470997"/>
                  <a:pt x="9801090" y="6469186"/>
                  <a:pt x="9807294" y="6465589"/>
                </a:cubicBezTo>
                <a:cubicBezTo>
                  <a:pt x="9813498" y="6461979"/>
                  <a:pt x="9818396" y="6456952"/>
                  <a:pt x="9822000" y="6450484"/>
                </a:cubicBezTo>
                <a:cubicBezTo>
                  <a:pt x="9825593" y="6444028"/>
                  <a:pt x="9827395" y="6436599"/>
                  <a:pt x="9827395" y="6428221"/>
                </a:cubicBezTo>
                <a:cubicBezTo>
                  <a:pt x="9827395" y="6419844"/>
                  <a:pt x="9825593" y="6412402"/>
                  <a:pt x="9822000" y="6405897"/>
                </a:cubicBezTo>
                <a:cubicBezTo>
                  <a:pt x="9818407" y="6399405"/>
                  <a:pt x="9813498" y="6394341"/>
                  <a:pt x="9807294" y="6390744"/>
                </a:cubicBezTo>
                <a:cubicBezTo>
                  <a:pt x="9801090" y="6387134"/>
                  <a:pt x="9794136" y="6385335"/>
                  <a:pt x="9786419" y="6385335"/>
                </a:cubicBezTo>
                <a:close/>
                <a:moveTo>
                  <a:pt x="9711375" y="6385335"/>
                </a:moveTo>
                <a:cubicBezTo>
                  <a:pt x="9705795" y="6385335"/>
                  <a:pt x="9700873" y="6386308"/>
                  <a:pt x="9696610" y="6388267"/>
                </a:cubicBezTo>
                <a:cubicBezTo>
                  <a:pt x="9692359" y="6390226"/>
                  <a:pt x="9689044" y="6392986"/>
                  <a:pt x="9686698" y="6396546"/>
                </a:cubicBezTo>
                <a:cubicBezTo>
                  <a:pt x="9684353" y="6400119"/>
                  <a:pt x="9683175" y="6404209"/>
                  <a:pt x="9683175" y="6408830"/>
                </a:cubicBezTo>
                <a:cubicBezTo>
                  <a:pt x="9683175" y="6414546"/>
                  <a:pt x="9684792" y="6419339"/>
                  <a:pt x="9688027" y="6423219"/>
                </a:cubicBezTo>
                <a:cubicBezTo>
                  <a:pt x="9691250" y="6427100"/>
                  <a:pt x="9696472" y="6430612"/>
                  <a:pt x="9703669" y="6433741"/>
                </a:cubicBezTo>
                <a:cubicBezTo>
                  <a:pt x="9708013" y="6435614"/>
                  <a:pt x="9711224" y="6437129"/>
                  <a:pt x="9713315" y="6438262"/>
                </a:cubicBezTo>
                <a:cubicBezTo>
                  <a:pt x="9715406" y="6439396"/>
                  <a:pt x="9717012" y="6440677"/>
                  <a:pt x="9718110" y="6442082"/>
                </a:cubicBezTo>
                <a:cubicBezTo>
                  <a:pt x="9719207" y="6443498"/>
                  <a:pt x="9719762" y="6445223"/>
                  <a:pt x="9719762" y="6447256"/>
                </a:cubicBezTo>
                <a:cubicBezTo>
                  <a:pt x="9719762" y="6450077"/>
                  <a:pt x="9718664" y="6452270"/>
                  <a:pt x="9716458" y="6453835"/>
                </a:cubicBezTo>
                <a:cubicBezTo>
                  <a:pt x="9714263" y="6455412"/>
                  <a:pt x="9711028" y="6456188"/>
                  <a:pt x="9706765" y="6456188"/>
                </a:cubicBezTo>
                <a:cubicBezTo>
                  <a:pt x="9702941" y="6456188"/>
                  <a:pt x="9698933" y="6455683"/>
                  <a:pt x="9694750" y="6454661"/>
                </a:cubicBezTo>
                <a:cubicBezTo>
                  <a:pt x="9690569" y="6453638"/>
                  <a:pt x="9686525" y="6452110"/>
                  <a:pt x="9682632" y="6450077"/>
                </a:cubicBezTo>
                <a:lnTo>
                  <a:pt x="9682632" y="6465822"/>
                </a:lnTo>
                <a:cubicBezTo>
                  <a:pt x="9685566" y="6467387"/>
                  <a:pt x="9689344" y="6468644"/>
                  <a:pt x="9693976" y="6469580"/>
                </a:cubicBezTo>
                <a:lnTo>
                  <a:pt x="9693976" y="6469568"/>
                </a:lnTo>
                <a:cubicBezTo>
                  <a:pt x="9698597" y="6470504"/>
                  <a:pt x="9703265" y="6470973"/>
                  <a:pt x="9707966" y="6470973"/>
                </a:cubicBezTo>
                <a:cubicBezTo>
                  <a:pt x="9717948" y="6470973"/>
                  <a:pt x="9725457" y="6468903"/>
                  <a:pt x="9730494" y="6464750"/>
                </a:cubicBezTo>
                <a:cubicBezTo>
                  <a:pt x="9735519" y="6460599"/>
                  <a:pt x="9738038" y="6454796"/>
                  <a:pt x="9738038" y="6447355"/>
                </a:cubicBezTo>
                <a:cubicBezTo>
                  <a:pt x="9738038" y="6443055"/>
                  <a:pt x="9737344" y="6439420"/>
                  <a:pt x="9735947" y="6436488"/>
                </a:cubicBezTo>
                <a:cubicBezTo>
                  <a:pt x="9734549" y="6433556"/>
                  <a:pt x="9732377" y="6431006"/>
                  <a:pt x="9729443" y="6428850"/>
                </a:cubicBezTo>
                <a:cubicBezTo>
                  <a:pt x="9726497" y="6426706"/>
                  <a:pt x="9722419" y="6424451"/>
                  <a:pt x="9717208" y="6422098"/>
                </a:cubicBezTo>
                <a:cubicBezTo>
                  <a:pt x="9712726" y="6420152"/>
                  <a:pt x="9709503" y="6418661"/>
                  <a:pt x="9707516" y="6417638"/>
                </a:cubicBezTo>
                <a:cubicBezTo>
                  <a:pt x="9705529" y="6416628"/>
                  <a:pt x="9703981" y="6415445"/>
                  <a:pt x="9702883" y="6414115"/>
                </a:cubicBezTo>
                <a:cubicBezTo>
                  <a:pt x="9701786" y="6412784"/>
                  <a:pt x="9701231" y="6411096"/>
                  <a:pt x="9701231" y="6409064"/>
                </a:cubicBezTo>
                <a:cubicBezTo>
                  <a:pt x="9701231" y="6406242"/>
                  <a:pt x="9702398" y="6404074"/>
                  <a:pt x="9704755" y="6402546"/>
                </a:cubicBezTo>
                <a:cubicBezTo>
                  <a:pt x="9707100" y="6401019"/>
                  <a:pt x="9710335" y="6400255"/>
                  <a:pt x="9714448" y="6400255"/>
                </a:cubicBezTo>
                <a:cubicBezTo>
                  <a:pt x="9720917" y="6400255"/>
                  <a:pt x="9727375" y="6401979"/>
                  <a:pt x="9733844" y="6405429"/>
                </a:cubicBezTo>
                <a:lnTo>
                  <a:pt x="9733844" y="6390152"/>
                </a:lnTo>
                <a:cubicBezTo>
                  <a:pt x="9730471" y="6388501"/>
                  <a:pt x="9727017" y="6387294"/>
                  <a:pt x="9723493" y="6386505"/>
                </a:cubicBezTo>
                <a:cubicBezTo>
                  <a:pt x="9719970" y="6385729"/>
                  <a:pt x="9715926" y="6385335"/>
                  <a:pt x="9711375" y="638533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21A889F-D040-44C4-6267-EA24405034AC}"/>
              </a:ext>
            </a:extLst>
          </p:cNvPr>
          <p:cNvSpPr/>
          <p:nvPr/>
        </p:nvSpPr>
        <p:spPr>
          <a:xfrm>
            <a:off x="11888851" y="204914"/>
            <a:ext cx="114934" cy="655129"/>
          </a:xfrm>
          <a:custGeom>
            <a:avLst/>
            <a:gdLst>
              <a:gd name="connsiteX0" fmla="*/ 6096 w 114934"/>
              <a:gd name="connsiteY0" fmla="*/ 655130 h 655129"/>
              <a:gd name="connsiteX1" fmla="*/ 6096 w 114934"/>
              <a:gd name="connsiteY1" fmla="*/ 612305 h 655129"/>
              <a:gd name="connsiteX2" fmla="*/ 14351 w 114934"/>
              <a:gd name="connsiteY2" fmla="*/ 586092 h 655129"/>
              <a:gd name="connsiteX3" fmla="*/ 38418 w 114934"/>
              <a:gd name="connsiteY3" fmla="*/ 576948 h 655129"/>
              <a:gd name="connsiteX4" fmla="*/ 58420 w 114934"/>
              <a:gd name="connsiteY4" fmla="*/ 583197 h 655129"/>
              <a:gd name="connsiteX5" fmla="*/ 69342 w 114934"/>
              <a:gd name="connsiteY5" fmla="*/ 600875 h 655129"/>
              <a:gd name="connsiteX6" fmla="*/ 112649 w 114934"/>
              <a:gd name="connsiteY6" fmla="*/ 577406 h 655129"/>
              <a:gd name="connsiteX7" fmla="*/ 112649 w 114934"/>
              <a:gd name="connsiteY7" fmla="*/ 593560 h 655129"/>
              <a:gd name="connsiteX8" fmla="*/ 70612 w 114934"/>
              <a:gd name="connsiteY8" fmla="*/ 616268 h 655129"/>
              <a:gd name="connsiteX9" fmla="*/ 70612 w 114934"/>
              <a:gd name="connsiteY9" fmla="*/ 639585 h 655129"/>
              <a:gd name="connsiteX10" fmla="*/ 112649 w 114934"/>
              <a:gd name="connsiteY10" fmla="*/ 639585 h 655129"/>
              <a:gd name="connsiteX11" fmla="*/ 112649 w 114934"/>
              <a:gd name="connsiteY11" fmla="*/ 655130 h 655129"/>
              <a:gd name="connsiteX12" fmla="*/ 6096 w 114934"/>
              <a:gd name="connsiteY12" fmla="*/ 655130 h 655129"/>
              <a:gd name="connsiteX13" fmla="*/ 57468 w 114934"/>
              <a:gd name="connsiteY13" fmla="*/ 614896 h 655129"/>
              <a:gd name="connsiteX14" fmla="*/ 52768 w 114934"/>
              <a:gd name="connsiteY14" fmla="*/ 598742 h 655129"/>
              <a:gd name="connsiteX15" fmla="*/ 38418 w 114934"/>
              <a:gd name="connsiteY15" fmla="*/ 592646 h 655129"/>
              <a:gd name="connsiteX16" fmla="*/ 23622 w 114934"/>
              <a:gd name="connsiteY16" fmla="*/ 598589 h 655129"/>
              <a:gd name="connsiteX17" fmla="*/ 19241 w 114934"/>
              <a:gd name="connsiteY17" fmla="*/ 614896 h 655129"/>
              <a:gd name="connsiteX18" fmla="*/ 19241 w 114934"/>
              <a:gd name="connsiteY18" fmla="*/ 639585 h 655129"/>
              <a:gd name="connsiteX19" fmla="*/ 57468 w 114934"/>
              <a:gd name="connsiteY19" fmla="*/ 639585 h 655129"/>
              <a:gd name="connsiteX20" fmla="*/ 57468 w 114934"/>
              <a:gd name="connsiteY20" fmla="*/ 614896 h 655129"/>
              <a:gd name="connsiteX21" fmla="*/ 114935 w 114934"/>
              <a:gd name="connsiteY21" fmla="*/ 533667 h 655129"/>
              <a:gd name="connsiteX22" fmla="*/ 104902 w 114934"/>
              <a:gd name="connsiteY22" fmla="*/ 565518 h 655129"/>
              <a:gd name="connsiteX23" fmla="*/ 76200 w 114934"/>
              <a:gd name="connsiteY23" fmla="*/ 576948 h 655129"/>
              <a:gd name="connsiteX24" fmla="*/ 47752 w 114934"/>
              <a:gd name="connsiteY24" fmla="*/ 566738 h 655129"/>
              <a:gd name="connsiteX25" fmla="*/ 37211 w 114934"/>
              <a:gd name="connsiteY25" fmla="*/ 537324 h 655129"/>
              <a:gd name="connsiteX26" fmla="*/ 42101 w 114934"/>
              <a:gd name="connsiteY26" fmla="*/ 515836 h 655129"/>
              <a:gd name="connsiteX27" fmla="*/ 55372 w 114934"/>
              <a:gd name="connsiteY27" fmla="*/ 502577 h 655129"/>
              <a:gd name="connsiteX28" fmla="*/ 74549 w 114934"/>
              <a:gd name="connsiteY28" fmla="*/ 498005 h 655129"/>
              <a:gd name="connsiteX29" fmla="*/ 82169 w 114934"/>
              <a:gd name="connsiteY29" fmla="*/ 498005 h 655129"/>
              <a:gd name="connsiteX30" fmla="*/ 82169 w 114934"/>
              <a:gd name="connsiteY30" fmla="*/ 562318 h 655129"/>
              <a:gd name="connsiteX31" fmla="*/ 97727 w 114934"/>
              <a:gd name="connsiteY31" fmla="*/ 553631 h 655129"/>
              <a:gd name="connsiteX32" fmla="*/ 102743 w 114934"/>
              <a:gd name="connsiteY32" fmla="*/ 531838 h 655129"/>
              <a:gd name="connsiteX33" fmla="*/ 101536 w 114934"/>
              <a:gd name="connsiteY33" fmla="*/ 517665 h 655129"/>
              <a:gd name="connsiteX34" fmla="*/ 98044 w 114934"/>
              <a:gd name="connsiteY34" fmla="*/ 505016 h 655129"/>
              <a:gd name="connsiteX35" fmla="*/ 110363 w 114934"/>
              <a:gd name="connsiteY35" fmla="*/ 505016 h 655129"/>
              <a:gd name="connsiteX36" fmla="*/ 113538 w 114934"/>
              <a:gd name="connsiteY36" fmla="*/ 517969 h 655129"/>
              <a:gd name="connsiteX37" fmla="*/ 114935 w 114934"/>
              <a:gd name="connsiteY37" fmla="*/ 533667 h 655129"/>
              <a:gd name="connsiteX38" fmla="*/ 71374 w 114934"/>
              <a:gd name="connsiteY38" fmla="*/ 512483 h 655129"/>
              <a:gd name="connsiteX39" fmla="*/ 55372 w 114934"/>
              <a:gd name="connsiteY39" fmla="*/ 519341 h 655129"/>
              <a:gd name="connsiteX40" fmla="*/ 49530 w 114934"/>
              <a:gd name="connsiteY40" fmla="*/ 537629 h 655129"/>
              <a:gd name="connsiteX41" fmla="*/ 55499 w 114934"/>
              <a:gd name="connsiteY41" fmla="*/ 555612 h 655129"/>
              <a:gd name="connsiteX42" fmla="*/ 71374 w 114934"/>
              <a:gd name="connsiteY42" fmla="*/ 562318 h 655129"/>
              <a:gd name="connsiteX43" fmla="*/ 71374 w 114934"/>
              <a:gd name="connsiteY43" fmla="*/ 512483 h 655129"/>
              <a:gd name="connsiteX44" fmla="*/ 114935 w 114934"/>
              <a:gd name="connsiteY44" fmla="*/ 461823 h 655129"/>
              <a:gd name="connsiteX45" fmla="*/ 112967 w 114934"/>
              <a:gd name="connsiteY45" fmla="*/ 477977 h 655129"/>
              <a:gd name="connsiteX46" fmla="*/ 107950 w 114934"/>
              <a:gd name="connsiteY46" fmla="*/ 491388 h 655129"/>
              <a:gd name="connsiteX47" fmla="*/ 94805 w 114934"/>
              <a:gd name="connsiteY47" fmla="*/ 491388 h 655129"/>
              <a:gd name="connsiteX48" fmla="*/ 100584 w 114934"/>
              <a:gd name="connsiteY48" fmla="*/ 477672 h 655129"/>
              <a:gd name="connsiteX49" fmla="*/ 102743 w 114934"/>
              <a:gd name="connsiteY49" fmla="*/ 462585 h 655129"/>
              <a:gd name="connsiteX50" fmla="*/ 100774 w 114934"/>
              <a:gd name="connsiteY50" fmla="*/ 450545 h 655129"/>
              <a:gd name="connsiteX51" fmla="*/ 94361 w 114934"/>
              <a:gd name="connsiteY51" fmla="*/ 446735 h 655129"/>
              <a:gd name="connsiteX52" fmla="*/ 89027 w 114934"/>
              <a:gd name="connsiteY52" fmla="*/ 448564 h 655129"/>
              <a:gd name="connsiteX53" fmla="*/ 85217 w 114934"/>
              <a:gd name="connsiteY53" fmla="*/ 454508 h 655129"/>
              <a:gd name="connsiteX54" fmla="*/ 81280 w 114934"/>
              <a:gd name="connsiteY54" fmla="*/ 467004 h 655129"/>
              <a:gd name="connsiteX55" fmla="*/ 76073 w 114934"/>
              <a:gd name="connsiteY55" fmla="*/ 481330 h 655129"/>
              <a:gd name="connsiteX56" fmla="*/ 69215 w 114934"/>
              <a:gd name="connsiteY56" fmla="*/ 489255 h 655129"/>
              <a:gd name="connsiteX57" fmla="*/ 58547 w 114934"/>
              <a:gd name="connsiteY57" fmla="*/ 491846 h 655129"/>
              <a:gd name="connsiteX58" fmla="*/ 42672 w 114934"/>
              <a:gd name="connsiteY58" fmla="*/ 483616 h 655129"/>
              <a:gd name="connsiteX59" fmla="*/ 37211 w 114934"/>
              <a:gd name="connsiteY59" fmla="*/ 461213 h 655129"/>
              <a:gd name="connsiteX60" fmla="*/ 38608 w 114934"/>
              <a:gd name="connsiteY60" fmla="*/ 446888 h 655129"/>
              <a:gd name="connsiteX61" fmla="*/ 42418 w 114934"/>
              <a:gd name="connsiteY61" fmla="*/ 435610 h 655129"/>
              <a:gd name="connsiteX62" fmla="*/ 55181 w 114934"/>
              <a:gd name="connsiteY62" fmla="*/ 435610 h 655129"/>
              <a:gd name="connsiteX63" fmla="*/ 51054 w 114934"/>
              <a:gd name="connsiteY63" fmla="*/ 446583 h 655129"/>
              <a:gd name="connsiteX64" fmla="*/ 49530 w 114934"/>
              <a:gd name="connsiteY64" fmla="*/ 459689 h 655129"/>
              <a:gd name="connsiteX65" fmla="*/ 51562 w 114934"/>
              <a:gd name="connsiteY65" fmla="*/ 472034 h 655129"/>
              <a:gd name="connsiteX66" fmla="*/ 58547 w 114934"/>
              <a:gd name="connsiteY66" fmla="*/ 476301 h 655129"/>
              <a:gd name="connsiteX67" fmla="*/ 63754 w 114934"/>
              <a:gd name="connsiteY67" fmla="*/ 474472 h 655129"/>
              <a:gd name="connsiteX68" fmla="*/ 67246 w 114934"/>
              <a:gd name="connsiteY68" fmla="*/ 468681 h 655129"/>
              <a:gd name="connsiteX69" fmla="*/ 70866 w 114934"/>
              <a:gd name="connsiteY69" fmla="*/ 455727 h 655129"/>
              <a:gd name="connsiteX70" fmla="*/ 79883 w 114934"/>
              <a:gd name="connsiteY70" fmla="*/ 436524 h 655129"/>
              <a:gd name="connsiteX71" fmla="*/ 94234 w 114934"/>
              <a:gd name="connsiteY71" fmla="*/ 431038 h 655129"/>
              <a:gd name="connsiteX72" fmla="*/ 109283 w 114934"/>
              <a:gd name="connsiteY72" fmla="*/ 438810 h 655129"/>
              <a:gd name="connsiteX73" fmla="*/ 114935 w 114934"/>
              <a:gd name="connsiteY73" fmla="*/ 461823 h 655129"/>
              <a:gd name="connsiteX74" fmla="*/ 114935 w 114934"/>
              <a:gd name="connsiteY74" fmla="*/ 395895 h 655129"/>
              <a:gd name="connsiteX75" fmla="*/ 108521 w 114934"/>
              <a:gd name="connsiteY75" fmla="*/ 413116 h 655129"/>
              <a:gd name="connsiteX76" fmla="*/ 90424 w 114934"/>
              <a:gd name="connsiteY76" fmla="*/ 419059 h 655129"/>
              <a:gd name="connsiteX77" fmla="*/ 51371 w 114934"/>
              <a:gd name="connsiteY77" fmla="*/ 419059 h 655129"/>
              <a:gd name="connsiteX78" fmla="*/ 51371 w 114934"/>
              <a:gd name="connsiteY78" fmla="*/ 430187 h 655129"/>
              <a:gd name="connsiteX79" fmla="*/ 39497 w 114934"/>
              <a:gd name="connsiteY79" fmla="*/ 430187 h 655129"/>
              <a:gd name="connsiteX80" fmla="*/ 39497 w 114934"/>
              <a:gd name="connsiteY80" fmla="*/ 419059 h 655129"/>
              <a:gd name="connsiteX81" fmla="*/ 17526 w 114934"/>
              <a:gd name="connsiteY81" fmla="*/ 419059 h 655129"/>
              <a:gd name="connsiteX82" fmla="*/ 17526 w 114934"/>
              <a:gd name="connsiteY82" fmla="*/ 403515 h 655129"/>
              <a:gd name="connsiteX83" fmla="*/ 39497 w 114934"/>
              <a:gd name="connsiteY83" fmla="*/ 403515 h 655129"/>
              <a:gd name="connsiteX84" fmla="*/ 39497 w 114934"/>
              <a:gd name="connsiteY84" fmla="*/ 385531 h 655129"/>
              <a:gd name="connsiteX85" fmla="*/ 51371 w 114934"/>
              <a:gd name="connsiteY85" fmla="*/ 385531 h 655129"/>
              <a:gd name="connsiteX86" fmla="*/ 51371 w 114934"/>
              <a:gd name="connsiteY86" fmla="*/ 403515 h 655129"/>
              <a:gd name="connsiteX87" fmla="*/ 89344 w 114934"/>
              <a:gd name="connsiteY87" fmla="*/ 403515 h 655129"/>
              <a:gd name="connsiteX88" fmla="*/ 99695 w 114934"/>
              <a:gd name="connsiteY88" fmla="*/ 400771 h 655129"/>
              <a:gd name="connsiteX89" fmla="*/ 102743 w 114934"/>
              <a:gd name="connsiteY89" fmla="*/ 390408 h 655129"/>
              <a:gd name="connsiteX90" fmla="*/ 100774 w 114934"/>
              <a:gd name="connsiteY90" fmla="*/ 381569 h 655129"/>
              <a:gd name="connsiteX91" fmla="*/ 112967 w 114934"/>
              <a:gd name="connsiteY91" fmla="*/ 381569 h 655129"/>
              <a:gd name="connsiteX92" fmla="*/ 114935 w 114934"/>
              <a:gd name="connsiteY92" fmla="*/ 395895 h 655129"/>
              <a:gd name="connsiteX93" fmla="*/ 39497 w 114934"/>
              <a:gd name="connsiteY93" fmla="*/ 374708 h 655129"/>
              <a:gd name="connsiteX94" fmla="*/ 39497 w 114934"/>
              <a:gd name="connsiteY94" fmla="*/ 359773 h 655129"/>
              <a:gd name="connsiteX95" fmla="*/ 52578 w 114934"/>
              <a:gd name="connsiteY95" fmla="*/ 359773 h 655129"/>
              <a:gd name="connsiteX96" fmla="*/ 42672 w 114934"/>
              <a:gd name="connsiteY96" fmla="*/ 346971 h 655129"/>
              <a:gd name="connsiteX97" fmla="*/ 39497 w 114934"/>
              <a:gd name="connsiteY97" fmla="*/ 327616 h 655129"/>
              <a:gd name="connsiteX98" fmla="*/ 51562 w 114934"/>
              <a:gd name="connsiteY98" fmla="*/ 327616 h 655129"/>
              <a:gd name="connsiteX99" fmla="*/ 55372 w 114934"/>
              <a:gd name="connsiteY99" fmla="*/ 347733 h 655129"/>
              <a:gd name="connsiteX100" fmla="*/ 67373 w 114934"/>
              <a:gd name="connsiteY100" fmla="*/ 359315 h 655129"/>
              <a:gd name="connsiteX101" fmla="*/ 112649 w 114934"/>
              <a:gd name="connsiteY101" fmla="*/ 359315 h 655129"/>
              <a:gd name="connsiteX102" fmla="*/ 112649 w 114934"/>
              <a:gd name="connsiteY102" fmla="*/ 374708 h 655129"/>
              <a:gd name="connsiteX103" fmla="*/ 39497 w 114934"/>
              <a:gd name="connsiteY103" fmla="*/ 374708 h 655129"/>
              <a:gd name="connsiteX104" fmla="*/ 25146 w 114934"/>
              <a:gd name="connsiteY104" fmla="*/ 312465 h 655129"/>
              <a:gd name="connsiteX105" fmla="*/ 22606 w 114934"/>
              <a:gd name="connsiteY105" fmla="*/ 318866 h 655129"/>
              <a:gd name="connsiteX106" fmla="*/ 16193 w 114934"/>
              <a:gd name="connsiteY106" fmla="*/ 321457 h 655129"/>
              <a:gd name="connsiteX107" fmla="*/ 9779 w 114934"/>
              <a:gd name="connsiteY107" fmla="*/ 318866 h 655129"/>
              <a:gd name="connsiteX108" fmla="*/ 7176 w 114934"/>
              <a:gd name="connsiteY108" fmla="*/ 312465 h 655129"/>
              <a:gd name="connsiteX109" fmla="*/ 9779 w 114934"/>
              <a:gd name="connsiteY109" fmla="*/ 305912 h 655129"/>
              <a:gd name="connsiteX110" fmla="*/ 16193 w 114934"/>
              <a:gd name="connsiteY110" fmla="*/ 303169 h 655129"/>
              <a:gd name="connsiteX111" fmla="*/ 22606 w 114934"/>
              <a:gd name="connsiteY111" fmla="*/ 305912 h 655129"/>
              <a:gd name="connsiteX112" fmla="*/ 25146 w 114934"/>
              <a:gd name="connsiteY112" fmla="*/ 312465 h 655129"/>
              <a:gd name="connsiteX113" fmla="*/ 39497 w 114934"/>
              <a:gd name="connsiteY113" fmla="*/ 320238 h 655129"/>
              <a:gd name="connsiteX114" fmla="*/ 39497 w 114934"/>
              <a:gd name="connsiteY114" fmla="*/ 304540 h 655129"/>
              <a:gd name="connsiteX115" fmla="*/ 112649 w 114934"/>
              <a:gd name="connsiteY115" fmla="*/ 304540 h 655129"/>
              <a:gd name="connsiteX116" fmla="*/ 112649 w 114934"/>
              <a:gd name="connsiteY116" fmla="*/ 320238 h 655129"/>
              <a:gd name="connsiteX117" fmla="*/ 39497 w 114934"/>
              <a:gd name="connsiteY117" fmla="*/ 320238 h 655129"/>
              <a:gd name="connsiteX118" fmla="*/ 114935 w 114934"/>
              <a:gd name="connsiteY118" fmla="*/ 252420 h 655129"/>
              <a:gd name="connsiteX119" fmla="*/ 110363 w 114934"/>
              <a:gd name="connsiteY119" fmla="*/ 274060 h 655129"/>
              <a:gd name="connsiteX120" fmla="*/ 97092 w 114934"/>
              <a:gd name="connsiteY120" fmla="*/ 288843 h 655129"/>
              <a:gd name="connsiteX121" fmla="*/ 76200 w 114934"/>
              <a:gd name="connsiteY121" fmla="*/ 294025 h 655129"/>
              <a:gd name="connsiteX122" fmla="*/ 55499 w 114934"/>
              <a:gd name="connsiteY122" fmla="*/ 288843 h 655129"/>
              <a:gd name="connsiteX123" fmla="*/ 41910 w 114934"/>
              <a:gd name="connsiteY123" fmla="*/ 274060 h 655129"/>
              <a:gd name="connsiteX124" fmla="*/ 37211 w 114934"/>
              <a:gd name="connsiteY124" fmla="*/ 252115 h 655129"/>
              <a:gd name="connsiteX125" fmla="*/ 43752 w 114934"/>
              <a:gd name="connsiteY125" fmla="*/ 225292 h 655129"/>
              <a:gd name="connsiteX126" fmla="*/ 56388 w 114934"/>
              <a:gd name="connsiteY126" fmla="*/ 225292 h 655129"/>
              <a:gd name="connsiteX127" fmla="*/ 49530 w 114934"/>
              <a:gd name="connsiteY127" fmla="*/ 250591 h 655129"/>
              <a:gd name="connsiteX128" fmla="*/ 56388 w 114934"/>
              <a:gd name="connsiteY128" fmla="*/ 270860 h 655129"/>
              <a:gd name="connsiteX129" fmla="*/ 76200 w 114934"/>
              <a:gd name="connsiteY129" fmla="*/ 278480 h 655129"/>
              <a:gd name="connsiteX130" fmla="*/ 96012 w 114934"/>
              <a:gd name="connsiteY130" fmla="*/ 270860 h 655129"/>
              <a:gd name="connsiteX131" fmla="*/ 102743 w 114934"/>
              <a:gd name="connsiteY131" fmla="*/ 250895 h 655129"/>
              <a:gd name="connsiteX132" fmla="*/ 95441 w 114934"/>
              <a:gd name="connsiteY132" fmla="*/ 224378 h 655129"/>
              <a:gd name="connsiteX133" fmla="*/ 107950 w 114934"/>
              <a:gd name="connsiteY133" fmla="*/ 224378 h 655129"/>
              <a:gd name="connsiteX134" fmla="*/ 113284 w 114934"/>
              <a:gd name="connsiteY134" fmla="*/ 236570 h 655129"/>
              <a:gd name="connsiteX135" fmla="*/ 114935 w 114934"/>
              <a:gd name="connsiteY135" fmla="*/ 252420 h 655129"/>
              <a:gd name="connsiteX136" fmla="*/ 114935 w 114934"/>
              <a:gd name="connsiteY136" fmla="*/ 187059 h 655129"/>
              <a:gd name="connsiteX137" fmla="*/ 108521 w 114934"/>
              <a:gd name="connsiteY137" fmla="*/ 204280 h 655129"/>
              <a:gd name="connsiteX138" fmla="*/ 90424 w 114934"/>
              <a:gd name="connsiteY138" fmla="*/ 210224 h 655129"/>
              <a:gd name="connsiteX139" fmla="*/ 51371 w 114934"/>
              <a:gd name="connsiteY139" fmla="*/ 210224 h 655129"/>
              <a:gd name="connsiteX140" fmla="*/ 51371 w 114934"/>
              <a:gd name="connsiteY140" fmla="*/ 221349 h 655129"/>
              <a:gd name="connsiteX141" fmla="*/ 39497 w 114934"/>
              <a:gd name="connsiteY141" fmla="*/ 221349 h 655129"/>
              <a:gd name="connsiteX142" fmla="*/ 39497 w 114934"/>
              <a:gd name="connsiteY142" fmla="*/ 210224 h 655129"/>
              <a:gd name="connsiteX143" fmla="*/ 17526 w 114934"/>
              <a:gd name="connsiteY143" fmla="*/ 210224 h 655129"/>
              <a:gd name="connsiteX144" fmla="*/ 17526 w 114934"/>
              <a:gd name="connsiteY144" fmla="*/ 194679 h 655129"/>
              <a:gd name="connsiteX145" fmla="*/ 39497 w 114934"/>
              <a:gd name="connsiteY145" fmla="*/ 194679 h 655129"/>
              <a:gd name="connsiteX146" fmla="*/ 39497 w 114934"/>
              <a:gd name="connsiteY146" fmla="*/ 176696 h 655129"/>
              <a:gd name="connsiteX147" fmla="*/ 51371 w 114934"/>
              <a:gd name="connsiteY147" fmla="*/ 176696 h 655129"/>
              <a:gd name="connsiteX148" fmla="*/ 51371 w 114934"/>
              <a:gd name="connsiteY148" fmla="*/ 194679 h 655129"/>
              <a:gd name="connsiteX149" fmla="*/ 89344 w 114934"/>
              <a:gd name="connsiteY149" fmla="*/ 194679 h 655129"/>
              <a:gd name="connsiteX150" fmla="*/ 99695 w 114934"/>
              <a:gd name="connsiteY150" fmla="*/ 191936 h 655129"/>
              <a:gd name="connsiteX151" fmla="*/ 102743 w 114934"/>
              <a:gd name="connsiteY151" fmla="*/ 181573 h 655129"/>
              <a:gd name="connsiteX152" fmla="*/ 100774 w 114934"/>
              <a:gd name="connsiteY152" fmla="*/ 172733 h 655129"/>
              <a:gd name="connsiteX153" fmla="*/ 112967 w 114934"/>
              <a:gd name="connsiteY153" fmla="*/ 172733 h 655129"/>
              <a:gd name="connsiteX154" fmla="*/ 114935 w 114934"/>
              <a:gd name="connsiteY154" fmla="*/ 187059 h 655129"/>
              <a:gd name="connsiteX155" fmla="*/ 114935 w 114934"/>
              <a:gd name="connsiteY155" fmla="*/ 125639 h 655129"/>
              <a:gd name="connsiteX156" fmla="*/ 104902 w 114934"/>
              <a:gd name="connsiteY156" fmla="*/ 157490 h 655129"/>
              <a:gd name="connsiteX157" fmla="*/ 76200 w 114934"/>
              <a:gd name="connsiteY157" fmla="*/ 168920 h 655129"/>
              <a:gd name="connsiteX158" fmla="*/ 47752 w 114934"/>
              <a:gd name="connsiteY158" fmla="*/ 158709 h 655129"/>
              <a:gd name="connsiteX159" fmla="*/ 37211 w 114934"/>
              <a:gd name="connsiteY159" fmla="*/ 129296 h 655129"/>
              <a:gd name="connsiteX160" fmla="*/ 42101 w 114934"/>
              <a:gd name="connsiteY160" fmla="*/ 107808 h 655129"/>
              <a:gd name="connsiteX161" fmla="*/ 55372 w 114934"/>
              <a:gd name="connsiteY161" fmla="*/ 94549 h 655129"/>
              <a:gd name="connsiteX162" fmla="*/ 74549 w 114934"/>
              <a:gd name="connsiteY162" fmla="*/ 89977 h 655129"/>
              <a:gd name="connsiteX163" fmla="*/ 82169 w 114934"/>
              <a:gd name="connsiteY163" fmla="*/ 89977 h 655129"/>
              <a:gd name="connsiteX164" fmla="*/ 82169 w 114934"/>
              <a:gd name="connsiteY164" fmla="*/ 154290 h 655129"/>
              <a:gd name="connsiteX165" fmla="*/ 97727 w 114934"/>
              <a:gd name="connsiteY165" fmla="*/ 145603 h 655129"/>
              <a:gd name="connsiteX166" fmla="*/ 102743 w 114934"/>
              <a:gd name="connsiteY166" fmla="*/ 123810 h 655129"/>
              <a:gd name="connsiteX167" fmla="*/ 101536 w 114934"/>
              <a:gd name="connsiteY167" fmla="*/ 109637 h 655129"/>
              <a:gd name="connsiteX168" fmla="*/ 98044 w 114934"/>
              <a:gd name="connsiteY168" fmla="*/ 96987 h 655129"/>
              <a:gd name="connsiteX169" fmla="*/ 110363 w 114934"/>
              <a:gd name="connsiteY169" fmla="*/ 96987 h 655129"/>
              <a:gd name="connsiteX170" fmla="*/ 113538 w 114934"/>
              <a:gd name="connsiteY170" fmla="*/ 109941 h 655129"/>
              <a:gd name="connsiteX171" fmla="*/ 114935 w 114934"/>
              <a:gd name="connsiteY171" fmla="*/ 125639 h 655129"/>
              <a:gd name="connsiteX172" fmla="*/ 71374 w 114934"/>
              <a:gd name="connsiteY172" fmla="*/ 104455 h 655129"/>
              <a:gd name="connsiteX173" fmla="*/ 55372 w 114934"/>
              <a:gd name="connsiteY173" fmla="*/ 111313 h 655129"/>
              <a:gd name="connsiteX174" fmla="*/ 49530 w 114934"/>
              <a:gd name="connsiteY174" fmla="*/ 129601 h 655129"/>
              <a:gd name="connsiteX175" fmla="*/ 55499 w 114934"/>
              <a:gd name="connsiteY175" fmla="*/ 147584 h 655129"/>
              <a:gd name="connsiteX176" fmla="*/ 71374 w 114934"/>
              <a:gd name="connsiteY176" fmla="*/ 154290 h 655129"/>
              <a:gd name="connsiteX177" fmla="*/ 71374 w 114934"/>
              <a:gd name="connsiteY177" fmla="*/ 104455 h 655129"/>
              <a:gd name="connsiteX178" fmla="*/ 114935 w 114934"/>
              <a:gd name="connsiteY178" fmla="*/ 45415 h 655129"/>
              <a:gd name="connsiteX179" fmla="*/ 110236 w 114934"/>
              <a:gd name="connsiteY179" fmla="*/ 65227 h 655129"/>
              <a:gd name="connsiteX180" fmla="*/ 96647 w 114934"/>
              <a:gd name="connsiteY180" fmla="*/ 78943 h 655129"/>
              <a:gd name="connsiteX181" fmla="*/ 76200 w 114934"/>
              <a:gd name="connsiteY181" fmla="*/ 83820 h 655129"/>
              <a:gd name="connsiteX182" fmla="*/ 55943 w 114934"/>
              <a:gd name="connsiteY182" fmla="*/ 78943 h 655129"/>
              <a:gd name="connsiteX183" fmla="*/ 42228 w 114934"/>
              <a:gd name="connsiteY183" fmla="*/ 65227 h 655129"/>
              <a:gd name="connsiteX184" fmla="*/ 37211 w 114934"/>
              <a:gd name="connsiteY184" fmla="*/ 45415 h 655129"/>
              <a:gd name="connsiteX185" fmla="*/ 49276 w 114934"/>
              <a:gd name="connsiteY185" fmla="*/ 15392 h 655129"/>
              <a:gd name="connsiteX186" fmla="*/ 0 w 114934"/>
              <a:gd name="connsiteY186" fmla="*/ 15392 h 655129"/>
              <a:gd name="connsiteX187" fmla="*/ 0 w 114934"/>
              <a:gd name="connsiteY187" fmla="*/ 0 h 655129"/>
              <a:gd name="connsiteX188" fmla="*/ 112649 w 114934"/>
              <a:gd name="connsiteY188" fmla="*/ 0 h 655129"/>
              <a:gd name="connsiteX189" fmla="*/ 112649 w 114934"/>
              <a:gd name="connsiteY189" fmla="*/ 14935 h 655129"/>
              <a:gd name="connsiteX190" fmla="*/ 101981 w 114934"/>
              <a:gd name="connsiteY190" fmla="*/ 14935 h 655129"/>
              <a:gd name="connsiteX191" fmla="*/ 111887 w 114934"/>
              <a:gd name="connsiteY191" fmla="*/ 28346 h 655129"/>
              <a:gd name="connsiteX192" fmla="*/ 114935 w 114934"/>
              <a:gd name="connsiteY192" fmla="*/ 45415 h 655129"/>
              <a:gd name="connsiteX193" fmla="*/ 102743 w 114934"/>
              <a:gd name="connsiteY193" fmla="*/ 41910 h 655129"/>
              <a:gd name="connsiteX194" fmla="*/ 97854 w 114934"/>
              <a:gd name="connsiteY194" fmla="*/ 25451 h 655129"/>
              <a:gd name="connsiteX195" fmla="*/ 84455 w 114934"/>
              <a:gd name="connsiteY195" fmla="*/ 15392 h 655129"/>
              <a:gd name="connsiteX196" fmla="*/ 68008 w 114934"/>
              <a:gd name="connsiteY196" fmla="*/ 15392 h 655129"/>
              <a:gd name="connsiteX197" fmla="*/ 54610 w 114934"/>
              <a:gd name="connsiteY197" fmla="*/ 25298 h 655129"/>
              <a:gd name="connsiteX198" fmla="*/ 49530 w 114934"/>
              <a:gd name="connsiteY198" fmla="*/ 41910 h 655129"/>
              <a:gd name="connsiteX199" fmla="*/ 52895 w 114934"/>
              <a:gd name="connsiteY199" fmla="*/ 55474 h 655129"/>
              <a:gd name="connsiteX200" fmla="*/ 62357 w 114934"/>
              <a:gd name="connsiteY200" fmla="*/ 64922 h 655129"/>
              <a:gd name="connsiteX201" fmla="*/ 76200 w 114934"/>
              <a:gd name="connsiteY201" fmla="*/ 68275 h 655129"/>
              <a:gd name="connsiteX202" fmla="*/ 90106 w 114934"/>
              <a:gd name="connsiteY202" fmla="*/ 64922 h 655129"/>
              <a:gd name="connsiteX203" fmla="*/ 99568 w 114934"/>
              <a:gd name="connsiteY203" fmla="*/ 55474 h 655129"/>
              <a:gd name="connsiteX204" fmla="*/ 102743 w 114934"/>
              <a:gd name="connsiteY204" fmla="*/ 41910 h 65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114934" h="655129">
                <a:moveTo>
                  <a:pt x="6096" y="655130"/>
                </a:moveTo>
                <a:lnTo>
                  <a:pt x="6096" y="612305"/>
                </a:lnTo>
                <a:cubicBezTo>
                  <a:pt x="6096" y="600926"/>
                  <a:pt x="8890" y="592188"/>
                  <a:pt x="14351" y="586092"/>
                </a:cubicBezTo>
                <a:cubicBezTo>
                  <a:pt x="19812" y="579996"/>
                  <a:pt x="27877" y="576948"/>
                  <a:pt x="38418" y="576948"/>
                </a:cubicBezTo>
                <a:cubicBezTo>
                  <a:pt x="46228" y="576948"/>
                  <a:pt x="52895" y="579031"/>
                  <a:pt x="58420" y="583197"/>
                </a:cubicBezTo>
                <a:cubicBezTo>
                  <a:pt x="63754" y="587362"/>
                  <a:pt x="67437" y="593255"/>
                  <a:pt x="69342" y="600875"/>
                </a:cubicBezTo>
                <a:lnTo>
                  <a:pt x="112649" y="577406"/>
                </a:lnTo>
                <a:lnTo>
                  <a:pt x="112649" y="593560"/>
                </a:lnTo>
                <a:lnTo>
                  <a:pt x="70612" y="616268"/>
                </a:lnTo>
                <a:lnTo>
                  <a:pt x="70612" y="639585"/>
                </a:lnTo>
                <a:lnTo>
                  <a:pt x="112649" y="639585"/>
                </a:lnTo>
                <a:lnTo>
                  <a:pt x="112649" y="655130"/>
                </a:lnTo>
                <a:lnTo>
                  <a:pt x="6096" y="655130"/>
                </a:lnTo>
                <a:close/>
                <a:moveTo>
                  <a:pt x="57468" y="614896"/>
                </a:moveTo>
                <a:cubicBezTo>
                  <a:pt x="57468" y="608089"/>
                  <a:pt x="55880" y="602704"/>
                  <a:pt x="52768" y="598742"/>
                </a:cubicBezTo>
                <a:cubicBezTo>
                  <a:pt x="49530" y="594678"/>
                  <a:pt x="44704" y="592646"/>
                  <a:pt x="38418" y="592646"/>
                </a:cubicBezTo>
                <a:cubicBezTo>
                  <a:pt x="31496" y="592646"/>
                  <a:pt x="26606" y="594627"/>
                  <a:pt x="23622" y="598589"/>
                </a:cubicBezTo>
                <a:cubicBezTo>
                  <a:pt x="20701" y="602450"/>
                  <a:pt x="19241" y="607886"/>
                  <a:pt x="19241" y="614896"/>
                </a:cubicBezTo>
                <a:lnTo>
                  <a:pt x="19241" y="639585"/>
                </a:lnTo>
                <a:lnTo>
                  <a:pt x="57468" y="639585"/>
                </a:lnTo>
                <a:lnTo>
                  <a:pt x="57468" y="614896"/>
                </a:lnTo>
                <a:close/>
                <a:moveTo>
                  <a:pt x="114935" y="533667"/>
                </a:moveTo>
                <a:cubicBezTo>
                  <a:pt x="114935" y="547180"/>
                  <a:pt x="111569" y="557797"/>
                  <a:pt x="104902" y="565518"/>
                </a:cubicBezTo>
                <a:cubicBezTo>
                  <a:pt x="98044" y="573138"/>
                  <a:pt x="88519" y="576948"/>
                  <a:pt x="76200" y="576948"/>
                </a:cubicBezTo>
                <a:cubicBezTo>
                  <a:pt x="64262" y="576948"/>
                  <a:pt x="54737" y="573545"/>
                  <a:pt x="47752" y="566738"/>
                </a:cubicBezTo>
                <a:cubicBezTo>
                  <a:pt x="40704" y="559829"/>
                  <a:pt x="37211" y="550024"/>
                  <a:pt x="37211" y="537324"/>
                </a:cubicBezTo>
                <a:cubicBezTo>
                  <a:pt x="37211" y="528892"/>
                  <a:pt x="38862" y="521729"/>
                  <a:pt x="42101" y="515836"/>
                </a:cubicBezTo>
                <a:cubicBezTo>
                  <a:pt x="45212" y="509943"/>
                  <a:pt x="49657" y="505523"/>
                  <a:pt x="55372" y="502577"/>
                </a:cubicBezTo>
                <a:cubicBezTo>
                  <a:pt x="60960" y="499529"/>
                  <a:pt x="67310" y="498005"/>
                  <a:pt x="74549" y="498005"/>
                </a:cubicBezTo>
                <a:lnTo>
                  <a:pt x="82169" y="498005"/>
                </a:lnTo>
                <a:lnTo>
                  <a:pt x="82169" y="562318"/>
                </a:lnTo>
                <a:cubicBezTo>
                  <a:pt x="89091" y="561810"/>
                  <a:pt x="94234" y="558914"/>
                  <a:pt x="97727" y="553631"/>
                </a:cubicBezTo>
                <a:cubicBezTo>
                  <a:pt x="101092" y="548246"/>
                  <a:pt x="102743" y="540982"/>
                  <a:pt x="102743" y="531838"/>
                </a:cubicBezTo>
                <a:cubicBezTo>
                  <a:pt x="102743" y="527164"/>
                  <a:pt x="102362" y="522440"/>
                  <a:pt x="101536" y="517665"/>
                </a:cubicBezTo>
                <a:cubicBezTo>
                  <a:pt x="100584" y="512890"/>
                  <a:pt x="99441" y="508673"/>
                  <a:pt x="98044" y="505016"/>
                </a:cubicBezTo>
                <a:lnTo>
                  <a:pt x="110363" y="505016"/>
                </a:lnTo>
                <a:cubicBezTo>
                  <a:pt x="111696" y="508267"/>
                  <a:pt x="112776" y="512585"/>
                  <a:pt x="113538" y="517969"/>
                </a:cubicBezTo>
                <a:cubicBezTo>
                  <a:pt x="114491" y="523253"/>
                  <a:pt x="114935" y="528485"/>
                  <a:pt x="114935" y="533667"/>
                </a:cubicBezTo>
                <a:close/>
                <a:moveTo>
                  <a:pt x="71374" y="512483"/>
                </a:moveTo>
                <a:cubicBezTo>
                  <a:pt x="64453" y="512686"/>
                  <a:pt x="59118" y="514972"/>
                  <a:pt x="55372" y="519341"/>
                </a:cubicBezTo>
                <a:cubicBezTo>
                  <a:pt x="51498" y="523608"/>
                  <a:pt x="49530" y="529704"/>
                  <a:pt x="49530" y="537629"/>
                </a:cubicBezTo>
                <a:cubicBezTo>
                  <a:pt x="49530" y="545351"/>
                  <a:pt x="51562" y="551345"/>
                  <a:pt x="55499" y="555612"/>
                </a:cubicBezTo>
                <a:cubicBezTo>
                  <a:pt x="59436" y="559880"/>
                  <a:pt x="64770" y="562115"/>
                  <a:pt x="71374" y="562318"/>
                </a:cubicBezTo>
                <a:lnTo>
                  <a:pt x="71374" y="512483"/>
                </a:lnTo>
                <a:close/>
                <a:moveTo>
                  <a:pt x="114935" y="461823"/>
                </a:moveTo>
                <a:cubicBezTo>
                  <a:pt x="114935" y="466903"/>
                  <a:pt x="114300" y="472288"/>
                  <a:pt x="112967" y="477977"/>
                </a:cubicBezTo>
                <a:cubicBezTo>
                  <a:pt x="111760" y="483667"/>
                  <a:pt x="110045" y="488137"/>
                  <a:pt x="107950" y="491388"/>
                </a:cubicBezTo>
                <a:lnTo>
                  <a:pt x="94805" y="491388"/>
                </a:lnTo>
                <a:cubicBezTo>
                  <a:pt x="97155" y="487426"/>
                  <a:pt x="99060" y="482854"/>
                  <a:pt x="100584" y="477672"/>
                </a:cubicBezTo>
                <a:cubicBezTo>
                  <a:pt x="102044" y="472491"/>
                  <a:pt x="102743" y="467462"/>
                  <a:pt x="102743" y="462585"/>
                </a:cubicBezTo>
                <a:cubicBezTo>
                  <a:pt x="102743" y="457098"/>
                  <a:pt x="102108" y="453085"/>
                  <a:pt x="100774" y="450545"/>
                </a:cubicBezTo>
                <a:cubicBezTo>
                  <a:pt x="99441" y="448005"/>
                  <a:pt x="97282" y="446735"/>
                  <a:pt x="94361" y="446735"/>
                </a:cubicBezTo>
                <a:cubicBezTo>
                  <a:pt x="92139" y="446735"/>
                  <a:pt x="90360" y="447345"/>
                  <a:pt x="89027" y="448564"/>
                </a:cubicBezTo>
                <a:cubicBezTo>
                  <a:pt x="87630" y="449682"/>
                  <a:pt x="86360" y="451663"/>
                  <a:pt x="85217" y="454508"/>
                </a:cubicBezTo>
                <a:cubicBezTo>
                  <a:pt x="84074" y="457251"/>
                  <a:pt x="82804" y="461416"/>
                  <a:pt x="81280" y="467004"/>
                </a:cubicBezTo>
                <a:cubicBezTo>
                  <a:pt x="79502" y="472999"/>
                  <a:pt x="77788" y="477774"/>
                  <a:pt x="76073" y="481330"/>
                </a:cubicBezTo>
                <a:cubicBezTo>
                  <a:pt x="74231" y="484784"/>
                  <a:pt x="71945" y="487426"/>
                  <a:pt x="69215" y="489255"/>
                </a:cubicBezTo>
                <a:cubicBezTo>
                  <a:pt x="66484" y="490982"/>
                  <a:pt x="62929" y="491846"/>
                  <a:pt x="58547" y="491846"/>
                </a:cubicBezTo>
                <a:cubicBezTo>
                  <a:pt x="51562" y="491846"/>
                  <a:pt x="46228" y="489102"/>
                  <a:pt x="42672" y="483616"/>
                </a:cubicBezTo>
                <a:cubicBezTo>
                  <a:pt x="39053" y="478028"/>
                  <a:pt x="37211" y="470560"/>
                  <a:pt x="37211" y="461213"/>
                </a:cubicBezTo>
                <a:cubicBezTo>
                  <a:pt x="37211" y="456336"/>
                  <a:pt x="37655" y="451561"/>
                  <a:pt x="38608" y="446888"/>
                </a:cubicBezTo>
                <a:cubicBezTo>
                  <a:pt x="39497" y="442214"/>
                  <a:pt x="40767" y="438455"/>
                  <a:pt x="42418" y="435610"/>
                </a:cubicBezTo>
                <a:lnTo>
                  <a:pt x="55181" y="435610"/>
                </a:lnTo>
                <a:cubicBezTo>
                  <a:pt x="53467" y="438556"/>
                  <a:pt x="52070" y="442214"/>
                  <a:pt x="51054" y="446583"/>
                </a:cubicBezTo>
                <a:cubicBezTo>
                  <a:pt x="50038" y="450850"/>
                  <a:pt x="49530" y="455219"/>
                  <a:pt x="49530" y="459689"/>
                </a:cubicBezTo>
                <a:cubicBezTo>
                  <a:pt x="49530" y="465074"/>
                  <a:pt x="50229" y="469189"/>
                  <a:pt x="51562" y="472034"/>
                </a:cubicBezTo>
                <a:cubicBezTo>
                  <a:pt x="52832" y="474878"/>
                  <a:pt x="55181" y="476301"/>
                  <a:pt x="58547" y="476301"/>
                </a:cubicBezTo>
                <a:cubicBezTo>
                  <a:pt x="60706" y="476301"/>
                  <a:pt x="62420" y="475691"/>
                  <a:pt x="63754" y="474472"/>
                </a:cubicBezTo>
                <a:cubicBezTo>
                  <a:pt x="65024" y="473253"/>
                  <a:pt x="66230" y="471322"/>
                  <a:pt x="67246" y="468681"/>
                </a:cubicBezTo>
                <a:cubicBezTo>
                  <a:pt x="68135" y="465938"/>
                  <a:pt x="69342" y="461620"/>
                  <a:pt x="70866" y="455727"/>
                </a:cubicBezTo>
                <a:cubicBezTo>
                  <a:pt x="73406" y="446481"/>
                  <a:pt x="76454" y="440080"/>
                  <a:pt x="79883" y="436524"/>
                </a:cubicBezTo>
                <a:cubicBezTo>
                  <a:pt x="83312" y="432867"/>
                  <a:pt x="88138" y="431038"/>
                  <a:pt x="94234" y="431038"/>
                </a:cubicBezTo>
                <a:cubicBezTo>
                  <a:pt x="100520" y="431038"/>
                  <a:pt x="105537" y="433629"/>
                  <a:pt x="109283" y="438810"/>
                </a:cubicBezTo>
                <a:cubicBezTo>
                  <a:pt x="113030" y="443992"/>
                  <a:pt x="114935" y="451663"/>
                  <a:pt x="114935" y="461823"/>
                </a:cubicBezTo>
                <a:close/>
                <a:moveTo>
                  <a:pt x="114935" y="395895"/>
                </a:moveTo>
                <a:cubicBezTo>
                  <a:pt x="114935" y="403311"/>
                  <a:pt x="112776" y="409052"/>
                  <a:pt x="108521" y="413116"/>
                </a:cubicBezTo>
                <a:cubicBezTo>
                  <a:pt x="104267" y="417078"/>
                  <a:pt x="98234" y="419059"/>
                  <a:pt x="90424" y="419059"/>
                </a:cubicBezTo>
                <a:lnTo>
                  <a:pt x="51371" y="419059"/>
                </a:lnTo>
                <a:lnTo>
                  <a:pt x="51371" y="430187"/>
                </a:lnTo>
                <a:lnTo>
                  <a:pt x="39497" y="430187"/>
                </a:lnTo>
                <a:lnTo>
                  <a:pt x="39497" y="419059"/>
                </a:lnTo>
                <a:lnTo>
                  <a:pt x="17526" y="419059"/>
                </a:lnTo>
                <a:lnTo>
                  <a:pt x="17526" y="403515"/>
                </a:lnTo>
                <a:lnTo>
                  <a:pt x="39497" y="403515"/>
                </a:lnTo>
                <a:lnTo>
                  <a:pt x="39497" y="385531"/>
                </a:lnTo>
                <a:lnTo>
                  <a:pt x="51371" y="385531"/>
                </a:lnTo>
                <a:lnTo>
                  <a:pt x="51371" y="403515"/>
                </a:lnTo>
                <a:lnTo>
                  <a:pt x="89344" y="403515"/>
                </a:lnTo>
                <a:cubicBezTo>
                  <a:pt x="94234" y="403515"/>
                  <a:pt x="97663" y="402600"/>
                  <a:pt x="99695" y="400771"/>
                </a:cubicBezTo>
                <a:cubicBezTo>
                  <a:pt x="101727" y="398841"/>
                  <a:pt x="102743" y="395387"/>
                  <a:pt x="102743" y="390408"/>
                </a:cubicBezTo>
                <a:cubicBezTo>
                  <a:pt x="102743" y="387462"/>
                  <a:pt x="102108" y="384515"/>
                  <a:pt x="100774" y="381569"/>
                </a:cubicBezTo>
                <a:lnTo>
                  <a:pt x="112967" y="381569"/>
                </a:lnTo>
                <a:cubicBezTo>
                  <a:pt x="114300" y="385430"/>
                  <a:pt x="114935" y="390205"/>
                  <a:pt x="114935" y="395895"/>
                </a:cubicBezTo>
                <a:close/>
                <a:moveTo>
                  <a:pt x="39497" y="374708"/>
                </a:moveTo>
                <a:lnTo>
                  <a:pt x="39497" y="359773"/>
                </a:lnTo>
                <a:lnTo>
                  <a:pt x="52578" y="359773"/>
                </a:lnTo>
                <a:cubicBezTo>
                  <a:pt x="48133" y="356725"/>
                  <a:pt x="44831" y="352457"/>
                  <a:pt x="42672" y="346971"/>
                </a:cubicBezTo>
                <a:cubicBezTo>
                  <a:pt x="40577" y="341383"/>
                  <a:pt x="39497" y="334931"/>
                  <a:pt x="39497" y="327616"/>
                </a:cubicBezTo>
                <a:lnTo>
                  <a:pt x="51562" y="327616"/>
                </a:lnTo>
                <a:cubicBezTo>
                  <a:pt x="51562" y="335439"/>
                  <a:pt x="52832" y="342145"/>
                  <a:pt x="55372" y="347733"/>
                </a:cubicBezTo>
                <a:cubicBezTo>
                  <a:pt x="57912" y="353321"/>
                  <a:pt x="61913" y="357182"/>
                  <a:pt x="67373" y="359315"/>
                </a:cubicBezTo>
                <a:lnTo>
                  <a:pt x="112649" y="359315"/>
                </a:lnTo>
                <a:lnTo>
                  <a:pt x="112649" y="374708"/>
                </a:lnTo>
                <a:lnTo>
                  <a:pt x="39497" y="374708"/>
                </a:lnTo>
                <a:close/>
                <a:moveTo>
                  <a:pt x="25146" y="312465"/>
                </a:moveTo>
                <a:cubicBezTo>
                  <a:pt x="25146" y="315005"/>
                  <a:pt x="24320" y="317139"/>
                  <a:pt x="22606" y="318866"/>
                </a:cubicBezTo>
                <a:cubicBezTo>
                  <a:pt x="20828" y="320593"/>
                  <a:pt x="18732" y="321457"/>
                  <a:pt x="16193" y="321457"/>
                </a:cubicBezTo>
                <a:cubicBezTo>
                  <a:pt x="13653" y="321457"/>
                  <a:pt x="11493" y="320593"/>
                  <a:pt x="9779" y="318866"/>
                </a:cubicBezTo>
                <a:cubicBezTo>
                  <a:pt x="8065" y="317139"/>
                  <a:pt x="7176" y="315005"/>
                  <a:pt x="7176" y="312465"/>
                </a:cubicBezTo>
                <a:cubicBezTo>
                  <a:pt x="7176" y="309823"/>
                  <a:pt x="8065" y="307639"/>
                  <a:pt x="9779" y="305912"/>
                </a:cubicBezTo>
                <a:cubicBezTo>
                  <a:pt x="11493" y="304083"/>
                  <a:pt x="13653" y="303169"/>
                  <a:pt x="16193" y="303169"/>
                </a:cubicBezTo>
                <a:cubicBezTo>
                  <a:pt x="18732" y="303169"/>
                  <a:pt x="20828" y="304083"/>
                  <a:pt x="22606" y="305912"/>
                </a:cubicBezTo>
                <a:cubicBezTo>
                  <a:pt x="24320" y="307639"/>
                  <a:pt x="25146" y="309823"/>
                  <a:pt x="25146" y="312465"/>
                </a:cubicBezTo>
                <a:close/>
                <a:moveTo>
                  <a:pt x="39497" y="320238"/>
                </a:moveTo>
                <a:lnTo>
                  <a:pt x="39497" y="304540"/>
                </a:lnTo>
                <a:lnTo>
                  <a:pt x="112649" y="304540"/>
                </a:lnTo>
                <a:lnTo>
                  <a:pt x="112649" y="320238"/>
                </a:lnTo>
                <a:lnTo>
                  <a:pt x="39497" y="320238"/>
                </a:lnTo>
                <a:close/>
                <a:moveTo>
                  <a:pt x="114935" y="252420"/>
                </a:moveTo>
                <a:cubicBezTo>
                  <a:pt x="114935" y="260548"/>
                  <a:pt x="113411" y="267761"/>
                  <a:pt x="110363" y="274060"/>
                </a:cubicBezTo>
                <a:cubicBezTo>
                  <a:pt x="107315" y="280359"/>
                  <a:pt x="102870" y="285287"/>
                  <a:pt x="97092" y="288843"/>
                </a:cubicBezTo>
                <a:cubicBezTo>
                  <a:pt x="91186" y="292298"/>
                  <a:pt x="84265" y="294025"/>
                  <a:pt x="76200" y="294025"/>
                </a:cubicBezTo>
                <a:cubicBezTo>
                  <a:pt x="68199" y="294025"/>
                  <a:pt x="61278" y="292298"/>
                  <a:pt x="55499" y="288843"/>
                </a:cubicBezTo>
                <a:cubicBezTo>
                  <a:pt x="49593" y="285287"/>
                  <a:pt x="45085" y="280359"/>
                  <a:pt x="41910" y="274060"/>
                </a:cubicBezTo>
                <a:cubicBezTo>
                  <a:pt x="38798" y="267659"/>
                  <a:pt x="37211" y="260344"/>
                  <a:pt x="37211" y="252115"/>
                </a:cubicBezTo>
                <a:cubicBezTo>
                  <a:pt x="37211" y="240939"/>
                  <a:pt x="39370" y="231998"/>
                  <a:pt x="43752" y="225292"/>
                </a:cubicBezTo>
                <a:lnTo>
                  <a:pt x="56388" y="225292"/>
                </a:lnTo>
                <a:cubicBezTo>
                  <a:pt x="51816" y="231896"/>
                  <a:pt x="49530" y="240329"/>
                  <a:pt x="49530" y="250591"/>
                </a:cubicBezTo>
                <a:cubicBezTo>
                  <a:pt x="49530" y="258922"/>
                  <a:pt x="51816" y="265678"/>
                  <a:pt x="56388" y="270860"/>
                </a:cubicBezTo>
                <a:cubicBezTo>
                  <a:pt x="60896" y="275940"/>
                  <a:pt x="67501" y="278480"/>
                  <a:pt x="76200" y="278480"/>
                </a:cubicBezTo>
                <a:cubicBezTo>
                  <a:pt x="84963" y="278480"/>
                  <a:pt x="91567" y="275940"/>
                  <a:pt x="96012" y="270860"/>
                </a:cubicBezTo>
                <a:cubicBezTo>
                  <a:pt x="100520" y="265780"/>
                  <a:pt x="102743" y="259125"/>
                  <a:pt x="102743" y="250895"/>
                </a:cubicBezTo>
                <a:cubicBezTo>
                  <a:pt x="102743" y="240634"/>
                  <a:pt x="100330" y="231795"/>
                  <a:pt x="95441" y="224378"/>
                </a:cubicBezTo>
                <a:lnTo>
                  <a:pt x="107950" y="224378"/>
                </a:lnTo>
                <a:cubicBezTo>
                  <a:pt x="110363" y="227934"/>
                  <a:pt x="112141" y="231998"/>
                  <a:pt x="113284" y="236570"/>
                </a:cubicBezTo>
                <a:cubicBezTo>
                  <a:pt x="114364" y="241040"/>
                  <a:pt x="114935" y="246323"/>
                  <a:pt x="114935" y="252420"/>
                </a:cubicBezTo>
                <a:close/>
                <a:moveTo>
                  <a:pt x="114935" y="187059"/>
                </a:moveTo>
                <a:cubicBezTo>
                  <a:pt x="114935" y="194476"/>
                  <a:pt x="112776" y="200216"/>
                  <a:pt x="108521" y="204280"/>
                </a:cubicBezTo>
                <a:cubicBezTo>
                  <a:pt x="104267" y="208243"/>
                  <a:pt x="98234" y="210224"/>
                  <a:pt x="90424" y="210224"/>
                </a:cubicBezTo>
                <a:lnTo>
                  <a:pt x="51371" y="210224"/>
                </a:lnTo>
                <a:lnTo>
                  <a:pt x="51371" y="221349"/>
                </a:lnTo>
                <a:lnTo>
                  <a:pt x="39497" y="221349"/>
                </a:lnTo>
                <a:lnTo>
                  <a:pt x="39497" y="210224"/>
                </a:lnTo>
                <a:lnTo>
                  <a:pt x="17526" y="210224"/>
                </a:lnTo>
                <a:lnTo>
                  <a:pt x="17526" y="194679"/>
                </a:lnTo>
                <a:lnTo>
                  <a:pt x="39497" y="194679"/>
                </a:lnTo>
                <a:lnTo>
                  <a:pt x="39497" y="176696"/>
                </a:lnTo>
                <a:lnTo>
                  <a:pt x="51371" y="176696"/>
                </a:lnTo>
                <a:lnTo>
                  <a:pt x="51371" y="194679"/>
                </a:lnTo>
                <a:lnTo>
                  <a:pt x="89344" y="194679"/>
                </a:lnTo>
                <a:cubicBezTo>
                  <a:pt x="94234" y="194679"/>
                  <a:pt x="97663" y="193765"/>
                  <a:pt x="99695" y="191936"/>
                </a:cubicBezTo>
                <a:cubicBezTo>
                  <a:pt x="101727" y="190005"/>
                  <a:pt x="102743" y="186551"/>
                  <a:pt x="102743" y="181573"/>
                </a:cubicBezTo>
                <a:cubicBezTo>
                  <a:pt x="102743" y="178626"/>
                  <a:pt x="102108" y="175680"/>
                  <a:pt x="100774" y="172733"/>
                </a:cubicBezTo>
                <a:lnTo>
                  <a:pt x="112967" y="172733"/>
                </a:lnTo>
                <a:cubicBezTo>
                  <a:pt x="114300" y="176594"/>
                  <a:pt x="114935" y="181369"/>
                  <a:pt x="114935" y="187059"/>
                </a:cubicBezTo>
                <a:close/>
                <a:moveTo>
                  <a:pt x="114935" y="125639"/>
                </a:moveTo>
                <a:cubicBezTo>
                  <a:pt x="114935" y="139151"/>
                  <a:pt x="111569" y="149769"/>
                  <a:pt x="104902" y="157490"/>
                </a:cubicBezTo>
                <a:cubicBezTo>
                  <a:pt x="98044" y="165110"/>
                  <a:pt x="88519" y="168920"/>
                  <a:pt x="76200" y="168920"/>
                </a:cubicBezTo>
                <a:cubicBezTo>
                  <a:pt x="64262" y="168920"/>
                  <a:pt x="54737" y="165517"/>
                  <a:pt x="47752" y="158709"/>
                </a:cubicBezTo>
                <a:cubicBezTo>
                  <a:pt x="40704" y="151801"/>
                  <a:pt x="37211" y="141996"/>
                  <a:pt x="37211" y="129296"/>
                </a:cubicBezTo>
                <a:cubicBezTo>
                  <a:pt x="37211" y="120863"/>
                  <a:pt x="38862" y="113701"/>
                  <a:pt x="42101" y="107808"/>
                </a:cubicBezTo>
                <a:cubicBezTo>
                  <a:pt x="45212" y="101915"/>
                  <a:pt x="49657" y="97495"/>
                  <a:pt x="55372" y="94549"/>
                </a:cubicBezTo>
                <a:cubicBezTo>
                  <a:pt x="60960" y="91501"/>
                  <a:pt x="67310" y="89977"/>
                  <a:pt x="74549" y="89977"/>
                </a:cubicBezTo>
                <a:lnTo>
                  <a:pt x="82169" y="89977"/>
                </a:lnTo>
                <a:lnTo>
                  <a:pt x="82169" y="154290"/>
                </a:lnTo>
                <a:cubicBezTo>
                  <a:pt x="89091" y="153782"/>
                  <a:pt x="94234" y="150886"/>
                  <a:pt x="97727" y="145603"/>
                </a:cubicBezTo>
                <a:cubicBezTo>
                  <a:pt x="101092" y="140218"/>
                  <a:pt x="102743" y="132954"/>
                  <a:pt x="102743" y="123810"/>
                </a:cubicBezTo>
                <a:cubicBezTo>
                  <a:pt x="102743" y="119136"/>
                  <a:pt x="102362" y="114412"/>
                  <a:pt x="101536" y="109637"/>
                </a:cubicBezTo>
                <a:cubicBezTo>
                  <a:pt x="100584" y="104861"/>
                  <a:pt x="99441" y="100645"/>
                  <a:pt x="98044" y="96987"/>
                </a:cubicBezTo>
                <a:lnTo>
                  <a:pt x="110363" y="96987"/>
                </a:lnTo>
                <a:cubicBezTo>
                  <a:pt x="111696" y="100239"/>
                  <a:pt x="112776" y="104557"/>
                  <a:pt x="113538" y="109941"/>
                </a:cubicBezTo>
                <a:cubicBezTo>
                  <a:pt x="114491" y="115225"/>
                  <a:pt x="114935" y="120457"/>
                  <a:pt x="114935" y="125639"/>
                </a:cubicBezTo>
                <a:close/>
                <a:moveTo>
                  <a:pt x="71374" y="104455"/>
                </a:moveTo>
                <a:cubicBezTo>
                  <a:pt x="64453" y="104658"/>
                  <a:pt x="59118" y="106944"/>
                  <a:pt x="55372" y="111313"/>
                </a:cubicBezTo>
                <a:cubicBezTo>
                  <a:pt x="51498" y="115580"/>
                  <a:pt x="49530" y="121676"/>
                  <a:pt x="49530" y="129601"/>
                </a:cubicBezTo>
                <a:cubicBezTo>
                  <a:pt x="49530" y="137323"/>
                  <a:pt x="51562" y="143317"/>
                  <a:pt x="55499" y="147584"/>
                </a:cubicBezTo>
                <a:cubicBezTo>
                  <a:pt x="59436" y="151851"/>
                  <a:pt x="64770" y="154087"/>
                  <a:pt x="71374" y="154290"/>
                </a:cubicBezTo>
                <a:lnTo>
                  <a:pt x="71374" y="104455"/>
                </a:lnTo>
                <a:close/>
                <a:moveTo>
                  <a:pt x="114935" y="45415"/>
                </a:moveTo>
                <a:cubicBezTo>
                  <a:pt x="114935" y="52730"/>
                  <a:pt x="113347" y="59334"/>
                  <a:pt x="110236" y="65227"/>
                </a:cubicBezTo>
                <a:cubicBezTo>
                  <a:pt x="106934" y="71018"/>
                  <a:pt x="102426" y="75590"/>
                  <a:pt x="96647" y="78943"/>
                </a:cubicBezTo>
                <a:cubicBezTo>
                  <a:pt x="90742" y="82194"/>
                  <a:pt x="83947" y="83820"/>
                  <a:pt x="76200" y="83820"/>
                </a:cubicBezTo>
                <a:cubicBezTo>
                  <a:pt x="68580" y="83820"/>
                  <a:pt x="61849" y="82194"/>
                  <a:pt x="55943" y="78943"/>
                </a:cubicBezTo>
                <a:cubicBezTo>
                  <a:pt x="50038" y="75590"/>
                  <a:pt x="45466" y="71018"/>
                  <a:pt x="42228" y="65227"/>
                </a:cubicBezTo>
                <a:cubicBezTo>
                  <a:pt x="38862" y="59334"/>
                  <a:pt x="37211" y="52730"/>
                  <a:pt x="37211" y="45415"/>
                </a:cubicBezTo>
                <a:cubicBezTo>
                  <a:pt x="37211" y="32207"/>
                  <a:pt x="41211" y="22200"/>
                  <a:pt x="49276" y="15392"/>
                </a:cubicBezTo>
                <a:lnTo>
                  <a:pt x="0" y="15392"/>
                </a:lnTo>
                <a:lnTo>
                  <a:pt x="0" y="0"/>
                </a:lnTo>
                <a:lnTo>
                  <a:pt x="112649" y="0"/>
                </a:lnTo>
                <a:lnTo>
                  <a:pt x="112649" y="14935"/>
                </a:lnTo>
                <a:lnTo>
                  <a:pt x="101981" y="14935"/>
                </a:lnTo>
                <a:cubicBezTo>
                  <a:pt x="106426" y="18999"/>
                  <a:pt x="109728" y="23470"/>
                  <a:pt x="111887" y="28346"/>
                </a:cubicBezTo>
                <a:cubicBezTo>
                  <a:pt x="113919" y="33122"/>
                  <a:pt x="114935" y="38811"/>
                  <a:pt x="114935" y="45415"/>
                </a:cubicBezTo>
                <a:close/>
                <a:moveTo>
                  <a:pt x="102743" y="41910"/>
                </a:moveTo>
                <a:cubicBezTo>
                  <a:pt x="102743" y="35611"/>
                  <a:pt x="101092" y="30124"/>
                  <a:pt x="97854" y="25451"/>
                </a:cubicBezTo>
                <a:cubicBezTo>
                  <a:pt x="94488" y="20676"/>
                  <a:pt x="90043" y="17323"/>
                  <a:pt x="84455" y="15392"/>
                </a:cubicBezTo>
                <a:lnTo>
                  <a:pt x="68008" y="15392"/>
                </a:lnTo>
                <a:cubicBezTo>
                  <a:pt x="62420" y="17120"/>
                  <a:pt x="57912" y="20422"/>
                  <a:pt x="54610" y="25298"/>
                </a:cubicBezTo>
                <a:cubicBezTo>
                  <a:pt x="51244" y="30074"/>
                  <a:pt x="49530" y="35611"/>
                  <a:pt x="49530" y="41910"/>
                </a:cubicBezTo>
                <a:cubicBezTo>
                  <a:pt x="49530" y="46888"/>
                  <a:pt x="50673" y="51410"/>
                  <a:pt x="52895" y="55474"/>
                </a:cubicBezTo>
                <a:cubicBezTo>
                  <a:pt x="55118" y="59436"/>
                  <a:pt x="58293" y="62586"/>
                  <a:pt x="62357" y="64922"/>
                </a:cubicBezTo>
                <a:cubicBezTo>
                  <a:pt x="66421" y="67158"/>
                  <a:pt x="71056" y="68275"/>
                  <a:pt x="76200" y="68275"/>
                </a:cubicBezTo>
                <a:cubicBezTo>
                  <a:pt x="81407" y="68275"/>
                  <a:pt x="86043" y="67158"/>
                  <a:pt x="90106" y="64922"/>
                </a:cubicBezTo>
                <a:cubicBezTo>
                  <a:pt x="94170" y="62586"/>
                  <a:pt x="97282" y="59436"/>
                  <a:pt x="99568" y="55474"/>
                </a:cubicBezTo>
                <a:cubicBezTo>
                  <a:pt x="101664" y="51410"/>
                  <a:pt x="102743" y="46888"/>
                  <a:pt x="102743" y="41910"/>
                </a:cubicBezTo>
                <a:close/>
              </a:path>
            </a:pathLst>
          </a:custGeom>
          <a:solidFill>
            <a:srgbClr val="808080">
              <a:alpha val="3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ACB7C37A-A0BB-EC91-AC49-CF0F5A938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324" y="423976"/>
            <a:ext cx="9814259" cy="1651542"/>
          </a:xfrm>
        </p:spPr>
        <p:txBody>
          <a:bodyPr vert="horz" wrap="square" lIns="91440" tIns="46800" rIns="91440" bIns="0" rtlCol="0" anchor="t">
            <a:spAutoFit/>
          </a:bodyPr>
          <a:lstStyle>
            <a:lvl1pPr>
              <a:defRPr lang="nl-NL" sz="6000" spc="0" dirty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lvl="0">
              <a:lnSpc>
                <a:spcPct val="85000"/>
              </a:lnSpc>
            </a:pPr>
            <a:r>
              <a:rPr lang="en-GB" dirty="0"/>
              <a:t>Title of</a:t>
            </a:r>
            <a:br>
              <a:rPr lang="en-GB" dirty="0"/>
            </a:br>
            <a:r>
              <a:rPr lang="en-GB" dirty="0"/>
              <a:t>this chapter</a:t>
            </a:r>
            <a:endParaRPr lang="nl-NL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8607378-02B3-A8EB-A069-6109F77D9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9024" y="2118304"/>
            <a:ext cx="3778599" cy="584775"/>
          </a:xfrm>
        </p:spPr>
        <p:txBody>
          <a:bodyPr wrap="none">
            <a:spAutoFit/>
          </a:bodyPr>
          <a:lstStyle>
            <a:lvl1pPr>
              <a:defRPr sz="3200" b="0" i="0" spc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Subtitle if needed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AF32120-9A27-9B2A-C5B4-567CD6D36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3EFA17-E8D5-D68A-FB00-943C4C214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A6FDC5-5799-060D-5608-E33182ED6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99D80F2-1438-6344-A264-9BABB91A08A9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6057BA2-99F3-6A1A-5F8D-82C76C770FC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2117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8AC70490-620A-62A1-CA75-D836A03AF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5D53C0-1424-6DA7-6617-A7CEF84F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6B7701-3786-647B-C548-D354DF61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587A571-F5FC-B53D-A386-44D3D1066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3174CBC-93CE-914A-8124-058F8C676F15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2E7A31F-E8C9-A5E0-ECD9-FC8155E76028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7D481FB-3915-FB2A-4155-ACF6AA40621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2C4A1C3-8D51-586B-4D26-1704A10E259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62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75057826-CC5A-3466-2028-CC8401805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8782A66F-A5B1-6B11-6056-CF41CC025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CDD530-AFCC-AFFC-B32B-0B82E42D2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7C2220D-E3F9-4209-98B6-00206174C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CCBF9E-8740-5B12-DCD5-2FBC6453B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B69CA09-4CDE-1449-A3E9-707A51533E8A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441F79D-95F8-083B-0F97-3C4058BEEDC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3946880-ADDD-D17E-22CA-96BAA279E15B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B242739-573A-36A6-650C-E0F7DA59E82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631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8AC70490-620A-62A1-CA75-D836A03AF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 numCol="2" spcCol="360000"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DAF8C8D-98FE-C267-1360-50548BBB5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3C9991F-57E5-F748-9797-D88112EFD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6BDD419C-EDB7-1E58-332E-727087FE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4298FFE-A406-BB40-B655-0E25963A4A2C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4EF4A92-82A4-70B8-84CD-B15A3AAFF597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35551EB-D36E-3E9A-29D4-ABED322D884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9F38F98-E9C7-D4E4-C890-81A1C34AC538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864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 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5E805-7184-31D8-A8CB-1BD5604E4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DEDFF-E261-6BE7-0CA9-0A9B3946D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2795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2C2DF58-24F4-5D49-30F3-24777C7ECF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080" y="2647666"/>
            <a:ext cx="4378902" cy="322087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accent6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58FE4E91-4DBC-5053-CB82-4BA7D7DEB3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2795" y="2647665"/>
            <a:ext cx="4468125" cy="322087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accent6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86FBA25-7C3F-C834-296D-B8655C66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C35959A-918C-3F12-27A9-4F55DE676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8E8C947-CBE9-B183-CE82-B6A79C4B6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8CC32CE-37CB-6B47-983D-A99838FD0566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A7E1AA6-54AD-101F-7B91-870A576F9E61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FB72B61-FE77-0ECE-EE3B-D0BA2F6FE427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F323153-BEDD-BDBB-6581-988B5EDFA0D0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8143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 u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5E805-7184-31D8-A8CB-1BD5604E4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DEDFF-E261-6BE7-0CA9-0A9B3946D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3919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2C2DF58-24F4-5D49-30F3-24777C7ECF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080" y="2349770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58FE4E91-4DBC-5053-CB82-4BA7D7DEB3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3919" y="2348925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30467C-F9B4-5B35-2727-E5FAD44EBA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6758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CCBD414-5C8C-C468-83C8-60055CF6FB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6758" y="2348925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748315C-6C2E-6CA0-A70D-EC6888C45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F38474C-D2D7-B7AF-D4B4-7D41B7C44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3B697C08-B44E-FA07-3C2A-9905F036A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1107E14B-8389-A64E-9711-E8593431F09A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0461594-824E-BB15-1443-E1D46953C3F4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8966BFB-8389-372F-73BF-69DB24092A6B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DF58182-9525-DDDA-5F0C-4A1A3FCF32C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5015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6847685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7C037C9-54D6-42F9-0A26-01DF159EE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1DE89F-FD27-789C-0246-B92AC70317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7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D196E31-B44B-B3F8-A667-E7CE6F686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FA33ACD-0304-88F6-4CA1-ABCD627EE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F82C13D-5187-7340-66BB-035D734B8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4349791-24D0-924B-82E4-9B0D347C8FF0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7EE44CF-F249-50E3-8BA6-0285C73D811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349D65-3225-B3F3-6308-6C72ABD85326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AF7C828-FB12-06E4-DA0C-1EC6B14BCE8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900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S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8315" y="1687833"/>
            <a:ext cx="6847685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1DE89F-FD27-789C-0246-B92AC70317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A73E43BE-2A16-3CFE-AFE7-E84B60A75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02CCEE3-C63E-F153-C210-07014A3BF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319294-6456-84D6-0D39-00BAAB532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B99F9698-B637-A4AE-B6CB-FB0AA781D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7E0A4FC-D3F6-BF40-B8C0-043B5CFF97B3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8946905-377B-304B-A733-D872E3523C47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9F09955-3578-E531-C619-C7146D077681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D7BAC5D-0DF4-9585-7377-92CE2D524AF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381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S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2479051"/>
            <a:ext cx="6847685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7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6D347E6-2A99-DE3C-6280-C8E95C0DE1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1859" y="1687833"/>
            <a:ext cx="6847684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A73F612D-37FF-E67D-5177-F3571B9791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1F16BB2-C0E4-4BE7-53FF-2629B60B5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A259838-9802-E6FE-4339-6C8DC50F0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D9AF3DF-FC2B-0089-4726-67DA1D8A8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3FEF446-62A9-B942-A203-EB8E13B00BD8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D5CE38A-48A6-8025-0C4E-D7013874DE92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8C7ED60-6466-01F4-B126-E9F92593536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32502B-A547-4986-48DD-D495F83675F4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0383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S - Tex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8315" y="2479051"/>
            <a:ext cx="6847685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6D347E6-2A99-DE3C-6280-C8E95C0DE1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8315" y="1687833"/>
            <a:ext cx="6847684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DBF1413-D904-D482-63D2-8C82934355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C0A2FF-B0C6-200B-FA3D-99D58C2CF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2E3AD7A-75CA-A321-0BBB-2A81414C7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B6751BB7-B47D-63B4-C5FD-8CE9DF2E8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BD3727C-23C7-564C-A5FF-A414DFDF6E64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730FC95-928E-8DC4-B2B2-2B9A2839088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C3BE438-25BE-299D-4B6B-C9AFBAB363E1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D77B0A5-0AA3-8488-9586-40D73F5D0174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7278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5164141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292C3A4-86E5-70DF-372E-9D17B80924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09085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3DBE4616-5F8E-EDAD-A08C-764CED6D3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B398D7C-E352-A72C-AE9B-0543053F0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6FE9E3-4678-D07B-7485-65F5223E6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D2288C5-E6EF-C2C1-F04A-A17A1835D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A8B9EE7-19C3-3741-BC07-FD29963400F3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86F33B9-B547-382F-BDE1-FB8BB8DF4FC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C7CD1E5-CD12-82CD-D4E3-1E956B6D01C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8F4F827-4DBC-DB80-82EE-4933251A1D5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3832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M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1859" y="1687833"/>
            <a:ext cx="5164141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292C3A4-86E5-70DF-372E-9D17B80924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35E4EEDB-3ACA-746B-453F-57A98C0CE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B42DD5F-A215-A326-9DE0-065224A4C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694D54A-6B70-A868-154E-1F18E9596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93356F1E-E393-F615-71D6-1C7BF42F6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15B6147-6D4C-AE4D-B390-A31AA347344A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67A6E5C-ACDE-CA61-70BA-BF1F0A6CD9FB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5B050769-9E10-4772-A3C5-4537BB05FBCE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2CB3683-812E-A983-0E0D-0BE73C69CF0E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7442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M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09085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BB06812E-B080-3B47-44CA-D6D8B3652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1860" y="2479051"/>
            <a:ext cx="5164142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C4C771C-F40B-EFE1-800E-033819924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1859" y="1687833"/>
            <a:ext cx="5164141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530559D3-72E1-A46A-DD82-1D873B1AEB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15E1AFD-25E0-B799-375E-8A9416C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6A3468-5426-EFE3-FE80-BFB9D27F3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2ECE3B-48F3-198E-0069-D872AE2D1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3797B5F-90C2-7A4A-A8E2-50F89655686B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E86C26EF-946A-D0AC-DB4A-A4131C62235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FF19D9E-799E-E18B-64AF-3CAAE45D94DF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435292A-4BC0-7483-72DE-9DDA5448166D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8210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M Tex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BB06812E-B080-3B47-44CA-D6D8B3652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11858" y="2479051"/>
            <a:ext cx="5164142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C4C771C-F40B-EFE1-800E-033819924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11857" y="1687833"/>
            <a:ext cx="5164141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C4A6BEEB-A228-DA6F-D3E8-78481E94F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3CC3837-FBAE-671F-2EA0-51DEA99B8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FC781E2-FC5F-2757-2188-047A24E3C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5674FD3D-C530-B330-5C9E-8C9A504DF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273E36E5-8987-1F4C-86C3-6C5274D58AF4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9657522-1C36-2B9A-B482-ADB1960556A5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FAFACC9-4411-378C-D724-30BF044A679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B515F9C-C3F7-0CE5-1F19-F5FD1E59614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0498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6662015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8" y="0"/>
            <a:ext cx="4078512" cy="60134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B0F142-65EA-8558-326B-8F5878D7E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D0A28EA-0E55-0516-C55C-4008CD762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6E2B2BB-A70A-B954-5EC4-DC7CA8B3A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CDB3D63-0EF1-AA44-AF91-DC6AC3B6E84F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7551ED9-8D70-BBC9-C23B-3B4635972CA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C16A45C-4770-0A2C-D496-F4415395CDC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B05CA97-4737-07CB-12A2-6F889E239D7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0224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L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372" y="1687833"/>
            <a:ext cx="6568076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106" y="324466"/>
            <a:ext cx="7197342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078512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21210E-BAB9-1B95-2ED8-FF1627E1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65FA32-9198-7F34-9B67-CAF56EA92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348F604-BE82-89F4-E578-D7211E199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3DB21D9-0683-414B-8DA6-55E7D2C7C523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EC591EB-E355-A584-D6E5-60037E00F17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B1F1CC3-BC4C-2025-E885-F72017A980F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6E66FD0-7DDA-1B5D-D2E1-46A1E61C925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31747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4779267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4" y="324466"/>
            <a:ext cx="5417532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C169F27-DBD3-2CFE-BF60-8797EEA65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C05087-3034-4FD9-A57B-AF96802D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4733933-24D6-EF6F-2E55-946A53A96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34C8CB4-DC43-1642-A323-F35A2787EFCC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D7AAEDB-A51F-A402-E898-F1901FDC979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DE70500-5E90-2598-07E5-BD8D5FFF38F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21A479A-5BED-B3E4-F9F4-C6FD6F6EC13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8645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XL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99858" y="1687833"/>
            <a:ext cx="4569590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594" y="324466"/>
            <a:ext cx="5179853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E868BE5-E4A5-6BAA-9EC9-92B873C49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421F8A-A5CF-531C-81B5-DF22F06BA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339C21-B467-2771-9309-9C31DAA8E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8EC2385-3242-C842-98CB-B9D092337908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2F64BFB-EF38-0921-E9B3-1DA625D061D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AD0360-3FFD-5C36-13A2-E8F9956C5B2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7B7A81B-187C-5B2F-AB32-3F4A0691FB4F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6690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Curv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5942765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658103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30C7BFF1-2822-6DC7-1A0A-98809AD4B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6E942A14-BFCD-DCC7-9F6D-E9F2F5D5C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F54427C-1B6F-CA44-B989-419DCD11DEAC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55AFC40-A84C-FB64-591A-016DAE97F15D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05F90B46-9699-FE2A-513E-7212588C2F6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64D277EF-D410-8577-C68B-8D5E077934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18399" y="0"/>
            <a:ext cx="4673601" cy="6858000"/>
          </a:xfrm>
          <a:custGeom>
            <a:avLst/>
            <a:gdLst>
              <a:gd name="connsiteX0" fmla="*/ 3476166 w 4673601"/>
              <a:gd name="connsiteY0" fmla="*/ 6448839 h 6858000"/>
              <a:gd name="connsiteX1" fmla="*/ 3494449 w 4673601"/>
              <a:gd name="connsiteY1" fmla="*/ 6448839 h 6858000"/>
              <a:gd name="connsiteX2" fmla="*/ 3503107 w 4673601"/>
              <a:gd name="connsiteY2" fmla="*/ 6451426 h 6858000"/>
              <a:gd name="connsiteX3" fmla="*/ 3506025 w 4673601"/>
              <a:gd name="connsiteY3" fmla="*/ 6459890 h 6858000"/>
              <a:gd name="connsiteX4" fmla="*/ 3503222 w 4673601"/>
              <a:gd name="connsiteY4" fmla="*/ 6467935 h 6858000"/>
              <a:gd name="connsiteX5" fmla="*/ 3495006 w 4673601"/>
              <a:gd name="connsiteY5" fmla="*/ 6470227 h 6858000"/>
              <a:gd name="connsiteX6" fmla="*/ 3476166 w 4673601"/>
              <a:gd name="connsiteY6" fmla="*/ 6470227 h 6858000"/>
              <a:gd name="connsiteX7" fmla="*/ 2576759 w 4673601"/>
              <a:gd name="connsiteY7" fmla="*/ 6420514 h 6858000"/>
              <a:gd name="connsiteX8" fmla="*/ 2587665 w 4673601"/>
              <a:gd name="connsiteY8" fmla="*/ 6451770 h 6858000"/>
              <a:gd name="connsiteX9" fmla="*/ 2565853 w 4673601"/>
              <a:gd name="connsiteY9" fmla="*/ 6451770 h 6858000"/>
              <a:gd name="connsiteX10" fmla="*/ 3409173 w 4673601"/>
              <a:gd name="connsiteY10" fmla="*/ 6416647 h 6858000"/>
              <a:gd name="connsiteX11" fmla="*/ 3421351 w 4673601"/>
              <a:gd name="connsiteY11" fmla="*/ 6419874 h 6858000"/>
              <a:gd name="connsiteX12" fmla="*/ 3429945 w 4673601"/>
              <a:gd name="connsiteY12" fmla="*/ 6429041 h 6858000"/>
              <a:gd name="connsiteX13" fmla="*/ 3433087 w 4673601"/>
              <a:gd name="connsiteY13" fmla="*/ 6442851 h 6858000"/>
              <a:gd name="connsiteX14" fmla="*/ 3429887 w 4673601"/>
              <a:gd name="connsiteY14" fmla="*/ 6456773 h 6858000"/>
              <a:gd name="connsiteX15" fmla="*/ 3421236 w 4673601"/>
              <a:gd name="connsiteY15" fmla="*/ 6465939 h 6858000"/>
              <a:gd name="connsiteX16" fmla="*/ 3409173 w 4673601"/>
              <a:gd name="connsiteY16" fmla="*/ 6469167 h 6858000"/>
              <a:gd name="connsiteX17" fmla="*/ 3396938 w 4673601"/>
              <a:gd name="connsiteY17" fmla="*/ 6465939 h 6858000"/>
              <a:gd name="connsiteX18" fmla="*/ 3388241 w 4673601"/>
              <a:gd name="connsiteY18" fmla="*/ 6456773 h 6858000"/>
              <a:gd name="connsiteX19" fmla="*/ 3385042 w 4673601"/>
              <a:gd name="connsiteY19" fmla="*/ 6442851 h 6858000"/>
              <a:gd name="connsiteX20" fmla="*/ 3388241 w 4673601"/>
              <a:gd name="connsiteY20" fmla="*/ 6429041 h 6858000"/>
              <a:gd name="connsiteX21" fmla="*/ 3396893 w 4673601"/>
              <a:gd name="connsiteY21" fmla="*/ 6419874 h 6858000"/>
              <a:gd name="connsiteX22" fmla="*/ 3409173 w 4673601"/>
              <a:gd name="connsiteY22" fmla="*/ 6416647 h 6858000"/>
              <a:gd name="connsiteX23" fmla="*/ 2268031 w 4673601"/>
              <a:gd name="connsiteY23" fmla="*/ 6416647 h 6858000"/>
              <a:gd name="connsiteX24" fmla="*/ 2280208 w 4673601"/>
              <a:gd name="connsiteY24" fmla="*/ 6419874 h 6858000"/>
              <a:gd name="connsiteX25" fmla="*/ 2288802 w 4673601"/>
              <a:gd name="connsiteY25" fmla="*/ 6429041 h 6858000"/>
              <a:gd name="connsiteX26" fmla="*/ 2291944 w 4673601"/>
              <a:gd name="connsiteY26" fmla="*/ 6442851 h 6858000"/>
              <a:gd name="connsiteX27" fmla="*/ 2288745 w 4673601"/>
              <a:gd name="connsiteY27" fmla="*/ 6456773 h 6858000"/>
              <a:gd name="connsiteX28" fmla="*/ 2280092 w 4673601"/>
              <a:gd name="connsiteY28" fmla="*/ 6465939 h 6858000"/>
              <a:gd name="connsiteX29" fmla="*/ 2268031 w 4673601"/>
              <a:gd name="connsiteY29" fmla="*/ 6469167 h 6858000"/>
              <a:gd name="connsiteX30" fmla="*/ 2255797 w 4673601"/>
              <a:gd name="connsiteY30" fmla="*/ 6465939 h 6858000"/>
              <a:gd name="connsiteX31" fmla="*/ 2247098 w 4673601"/>
              <a:gd name="connsiteY31" fmla="*/ 6456773 h 6858000"/>
              <a:gd name="connsiteX32" fmla="*/ 2243898 w 4673601"/>
              <a:gd name="connsiteY32" fmla="*/ 6442851 h 6858000"/>
              <a:gd name="connsiteX33" fmla="*/ 2247098 w 4673601"/>
              <a:gd name="connsiteY33" fmla="*/ 6429041 h 6858000"/>
              <a:gd name="connsiteX34" fmla="*/ 2255751 w 4673601"/>
              <a:gd name="connsiteY34" fmla="*/ 6419874 h 6858000"/>
              <a:gd name="connsiteX35" fmla="*/ 2268031 w 4673601"/>
              <a:gd name="connsiteY35" fmla="*/ 6416647 h 6858000"/>
              <a:gd name="connsiteX36" fmla="*/ 2889900 w 4673601"/>
              <a:gd name="connsiteY36" fmla="*/ 6416646 h 6858000"/>
              <a:gd name="connsiteX37" fmla="*/ 2903569 w 4673601"/>
              <a:gd name="connsiteY37" fmla="*/ 6416646 h 6858000"/>
              <a:gd name="connsiteX38" fmla="*/ 2913699 w 4673601"/>
              <a:gd name="connsiteY38" fmla="*/ 6419405 h 6858000"/>
              <a:gd name="connsiteX39" fmla="*/ 2917340 w 4673601"/>
              <a:gd name="connsiteY39" fmla="*/ 6428867 h 6858000"/>
              <a:gd name="connsiteX40" fmla="*/ 2913642 w 4673601"/>
              <a:gd name="connsiteY40" fmla="*/ 6438157 h 6858000"/>
              <a:gd name="connsiteX41" fmla="*/ 2903556 w 4673601"/>
              <a:gd name="connsiteY41" fmla="*/ 6441089 h 6858000"/>
              <a:gd name="connsiteX42" fmla="*/ 2889900 w 4673601"/>
              <a:gd name="connsiteY42" fmla="*/ 6441089 h 6858000"/>
              <a:gd name="connsiteX43" fmla="*/ 2812443 w 4673601"/>
              <a:gd name="connsiteY43" fmla="*/ 6416646 h 6858000"/>
              <a:gd name="connsiteX44" fmla="*/ 2823565 w 4673601"/>
              <a:gd name="connsiteY44" fmla="*/ 6416646 h 6858000"/>
              <a:gd name="connsiteX45" fmla="*/ 2836018 w 4673601"/>
              <a:gd name="connsiteY45" fmla="*/ 6419935 h 6858000"/>
              <a:gd name="connsiteX46" fmla="*/ 2844062 w 4673601"/>
              <a:gd name="connsiteY46" fmla="*/ 6429101 h 6858000"/>
              <a:gd name="connsiteX47" fmla="*/ 2846807 w 4673601"/>
              <a:gd name="connsiteY47" fmla="*/ 6442383 h 6858000"/>
              <a:gd name="connsiteX48" fmla="*/ 2840523 w 4673601"/>
              <a:gd name="connsiteY48" fmla="*/ 6461885 h 6858000"/>
              <a:gd name="connsiteX49" fmla="*/ 2822458 w 4673601"/>
              <a:gd name="connsiteY49" fmla="*/ 6468933 h 6858000"/>
              <a:gd name="connsiteX50" fmla="*/ 2812443 w 4673601"/>
              <a:gd name="connsiteY50" fmla="*/ 6468933 h 6858000"/>
              <a:gd name="connsiteX51" fmla="*/ 2641765 w 4673601"/>
              <a:gd name="connsiteY51" fmla="*/ 6416646 h 6858000"/>
              <a:gd name="connsiteX52" fmla="*/ 2655431 w 4673601"/>
              <a:gd name="connsiteY52" fmla="*/ 6416646 h 6858000"/>
              <a:gd name="connsiteX53" fmla="*/ 2665563 w 4673601"/>
              <a:gd name="connsiteY53" fmla="*/ 6419405 h 6858000"/>
              <a:gd name="connsiteX54" fmla="*/ 2669203 w 4673601"/>
              <a:gd name="connsiteY54" fmla="*/ 6428867 h 6858000"/>
              <a:gd name="connsiteX55" fmla="*/ 2665505 w 4673601"/>
              <a:gd name="connsiteY55" fmla="*/ 6438157 h 6858000"/>
              <a:gd name="connsiteX56" fmla="*/ 2655420 w 4673601"/>
              <a:gd name="connsiteY56" fmla="*/ 6441089 h 6858000"/>
              <a:gd name="connsiteX57" fmla="*/ 2641765 w 4673601"/>
              <a:gd name="connsiteY57" fmla="*/ 6441089 h 6858000"/>
              <a:gd name="connsiteX58" fmla="*/ 3476166 w 4673601"/>
              <a:gd name="connsiteY58" fmla="*/ 6415353 h 6858000"/>
              <a:gd name="connsiteX59" fmla="*/ 3493457 w 4673601"/>
              <a:gd name="connsiteY59" fmla="*/ 6415353 h 6858000"/>
              <a:gd name="connsiteX60" fmla="*/ 3501002 w 4673601"/>
              <a:gd name="connsiteY60" fmla="*/ 6417472 h 6858000"/>
              <a:gd name="connsiteX61" fmla="*/ 3503485 w 4673601"/>
              <a:gd name="connsiteY61" fmla="*/ 6425221 h 6858000"/>
              <a:gd name="connsiteX62" fmla="*/ 3500957 w 4673601"/>
              <a:gd name="connsiteY62" fmla="*/ 6432736 h 6858000"/>
              <a:gd name="connsiteX63" fmla="*/ 3494014 w 4673601"/>
              <a:gd name="connsiteY63" fmla="*/ 6435090 h 6858000"/>
              <a:gd name="connsiteX64" fmla="*/ 3476166 w 4673601"/>
              <a:gd name="connsiteY64" fmla="*/ 6435090 h 6858000"/>
              <a:gd name="connsiteX65" fmla="*/ 3459413 w 4673601"/>
              <a:gd name="connsiteY65" fmla="*/ 6401727 h 6858000"/>
              <a:gd name="connsiteX66" fmla="*/ 3459413 w 4673601"/>
              <a:gd name="connsiteY66" fmla="*/ 6483840 h 6858000"/>
              <a:gd name="connsiteX67" fmla="*/ 3499075 w 4673601"/>
              <a:gd name="connsiteY67" fmla="*/ 6483840 h 6858000"/>
              <a:gd name="connsiteX68" fmla="*/ 3511132 w 4673601"/>
              <a:gd name="connsiteY68" fmla="*/ 6480958 h 6858000"/>
              <a:gd name="connsiteX69" fmla="*/ 3519726 w 4673601"/>
              <a:gd name="connsiteY69" fmla="*/ 6472617 h 6858000"/>
              <a:gd name="connsiteX70" fmla="*/ 3522868 w 4673601"/>
              <a:gd name="connsiteY70" fmla="*/ 6459755 h 6858000"/>
              <a:gd name="connsiteX71" fmla="*/ 3520007 w 4673601"/>
              <a:gd name="connsiteY71" fmla="*/ 6447940 h 6858000"/>
              <a:gd name="connsiteX72" fmla="*/ 3511413 w 4673601"/>
              <a:gd name="connsiteY72" fmla="*/ 6441188 h 6858000"/>
              <a:gd name="connsiteX73" fmla="*/ 3518017 w 4673601"/>
              <a:gd name="connsiteY73" fmla="*/ 6434203 h 6858000"/>
              <a:gd name="connsiteX74" fmla="*/ 3520443 w 4673601"/>
              <a:gd name="connsiteY74" fmla="*/ 6424162 h 6858000"/>
              <a:gd name="connsiteX75" fmla="*/ 3514274 w 4673601"/>
              <a:gd name="connsiteY75" fmla="*/ 6407480 h 6858000"/>
              <a:gd name="connsiteX76" fmla="*/ 3497201 w 4673601"/>
              <a:gd name="connsiteY76" fmla="*/ 6401727 h 6858000"/>
              <a:gd name="connsiteX77" fmla="*/ 3643961 w 4673601"/>
              <a:gd name="connsiteY77" fmla="*/ 6401726 h 6858000"/>
              <a:gd name="connsiteX78" fmla="*/ 3643961 w 4673601"/>
              <a:gd name="connsiteY78" fmla="*/ 6416646 h 6858000"/>
              <a:gd name="connsiteX79" fmla="*/ 3666435 w 4673601"/>
              <a:gd name="connsiteY79" fmla="*/ 6416646 h 6858000"/>
              <a:gd name="connsiteX80" fmla="*/ 3666435 w 4673601"/>
              <a:gd name="connsiteY80" fmla="*/ 6483852 h 6858000"/>
              <a:gd name="connsiteX81" fmla="*/ 3683182 w 4673601"/>
              <a:gd name="connsiteY81" fmla="*/ 6483852 h 6858000"/>
              <a:gd name="connsiteX82" fmla="*/ 3683182 w 4673601"/>
              <a:gd name="connsiteY82" fmla="*/ 6416646 h 6858000"/>
              <a:gd name="connsiteX83" fmla="*/ 3705669 w 4673601"/>
              <a:gd name="connsiteY83" fmla="*/ 6416646 h 6858000"/>
              <a:gd name="connsiteX84" fmla="*/ 3705669 w 4673601"/>
              <a:gd name="connsiteY84" fmla="*/ 6401726 h 6858000"/>
              <a:gd name="connsiteX85" fmla="*/ 3619727 w 4673601"/>
              <a:gd name="connsiteY85" fmla="*/ 6401726 h 6858000"/>
              <a:gd name="connsiteX86" fmla="*/ 3619727 w 4673601"/>
              <a:gd name="connsiteY86" fmla="*/ 6483865 h 6858000"/>
              <a:gd name="connsiteX87" fmla="*/ 3636480 w 4673601"/>
              <a:gd name="connsiteY87" fmla="*/ 6483865 h 6858000"/>
              <a:gd name="connsiteX88" fmla="*/ 3636480 w 4673601"/>
              <a:gd name="connsiteY88" fmla="*/ 6401726 h 6858000"/>
              <a:gd name="connsiteX89" fmla="*/ 3560553 w 4673601"/>
              <a:gd name="connsiteY89" fmla="*/ 6401726 h 6858000"/>
              <a:gd name="connsiteX90" fmla="*/ 3560553 w 4673601"/>
              <a:gd name="connsiteY90" fmla="*/ 6483853 h 6858000"/>
              <a:gd name="connsiteX91" fmla="*/ 3612566 w 4673601"/>
              <a:gd name="connsiteY91" fmla="*/ 6483853 h 6858000"/>
              <a:gd name="connsiteX92" fmla="*/ 3612566 w 4673601"/>
              <a:gd name="connsiteY92" fmla="*/ 6468933 h 6858000"/>
              <a:gd name="connsiteX93" fmla="*/ 3577306 w 4673601"/>
              <a:gd name="connsiteY93" fmla="*/ 6468933 h 6858000"/>
              <a:gd name="connsiteX94" fmla="*/ 3577306 w 4673601"/>
              <a:gd name="connsiteY94" fmla="*/ 6401726 h 6858000"/>
              <a:gd name="connsiteX95" fmla="*/ 3532243 w 4673601"/>
              <a:gd name="connsiteY95" fmla="*/ 6401726 h 6858000"/>
              <a:gd name="connsiteX96" fmla="*/ 3532243 w 4673601"/>
              <a:gd name="connsiteY96" fmla="*/ 6483865 h 6858000"/>
              <a:gd name="connsiteX97" fmla="*/ 3548990 w 4673601"/>
              <a:gd name="connsiteY97" fmla="*/ 6483865 h 6858000"/>
              <a:gd name="connsiteX98" fmla="*/ 3548990 w 4673601"/>
              <a:gd name="connsiteY98" fmla="*/ 6401726 h 6858000"/>
              <a:gd name="connsiteX99" fmla="*/ 3278181 w 4673601"/>
              <a:gd name="connsiteY99" fmla="*/ 6401726 h 6858000"/>
              <a:gd name="connsiteX100" fmla="*/ 3278181 w 4673601"/>
              <a:gd name="connsiteY100" fmla="*/ 6483865 h 6858000"/>
              <a:gd name="connsiteX101" fmla="*/ 3294262 w 4673601"/>
              <a:gd name="connsiteY101" fmla="*/ 6483865 h 6858000"/>
              <a:gd name="connsiteX102" fmla="*/ 3294262 w 4673601"/>
              <a:gd name="connsiteY102" fmla="*/ 6437220 h 6858000"/>
              <a:gd name="connsiteX103" fmla="*/ 3314535 w 4673601"/>
              <a:gd name="connsiteY103" fmla="*/ 6483865 h 6858000"/>
              <a:gd name="connsiteX104" fmla="*/ 3322252 w 4673601"/>
              <a:gd name="connsiteY104" fmla="*/ 6483865 h 6858000"/>
              <a:gd name="connsiteX105" fmla="*/ 3342628 w 4673601"/>
              <a:gd name="connsiteY105" fmla="*/ 6437220 h 6858000"/>
              <a:gd name="connsiteX106" fmla="*/ 3342628 w 4673601"/>
              <a:gd name="connsiteY106" fmla="*/ 6483865 h 6858000"/>
              <a:gd name="connsiteX107" fmla="*/ 3358607 w 4673601"/>
              <a:gd name="connsiteY107" fmla="*/ 6483865 h 6858000"/>
              <a:gd name="connsiteX108" fmla="*/ 3358607 w 4673601"/>
              <a:gd name="connsiteY108" fmla="*/ 6401726 h 6858000"/>
              <a:gd name="connsiteX109" fmla="*/ 3342192 w 4673601"/>
              <a:gd name="connsiteY109" fmla="*/ 6401726 h 6858000"/>
              <a:gd name="connsiteX110" fmla="*/ 3318394 w 4673601"/>
              <a:gd name="connsiteY110" fmla="*/ 6456711 h 6858000"/>
              <a:gd name="connsiteX111" fmla="*/ 3294697 w 4673601"/>
              <a:gd name="connsiteY111" fmla="*/ 6401726 h 6858000"/>
              <a:gd name="connsiteX112" fmla="*/ 3085359 w 4673601"/>
              <a:gd name="connsiteY112" fmla="*/ 6401726 h 6858000"/>
              <a:gd name="connsiteX113" fmla="*/ 3085359 w 4673601"/>
              <a:gd name="connsiteY113" fmla="*/ 6483865 h 6858000"/>
              <a:gd name="connsiteX114" fmla="*/ 3102106 w 4673601"/>
              <a:gd name="connsiteY114" fmla="*/ 6483865 h 6858000"/>
              <a:gd name="connsiteX115" fmla="*/ 3102106 w 4673601"/>
              <a:gd name="connsiteY115" fmla="*/ 6430752 h 6858000"/>
              <a:gd name="connsiteX116" fmla="*/ 3134383 w 4673601"/>
              <a:gd name="connsiteY116" fmla="*/ 6483865 h 6858000"/>
              <a:gd name="connsiteX117" fmla="*/ 3150580 w 4673601"/>
              <a:gd name="connsiteY117" fmla="*/ 6483865 h 6858000"/>
              <a:gd name="connsiteX118" fmla="*/ 3150580 w 4673601"/>
              <a:gd name="connsiteY118" fmla="*/ 6401726 h 6858000"/>
              <a:gd name="connsiteX119" fmla="*/ 3133833 w 4673601"/>
              <a:gd name="connsiteY119" fmla="*/ 6401726 h 6858000"/>
              <a:gd name="connsiteX120" fmla="*/ 3133833 w 4673601"/>
              <a:gd name="connsiteY120" fmla="*/ 6454838 h 6858000"/>
              <a:gd name="connsiteX121" fmla="*/ 3101658 w 4673601"/>
              <a:gd name="connsiteY121" fmla="*/ 6401726 h 6858000"/>
              <a:gd name="connsiteX122" fmla="*/ 3057029 w 4673601"/>
              <a:gd name="connsiteY122" fmla="*/ 6401726 h 6858000"/>
              <a:gd name="connsiteX123" fmla="*/ 3057029 w 4673601"/>
              <a:gd name="connsiteY123" fmla="*/ 6483865 h 6858000"/>
              <a:gd name="connsiteX124" fmla="*/ 3073782 w 4673601"/>
              <a:gd name="connsiteY124" fmla="*/ 6483865 h 6858000"/>
              <a:gd name="connsiteX125" fmla="*/ 3073782 w 4673601"/>
              <a:gd name="connsiteY125" fmla="*/ 6401726 h 6858000"/>
              <a:gd name="connsiteX126" fmla="*/ 2969763 w 4673601"/>
              <a:gd name="connsiteY126" fmla="*/ 6401726 h 6858000"/>
              <a:gd name="connsiteX127" fmla="*/ 3000620 w 4673601"/>
              <a:gd name="connsiteY127" fmla="*/ 6483865 h 6858000"/>
              <a:gd name="connsiteX128" fmla="*/ 3017034 w 4673601"/>
              <a:gd name="connsiteY128" fmla="*/ 6483865 h 6858000"/>
              <a:gd name="connsiteX129" fmla="*/ 3047776 w 4673601"/>
              <a:gd name="connsiteY129" fmla="*/ 6401726 h 6858000"/>
              <a:gd name="connsiteX130" fmla="*/ 3030031 w 4673601"/>
              <a:gd name="connsiteY130" fmla="*/ 6401726 h 6858000"/>
              <a:gd name="connsiteX131" fmla="*/ 3008766 w 4673601"/>
              <a:gd name="connsiteY131" fmla="*/ 6460124 h 6858000"/>
              <a:gd name="connsiteX132" fmla="*/ 2987610 w 4673601"/>
              <a:gd name="connsiteY132" fmla="*/ 6401726 h 6858000"/>
              <a:gd name="connsiteX133" fmla="*/ 2943654 w 4673601"/>
              <a:gd name="connsiteY133" fmla="*/ 6401726 h 6858000"/>
              <a:gd name="connsiteX134" fmla="*/ 2943654 w 4673601"/>
              <a:gd name="connsiteY134" fmla="*/ 6483865 h 6858000"/>
              <a:gd name="connsiteX135" fmla="*/ 2960407 w 4673601"/>
              <a:gd name="connsiteY135" fmla="*/ 6483865 h 6858000"/>
              <a:gd name="connsiteX136" fmla="*/ 2960407 w 4673601"/>
              <a:gd name="connsiteY136" fmla="*/ 6401726 h 6858000"/>
              <a:gd name="connsiteX137" fmla="*/ 2873128 w 4673601"/>
              <a:gd name="connsiteY137" fmla="*/ 6401726 h 6858000"/>
              <a:gd name="connsiteX138" fmla="*/ 2873128 w 4673601"/>
              <a:gd name="connsiteY138" fmla="*/ 6483865 h 6858000"/>
              <a:gd name="connsiteX139" fmla="*/ 2889875 w 4673601"/>
              <a:gd name="connsiteY139" fmla="*/ 6483865 h 6858000"/>
              <a:gd name="connsiteX140" fmla="*/ 2889875 w 4673601"/>
              <a:gd name="connsiteY140" fmla="*/ 6456021 h 6858000"/>
              <a:gd name="connsiteX141" fmla="*/ 2902987 w 4673601"/>
              <a:gd name="connsiteY141" fmla="*/ 6456021 h 6858000"/>
              <a:gd name="connsiteX142" fmla="*/ 2916540 w 4673601"/>
              <a:gd name="connsiteY142" fmla="*/ 6483865 h 6858000"/>
              <a:gd name="connsiteX143" fmla="*/ 2933729 w 4673601"/>
              <a:gd name="connsiteY143" fmla="*/ 6483865 h 6858000"/>
              <a:gd name="connsiteX144" fmla="*/ 2919081 w 4673601"/>
              <a:gd name="connsiteY144" fmla="*/ 6453779 h 6858000"/>
              <a:gd name="connsiteX145" fmla="*/ 2930324 w 4673601"/>
              <a:gd name="connsiteY145" fmla="*/ 6444440 h 6858000"/>
              <a:gd name="connsiteX146" fmla="*/ 2934286 w 4673601"/>
              <a:gd name="connsiteY146" fmla="*/ 6428867 h 6858000"/>
              <a:gd name="connsiteX147" fmla="*/ 2926958 w 4673601"/>
              <a:gd name="connsiteY147" fmla="*/ 6408712 h 6858000"/>
              <a:gd name="connsiteX148" fmla="*/ 2906526 w 4673601"/>
              <a:gd name="connsiteY148" fmla="*/ 6401726 h 6858000"/>
              <a:gd name="connsiteX149" fmla="*/ 2795690 w 4673601"/>
              <a:gd name="connsiteY149" fmla="*/ 6401726 h 6858000"/>
              <a:gd name="connsiteX150" fmla="*/ 2795690 w 4673601"/>
              <a:gd name="connsiteY150" fmla="*/ 6483865 h 6858000"/>
              <a:gd name="connsiteX151" fmla="*/ 2821581 w 4673601"/>
              <a:gd name="connsiteY151" fmla="*/ 6483865 h 6858000"/>
              <a:gd name="connsiteX152" fmla="*/ 2852701 w 4673601"/>
              <a:gd name="connsiteY152" fmla="*/ 6473343 h 6858000"/>
              <a:gd name="connsiteX153" fmla="*/ 2863887 w 4673601"/>
              <a:gd name="connsiteY153" fmla="*/ 6442383 h 6858000"/>
              <a:gd name="connsiteX154" fmla="*/ 2858812 w 4673601"/>
              <a:gd name="connsiteY154" fmla="*/ 6420761 h 6858000"/>
              <a:gd name="connsiteX155" fmla="*/ 2844382 w 4673601"/>
              <a:gd name="connsiteY155" fmla="*/ 6406666 h 6858000"/>
              <a:gd name="connsiteX156" fmla="*/ 2822458 w 4673601"/>
              <a:gd name="connsiteY156" fmla="*/ 6401726 h 6858000"/>
              <a:gd name="connsiteX157" fmla="*/ 2695530 w 4673601"/>
              <a:gd name="connsiteY157" fmla="*/ 6401726 h 6858000"/>
              <a:gd name="connsiteX158" fmla="*/ 2695530 w 4673601"/>
              <a:gd name="connsiteY158" fmla="*/ 6483865 h 6858000"/>
              <a:gd name="connsiteX159" fmla="*/ 2748971 w 4673601"/>
              <a:gd name="connsiteY159" fmla="*/ 6483865 h 6858000"/>
              <a:gd name="connsiteX160" fmla="*/ 2748971 w 4673601"/>
              <a:gd name="connsiteY160" fmla="*/ 6468945 h 6858000"/>
              <a:gd name="connsiteX161" fmla="*/ 2712281 w 4673601"/>
              <a:gd name="connsiteY161" fmla="*/ 6468945 h 6858000"/>
              <a:gd name="connsiteX162" fmla="*/ 2712281 w 4673601"/>
              <a:gd name="connsiteY162" fmla="*/ 6450021 h 6858000"/>
              <a:gd name="connsiteX163" fmla="*/ 2739279 w 4673601"/>
              <a:gd name="connsiteY163" fmla="*/ 6450021 h 6858000"/>
              <a:gd name="connsiteX164" fmla="*/ 2739279 w 4673601"/>
              <a:gd name="connsiteY164" fmla="*/ 6435680 h 6858000"/>
              <a:gd name="connsiteX165" fmla="*/ 2712281 w 4673601"/>
              <a:gd name="connsiteY165" fmla="*/ 6435680 h 6858000"/>
              <a:gd name="connsiteX166" fmla="*/ 2712281 w 4673601"/>
              <a:gd name="connsiteY166" fmla="*/ 6416646 h 6858000"/>
              <a:gd name="connsiteX167" fmla="*/ 2748971 w 4673601"/>
              <a:gd name="connsiteY167" fmla="*/ 6416646 h 6858000"/>
              <a:gd name="connsiteX168" fmla="*/ 2748971 w 4673601"/>
              <a:gd name="connsiteY168" fmla="*/ 6401726 h 6858000"/>
              <a:gd name="connsiteX169" fmla="*/ 2625003 w 4673601"/>
              <a:gd name="connsiteY169" fmla="*/ 6401726 h 6858000"/>
              <a:gd name="connsiteX170" fmla="*/ 2625003 w 4673601"/>
              <a:gd name="connsiteY170" fmla="*/ 6483865 h 6858000"/>
              <a:gd name="connsiteX171" fmla="*/ 2641754 w 4673601"/>
              <a:gd name="connsiteY171" fmla="*/ 6483865 h 6858000"/>
              <a:gd name="connsiteX172" fmla="*/ 2641754 w 4673601"/>
              <a:gd name="connsiteY172" fmla="*/ 6456021 h 6858000"/>
              <a:gd name="connsiteX173" fmla="*/ 2654866 w 4673601"/>
              <a:gd name="connsiteY173" fmla="*/ 6456021 h 6858000"/>
              <a:gd name="connsiteX174" fmla="*/ 2668417 w 4673601"/>
              <a:gd name="connsiteY174" fmla="*/ 6483865 h 6858000"/>
              <a:gd name="connsiteX175" fmla="*/ 2685607 w 4673601"/>
              <a:gd name="connsiteY175" fmla="*/ 6483865 h 6858000"/>
              <a:gd name="connsiteX176" fmla="*/ 2670958 w 4673601"/>
              <a:gd name="connsiteY176" fmla="*/ 6453779 h 6858000"/>
              <a:gd name="connsiteX177" fmla="*/ 2682199 w 4673601"/>
              <a:gd name="connsiteY177" fmla="*/ 6444440 h 6858000"/>
              <a:gd name="connsiteX178" fmla="*/ 2686161 w 4673601"/>
              <a:gd name="connsiteY178" fmla="*/ 6428867 h 6858000"/>
              <a:gd name="connsiteX179" fmla="*/ 2678837 w 4673601"/>
              <a:gd name="connsiteY179" fmla="*/ 6408712 h 6858000"/>
              <a:gd name="connsiteX180" fmla="*/ 2658401 w 4673601"/>
              <a:gd name="connsiteY180" fmla="*/ 6401726 h 6858000"/>
              <a:gd name="connsiteX181" fmla="*/ 2568614 w 4673601"/>
              <a:gd name="connsiteY181" fmla="*/ 6401726 h 6858000"/>
              <a:gd name="connsiteX182" fmla="*/ 2537758 w 4673601"/>
              <a:gd name="connsiteY182" fmla="*/ 6483865 h 6858000"/>
              <a:gd name="connsiteX183" fmla="*/ 2554948 w 4673601"/>
              <a:gd name="connsiteY183" fmla="*/ 6483865 h 6858000"/>
              <a:gd name="connsiteX184" fmla="*/ 2561556 w 4673601"/>
              <a:gd name="connsiteY184" fmla="*/ 6466000 h 6858000"/>
              <a:gd name="connsiteX185" fmla="*/ 2592078 w 4673601"/>
              <a:gd name="connsiteY185" fmla="*/ 6466000 h 6858000"/>
              <a:gd name="connsiteX186" fmla="*/ 2598686 w 4673601"/>
              <a:gd name="connsiteY186" fmla="*/ 6483865 h 6858000"/>
              <a:gd name="connsiteX187" fmla="*/ 2615760 w 4673601"/>
              <a:gd name="connsiteY187" fmla="*/ 6483865 h 6858000"/>
              <a:gd name="connsiteX188" fmla="*/ 2585019 w 4673601"/>
              <a:gd name="connsiteY188" fmla="*/ 6401726 h 6858000"/>
              <a:gd name="connsiteX189" fmla="*/ 2439921 w 4673601"/>
              <a:gd name="connsiteY189" fmla="*/ 6401726 h 6858000"/>
              <a:gd name="connsiteX190" fmla="*/ 2461512 w 4673601"/>
              <a:gd name="connsiteY190" fmla="*/ 6483865 h 6858000"/>
              <a:gd name="connsiteX191" fmla="*/ 2477374 w 4673601"/>
              <a:gd name="connsiteY191" fmla="*/ 6483865 h 6858000"/>
              <a:gd name="connsiteX192" fmla="*/ 2491040 w 4673601"/>
              <a:gd name="connsiteY192" fmla="*/ 6431812 h 6858000"/>
              <a:gd name="connsiteX193" fmla="*/ 2504811 w 4673601"/>
              <a:gd name="connsiteY193" fmla="*/ 6483865 h 6858000"/>
              <a:gd name="connsiteX194" fmla="*/ 2520568 w 4673601"/>
              <a:gd name="connsiteY194" fmla="*/ 6483865 h 6858000"/>
              <a:gd name="connsiteX195" fmla="*/ 2542160 w 4673601"/>
              <a:gd name="connsiteY195" fmla="*/ 6401726 h 6858000"/>
              <a:gd name="connsiteX196" fmla="*/ 2524635 w 4673601"/>
              <a:gd name="connsiteY196" fmla="*/ 6401726 h 6858000"/>
              <a:gd name="connsiteX197" fmla="*/ 2510864 w 4673601"/>
              <a:gd name="connsiteY197" fmla="*/ 6454838 h 6858000"/>
              <a:gd name="connsiteX198" fmla="*/ 2497752 w 4673601"/>
              <a:gd name="connsiteY198" fmla="*/ 6401726 h 6858000"/>
              <a:gd name="connsiteX199" fmla="*/ 2484860 w 4673601"/>
              <a:gd name="connsiteY199" fmla="*/ 6401726 h 6858000"/>
              <a:gd name="connsiteX200" fmla="*/ 2471309 w 4673601"/>
              <a:gd name="connsiteY200" fmla="*/ 6454838 h 6858000"/>
              <a:gd name="connsiteX201" fmla="*/ 2457538 w 4673601"/>
              <a:gd name="connsiteY201" fmla="*/ 6401726 h 6858000"/>
              <a:gd name="connsiteX202" fmla="*/ 2374672 w 4673601"/>
              <a:gd name="connsiteY202" fmla="*/ 6401726 h 6858000"/>
              <a:gd name="connsiteX203" fmla="*/ 2374672 w 4673601"/>
              <a:gd name="connsiteY203" fmla="*/ 6416646 h 6858000"/>
              <a:gd name="connsiteX204" fmla="*/ 2397142 w 4673601"/>
              <a:gd name="connsiteY204" fmla="*/ 6416646 h 6858000"/>
              <a:gd name="connsiteX205" fmla="*/ 2397142 w 4673601"/>
              <a:gd name="connsiteY205" fmla="*/ 6483852 h 6858000"/>
              <a:gd name="connsiteX206" fmla="*/ 2413893 w 4673601"/>
              <a:gd name="connsiteY206" fmla="*/ 6483852 h 6858000"/>
              <a:gd name="connsiteX207" fmla="*/ 2413893 w 4673601"/>
              <a:gd name="connsiteY207" fmla="*/ 6416646 h 6858000"/>
              <a:gd name="connsiteX208" fmla="*/ 2436373 w 4673601"/>
              <a:gd name="connsiteY208" fmla="*/ 6416646 h 6858000"/>
              <a:gd name="connsiteX209" fmla="*/ 2436373 w 4673601"/>
              <a:gd name="connsiteY209" fmla="*/ 6401726 h 6858000"/>
              <a:gd name="connsiteX210" fmla="*/ 2318262 w 4673601"/>
              <a:gd name="connsiteY210" fmla="*/ 6401726 h 6858000"/>
              <a:gd name="connsiteX211" fmla="*/ 2318262 w 4673601"/>
              <a:gd name="connsiteY211" fmla="*/ 6483865 h 6858000"/>
              <a:gd name="connsiteX212" fmla="*/ 2335013 w 4673601"/>
              <a:gd name="connsiteY212" fmla="*/ 6483865 h 6858000"/>
              <a:gd name="connsiteX213" fmla="*/ 2335013 w 4673601"/>
              <a:gd name="connsiteY213" fmla="*/ 6449676 h 6858000"/>
              <a:gd name="connsiteX214" fmla="*/ 2362011 w 4673601"/>
              <a:gd name="connsiteY214" fmla="*/ 6449676 h 6858000"/>
              <a:gd name="connsiteX215" fmla="*/ 2362011 w 4673601"/>
              <a:gd name="connsiteY215" fmla="*/ 6435927 h 6858000"/>
              <a:gd name="connsiteX216" fmla="*/ 2335013 w 4673601"/>
              <a:gd name="connsiteY216" fmla="*/ 6435927 h 6858000"/>
              <a:gd name="connsiteX217" fmla="*/ 2335013 w 4673601"/>
              <a:gd name="connsiteY217" fmla="*/ 6416769 h 6858000"/>
              <a:gd name="connsiteX218" fmla="*/ 2371703 w 4673601"/>
              <a:gd name="connsiteY218" fmla="*/ 6416769 h 6858000"/>
              <a:gd name="connsiteX219" fmla="*/ 2371703 w 4673601"/>
              <a:gd name="connsiteY219" fmla="*/ 6401726 h 6858000"/>
              <a:gd name="connsiteX220" fmla="*/ 3709745 w 4673601"/>
              <a:gd name="connsiteY220" fmla="*/ 6401714 h 6858000"/>
              <a:gd name="connsiteX221" fmla="*/ 3737953 w 4673601"/>
              <a:gd name="connsiteY221" fmla="*/ 6452596 h 6858000"/>
              <a:gd name="connsiteX222" fmla="*/ 3737953 w 4673601"/>
              <a:gd name="connsiteY222" fmla="*/ 6483853 h 6858000"/>
              <a:gd name="connsiteX223" fmla="*/ 3754373 w 4673601"/>
              <a:gd name="connsiteY223" fmla="*/ 6483853 h 6858000"/>
              <a:gd name="connsiteX224" fmla="*/ 3754373 w 4673601"/>
              <a:gd name="connsiteY224" fmla="*/ 6452596 h 6858000"/>
              <a:gd name="connsiteX225" fmla="*/ 3783240 w 4673601"/>
              <a:gd name="connsiteY225" fmla="*/ 6401714 h 6858000"/>
              <a:gd name="connsiteX226" fmla="*/ 3765495 w 4673601"/>
              <a:gd name="connsiteY226" fmla="*/ 6401714 h 6858000"/>
              <a:gd name="connsiteX227" fmla="*/ 3746214 w 4673601"/>
              <a:gd name="connsiteY227" fmla="*/ 6435902 h 6858000"/>
              <a:gd name="connsiteX228" fmla="*/ 3727592 w 4673601"/>
              <a:gd name="connsiteY228" fmla="*/ 6401714 h 6858000"/>
              <a:gd name="connsiteX229" fmla="*/ 3409173 w 4673601"/>
              <a:gd name="connsiteY229" fmla="*/ 6399965 h 6858000"/>
              <a:gd name="connsiteX230" fmla="*/ 3388184 w 4673601"/>
              <a:gd name="connsiteY230" fmla="*/ 6405374 h 6858000"/>
              <a:gd name="connsiteX231" fmla="*/ 3373357 w 4673601"/>
              <a:gd name="connsiteY231" fmla="*/ 6420527 h 6858000"/>
              <a:gd name="connsiteX232" fmla="*/ 3367962 w 4673601"/>
              <a:gd name="connsiteY232" fmla="*/ 6442851 h 6858000"/>
              <a:gd name="connsiteX233" fmla="*/ 3373357 w 4673601"/>
              <a:gd name="connsiteY233" fmla="*/ 6465114 h 6858000"/>
              <a:gd name="connsiteX234" fmla="*/ 3388184 w 4673601"/>
              <a:gd name="connsiteY234" fmla="*/ 6480219 h 6858000"/>
              <a:gd name="connsiteX235" fmla="*/ 3409173 w 4673601"/>
              <a:gd name="connsiteY235" fmla="*/ 6485627 h 6858000"/>
              <a:gd name="connsiteX236" fmla="*/ 3430048 w 4673601"/>
              <a:gd name="connsiteY236" fmla="*/ 6480219 h 6858000"/>
              <a:gd name="connsiteX237" fmla="*/ 3444753 w 4673601"/>
              <a:gd name="connsiteY237" fmla="*/ 6465114 h 6858000"/>
              <a:gd name="connsiteX238" fmla="*/ 3450147 w 4673601"/>
              <a:gd name="connsiteY238" fmla="*/ 6442851 h 6858000"/>
              <a:gd name="connsiteX239" fmla="*/ 3444753 w 4673601"/>
              <a:gd name="connsiteY239" fmla="*/ 6420527 h 6858000"/>
              <a:gd name="connsiteX240" fmla="*/ 3430048 w 4673601"/>
              <a:gd name="connsiteY240" fmla="*/ 6405374 h 6858000"/>
              <a:gd name="connsiteX241" fmla="*/ 3409173 w 4673601"/>
              <a:gd name="connsiteY241" fmla="*/ 6399965 h 6858000"/>
              <a:gd name="connsiteX242" fmla="*/ 3201473 w 4673601"/>
              <a:gd name="connsiteY242" fmla="*/ 6399965 h 6858000"/>
              <a:gd name="connsiteX243" fmla="*/ 3179658 w 4673601"/>
              <a:gd name="connsiteY243" fmla="*/ 6405189 h 6858000"/>
              <a:gd name="connsiteX244" fmla="*/ 3165010 w 4673601"/>
              <a:gd name="connsiteY244" fmla="*/ 6420108 h 6858000"/>
              <a:gd name="connsiteX245" fmla="*/ 3159833 w 4673601"/>
              <a:gd name="connsiteY245" fmla="*/ 6442851 h 6858000"/>
              <a:gd name="connsiteX246" fmla="*/ 3165010 w 4673601"/>
              <a:gd name="connsiteY246" fmla="*/ 6465533 h 6858000"/>
              <a:gd name="connsiteX247" fmla="*/ 3179658 w 4673601"/>
              <a:gd name="connsiteY247" fmla="*/ 6480391 h 6858000"/>
              <a:gd name="connsiteX248" fmla="*/ 3179671 w 4673601"/>
              <a:gd name="connsiteY248" fmla="*/ 6480403 h 6858000"/>
              <a:gd name="connsiteX249" fmla="*/ 3201479 w 4673601"/>
              <a:gd name="connsiteY249" fmla="*/ 6485627 h 6858000"/>
              <a:gd name="connsiteX250" fmla="*/ 3230237 w 4673601"/>
              <a:gd name="connsiteY250" fmla="*/ 6477631 h 6858000"/>
              <a:gd name="connsiteX251" fmla="*/ 3230237 w 4673601"/>
              <a:gd name="connsiteY251" fmla="*/ 6438034 h 6858000"/>
              <a:gd name="connsiteX252" fmla="*/ 3201588 w 4673601"/>
              <a:gd name="connsiteY252" fmla="*/ 6438034 h 6858000"/>
              <a:gd name="connsiteX253" fmla="*/ 3201588 w 4673601"/>
              <a:gd name="connsiteY253" fmla="*/ 6451192 h 6858000"/>
              <a:gd name="connsiteX254" fmla="*/ 3214041 w 4673601"/>
              <a:gd name="connsiteY254" fmla="*/ 6451192 h 6858000"/>
              <a:gd name="connsiteX255" fmla="*/ 3214041 w 4673601"/>
              <a:gd name="connsiteY255" fmla="*/ 6467060 h 6858000"/>
              <a:gd name="connsiteX256" fmla="*/ 3202138 w 4673601"/>
              <a:gd name="connsiteY256" fmla="*/ 6469648 h 6858000"/>
              <a:gd name="connsiteX257" fmla="*/ 3188911 w 4673601"/>
              <a:gd name="connsiteY257" fmla="*/ 6466359 h 6858000"/>
              <a:gd name="connsiteX258" fmla="*/ 3180042 w 4673601"/>
              <a:gd name="connsiteY258" fmla="*/ 6457020 h 6858000"/>
              <a:gd name="connsiteX259" fmla="*/ 3176900 w 4673601"/>
              <a:gd name="connsiteY259" fmla="*/ 6442864 h 6858000"/>
              <a:gd name="connsiteX260" fmla="*/ 3180317 w 4673601"/>
              <a:gd name="connsiteY260" fmla="*/ 6428880 h 6858000"/>
              <a:gd name="connsiteX261" fmla="*/ 3189628 w 4673601"/>
              <a:gd name="connsiteY261" fmla="*/ 6419653 h 6858000"/>
              <a:gd name="connsiteX262" fmla="*/ 3202900 w 4673601"/>
              <a:gd name="connsiteY262" fmla="*/ 6416425 h 6858000"/>
              <a:gd name="connsiteX263" fmla="*/ 3217068 w 4673601"/>
              <a:gd name="connsiteY263" fmla="*/ 6418359 h 6858000"/>
              <a:gd name="connsiteX264" fmla="*/ 3228132 w 4673601"/>
              <a:gd name="connsiteY264" fmla="*/ 6424531 h 6858000"/>
              <a:gd name="connsiteX265" fmla="*/ 3228132 w 4673601"/>
              <a:gd name="connsiteY265" fmla="*/ 6407493 h 6858000"/>
              <a:gd name="connsiteX266" fmla="*/ 3216294 w 4673601"/>
              <a:gd name="connsiteY266" fmla="*/ 6401788 h 6858000"/>
              <a:gd name="connsiteX267" fmla="*/ 3201473 w 4673601"/>
              <a:gd name="connsiteY267" fmla="*/ 6399965 h 6858000"/>
              <a:gd name="connsiteX268" fmla="*/ 2268020 w 4673601"/>
              <a:gd name="connsiteY268" fmla="*/ 6399965 h 6858000"/>
              <a:gd name="connsiteX269" fmla="*/ 2247029 w 4673601"/>
              <a:gd name="connsiteY269" fmla="*/ 6405374 h 6858000"/>
              <a:gd name="connsiteX270" fmla="*/ 2232207 w 4673601"/>
              <a:gd name="connsiteY270" fmla="*/ 6420527 h 6858000"/>
              <a:gd name="connsiteX271" fmla="*/ 2226812 w 4673601"/>
              <a:gd name="connsiteY271" fmla="*/ 6442851 h 6858000"/>
              <a:gd name="connsiteX272" fmla="*/ 2232207 w 4673601"/>
              <a:gd name="connsiteY272" fmla="*/ 6465114 h 6858000"/>
              <a:gd name="connsiteX273" fmla="*/ 2247029 w 4673601"/>
              <a:gd name="connsiteY273" fmla="*/ 6480219 h 6858000"/>
              <a:gd name="connsiteX274" fmla="*/ 2268020 w 4673601"/>
              <a:gd name="connsiteY274" fmla="*/ 6485627 h 6858000"/>
              <a:gd name="connsiteX275" fmla="*/ 2288895 w 4673601"/>
              <a:gd name="connsiteY275" fmla="*/ 6480219 h 6858000"/>
              <a:gd name="connsiteX276" fmla="*/ 2303601 w 4673601"/>
              <a:gd name="connsiteY276" fmla="*/ 6465114 h 6858000"/>
              <a:gd name="connsiteX277" fmla="*/ 2308996 w 4673601"/>
              <a:gd name="connsiteY277" fmla="*/ 6442851 h 6858000"/>
              <a:gd name="connsiteX278" fmla="*/ 2303601 w 4673601"/>
              <a:gd name="connsiteY278" fmla="*/ 6420527 h 6858000"/>
              <a:gd name="connsiteX279" fmla="*/ 2288895 w 4673601"/>
              <a:gd name="connsiteY279" fmla="*/ 6405374 h 6858000"/>
              <a:gd name="connsiteX280" fmla="*/ 2268020 w 4673601"/>
              <a:gd name="connsiteY280" fmla="*/ 6399965 h 6858000"/>
              <a:gd name="connsiteX281" fmla="*/ 2192976 w 4673601"/>
              <a:gd name="connsiteY281" fmla="*/ 6399965 h 6858000"/>
              <a:gd name="connsiteX282" fmla="*/ 2178211 w 4673601"/>
              <a:gd name="connsiteY282" fmla="*/ 6402897 h 6858000"/>
              <a:gd name="connsiteX283" fmla="*/ 2168299 w 4673601"/>
              <a:gd name="connsiteY283" fmla="*/ 6411176 h 6858000"/>
              <a:gd name="connsiteX284" fmla="*/ 2164776 w 4673601"/>
              <a:gd name="connsiteY284" fmla="*/ 6423460 h 6858000"/>
              <a:gd name="connsiteX285" fmla="*/ 2169628 w 4673601"/>
              <a:gd name="connsiteY285" fmla="*/ 6437849 h 6858000"/>
              <a:gd name="connsiteX286" fmla="*/ 2185270 w 4673601"/>
              <a:gd name="connsiteY286" fmla="*/ 6448371 h 6858000"/>
              <a:gd name="connsiteX287" fmla="*/ 2194916 w 4673601"/>
              <a:gd name="connsiteY287" fmla="*/ 6452892 h 6858000"/>
              <a:gd name="connsiteX288" fmla="*/ 2199711 w 4673601"/>
              <a:gd name="connsiteY288" fmla="*/ 6456712 h 6858000"/>
              <a:gd name="connsiteX289" fmla="*/ 2201363 w 4673601"/>
              <a:gd name="connsiteY289" fmla="*/ 6461886 h 6858000"/>
              <a:gd name="connsiteX290" fmla="*/ 2198059 w 4673601"/>
              <a:gd name="connsiteY290" fmla="*/ 6468465 h 6858000"/>
              <a:gd name="connsiteX291" fmla="*/ 2188366 w 4673601"/>
              <a:gd name="connsiteY291" fmla="*/ 6470818 h 6858000"/>
              <a:gd name="connsiteX292" fmla="*/ 2176351 w 4673601"/>
              <a:gd name="connsiteY292" fmla="*/ 6469291 h 6858000"/>
              <a:gd name="connsiteX293" fmla="*/ 2164233 w 4673601"/>
              <a:gd name="connsiteY293" fmla="*/ 6464707 h 6858000"/>
              <a:gd name="connsiteX294" fmla="*/ 2164233 w 4673601"/>
              <a:gd name="connsiteY294" fmla="*/ 6480452 h 6858000"/>
              <a:gd name="connsiteX295" fmla="*/ 2175577 w 4673601"/>
              <a:gd name="connsiteY295" fmla="*/ 6484210 h 6858000"/>
              <a:gd name="connsiteX296" fmla="*/ 2175577 w 4673601"/>
              <a:gd name="connsiteY296" fmla="*/ 6484198 h 6858000"/>
              <a:gd name="connsiteX297" fmla="*/ 2189567 w 4673601"/>
              <a:gd name="connsiteY297" fmla="*/ 6485603 h 6858000"/>
              <a:gd name="connsiteX298" fmla="*/ 2212095 w 4673601"/>
              <a:gd name="connsiteY298" fmla="*/ 6479380 h 6858000"/>
              <a:gd name="connsiteX299" fmla="*/ 2219639 w 4673601"/>
              <a:gd name="connsiteY299" fmla="*/ 6461985 h 6858000"/>
              <a:gd name="connsiteX300" fmla="*/ 2217548 w 4673601"/>
              <a:gd name="connsiteY300" fmla="*/ 6451118 h 6858000"/>
              <a:gd name="connsiteX301" fmla="*/ 2211044 w 4673601"/>
              <a:gd name="connsiteY301" fmla="*/ 6443480 h 6858000"/>
              <a:gd name="connsiteX302" fmla="*/ 2198809 w 4673601"/>
              <a:gd name="connsiteY302" fmla="*/ 6436728 h 6858000"/>
              <a:gd name="connsiteX303" fmla="*/ 2189117 w 4673601"/>
              <a:gd name="connsiteY303" fmla="*/ 6432268 h 6858000"/>
              <a:gd name="connsiteX304" fmla="*/ 2184484 w 4673601"/>
              <a:gd name="connsiteY304" fmla="*/ 6428745 h 6858000"/>
              <a:gd name="connsiteX305" fmla="*/ 2182832 w 4673601"/>
              <a:gd name="connsiteY305" fmla="*/ 6423694 h 6858000"/>
              <a:gd name="connsiteX306" fmla="*/ 2186356 w 4673601"/>
              <a:gd name="connsiteY306" fmla="*/ 6417176 h 6858000"/>
              <a:gd name="connsiteX307" fmla="*/ 2196049 w 4673601"/>
              <a:gd name="connsiteY307" fmla="*/ 6414885 h 6858000"/>
              <a:gd name="connsiteX308" fmla="*/ 2215445 w 4673601"/>
              <a:gd name="connsiteY308" fmla="*/ 6420059 h 6858000"/>
              <a:gd name="connsiteX309" fmla="*/ 2215445 w 4673601"/>
              <a:gd name="connsiteY309" fmla="*/ 6404782 h 6858000"/>
              <a:gd name="connsiteX310" fmla="*/ 2205094 w 4673601"/>
              <a:gd name="connsiteY310" fmla="*/ 6401135 h 6858000"/>
              <a:gd name="connsiteX311" fmla="*/ 2192976 w 4673601"/>
              <a:gd name="connsiteY311" fmla="*/ 6399965 h 6858000"/>
              <a:gd name="connsiteX312" fmla="*/ 1410880 w 4673601"/>
              <a:gd name="connsiteY312" fmla="*/ 0 h 6858000"/>
              <a:gd name="connsiteX313" fmla="*/ 4673601 w 4673601"/>
              <a:gd name="connsiteY313" fmla="*/ 0 h 6858000"/>
              <a:gd name="connsiteX314" fmla="*/ 4673601 w 4673601"/>
              <a:gd name="connsiteY314" fmla="*/ 6858000 h 6858000"/>
              <a:gd name="connsiteX315" fmla="*/ 1430099 w 4673601"/>
              <a:gd name="connsiteY315" fmla="*/ 6858000 h 6858000"/>
              <a:gd name="connsiteX316" fmla="*/ 1274287 w 4673601"/>
              <a:gd name="connsiteY316" fmla="*/ 6739720 h 6858000"/>
              <a:gd name="connsiteX317" fmla="*/ 820721 w 4673601"/>
              <a:gd name="connsiteY317" fmla="*/ 6279255 h 6858000"/>
              <a:gd name="connsiteX318" fmla="*/ 809453 w 4673601"/>
              <a:gd name="connsiteY318" fmla="*/ 6265527 h 6858000"/>
              <a:gd name="connsiteX319" fmla="*/ 672777 w 4673601"/>
              <a:gd name="connsiteY319" fmla="*/ 6083173 h 6858000"/>
              <a:gd name="connsiteX320" fmla="*/ 534144 w 4673601"/>
              <a:gd name="connsiteY320" fmla="*/ 5868962 h 6858000"/>
              <a:gd name="connsiteX321" fmla="*/ 527777 w 4673601"/>
              <a:gd name="connsiteY321" fmla="*/ 5858180 h 6858000"/>
              <a:gd name="connsiteX322" fmla="*/ 1292701 w 4673601"/>
              <a:gd name="connsiteY322" fmla="*/ 1626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</a:cxnLst>
            <a:rect l="l" t="t" r="r" b="b"/>
            <a:pathLst>
              <a:path w="4673601" h="6858000">
                <a:moveTo>
                  <a:pt x="3476166" y="6448839"/>
                </a:moveTo>
                <a:lnTo>
                  <a:pt x="3494449" y="6448839"/>
                </a:lnTo>
                <a:cubicBezTo>
                  <a:pt x="3498276" y="6448839"/>
                  <a:pt x="3501155" y="6449701"/>
                  <a:pt x="3503107" y="6451426"/>
                </a:cubicBezTo>
                <a:cubicBezTo>
                  <a:pt x="3505059" y="6453151"/>
                  <a:pt x="3506025" y="6456058"/>
                  <a:pt x="3506025" y="6459890"/>
                </a:cubicBezTo>
                <a:cubicBezTo>
                  <a:pt x="3506025" y="6463722"/>
                  <a:pt x="3505091" y="6466407"/>
                  <a:pt x="3503222" y="6467935"/>
                </a:cubicBezTo>
                <a:cubicBezTo>
                  <a:pt x="3501334" y="6469463"/>
                  <a:pt x="3498608" y="6470227"/>
                  <a:pt x="3495006" y="6470227"/>
                </a:cubicBezTo>
                <a:lnTo>
                  <a:pt x="3476166" y="6470227"/>
                </a:lnTo>
                <a:close/>
                <a:moveTo>
                  <a:pt x="2576759" y="6420514"/>
                </a:moveTo>
                <a:lnTo>
                  <a:pt x="2587665" y="6451770"/>
                </a:lnTo>
                <a:lnTo>
                  <a:pt x="2565853" y="6451770"/>
                </a:lnTo>
                <a:close/>
                <a:moveTo>
                  <a:pt x="3409173" y="6416647"/>
                </a:moveTo>
                <a:cubicBezTo>
                  <a:pt x="3413653" y="6416647"/>
                  <a:pt x="3417710" y="6417718"/>
                  <a:pt x="3421351" y="6419874"/>
                </a:cubicBezTo>
                <a:cubicBezTo>
                  <a:pt x="3424986" y="6422030"/>
                  <a:pt x="3427853" y="6425086"/>
                  <a:pt x="3429945" y="6429041"/>
                </a:cubicBezTo>
                <a:cubicBezTo>
                  <a:pt x="3432031" y="6432995"/>
                  <a:pt x="3433087" y="6437529"/>
                  <a:pt x="3433087" y="6442851"/>
                </a:cubicBezTo>
                <a:cubicBezTo>
                  <a:pt x="3433087" y="6448174"/>
                  <a:pt x="3432012" y="6452818"/>
                  <a:pt x="3429887" y="6456773"/>
                </a:cubicBezTo>
                <a:cubicBezTo>
                  <a:pt x="3427750" y="6460728"/>
                  <a:pt x="3424870" y="6463783"/>
                  <a:pt x="3421236" y="6465939"/>
                </a:cubicBezTo>
                <a:cubicBezTo>
                  <a:pt x="3417607" y="6468096"/>
                  <a:pt x="3413653" y="6469167"/>
                  <a:pt x="3409173" y="6469167"/>
                </a:cubicBezTo>
                <a:cubicBezTo>
                  <a:pt x="3404687" y="6469167"/>
                  <a:pt x="3400611" y="6468096"/>
                  <a:pt x="3396938" y="6465939"/>
                </a:cubicBezTo>
                <a:cubicBezTo>
                  <a:pt x="3393265" y="6463783"/>
                  <a:pt x="3390366" y="6460728"/>
                  <a:pt x="3388241" y="6456773"/>
                </a:cubicBezTo>
                <a:cubicBezTo>
                  <a:pt x="3386104" y="6452818"/>
                  <a:pt x="3385042" y="6448100"/>
                  <a:pt x="3385042" y="6442851"/>
                </a:cubicBezTo>
                <a:cubicBezTo>
                  <a:pt x="3385042" y="6437603"/>
                  <a:pt x="3386104" y="6432995"/>
                  <a:pt x="3388241" y="6429041"/>
                </a:cubicBezTo>
                <a:cubicBezTo>
                  <a:pt x="3390379" y="6425086"/>
                  <a:pt x="3393252" y="6422030"/>
                  <a:pt x="3396893" y="6419874"/>
                </a:cubicBezTo>
                <a:cubicBezTo>
                  <a:pt x="3400521" y="6417718"/>
                  <a:pt x="3404687" y="6416647"/>
                  <a:pt x="3409173" y="6416647"/>
                </a:cubicBezTo>
                <a:close/>
                <a:moveTo>
                  <a:pt x="2268031" y="6416647"/>
                </a:moveTo>
                <a:cubicBezTo>
                  <a:pt x="2272513" y="6416647"/>
                  <a:pt x="2276568" y="6417718"/>
                  <a:pt x="2280208" y="6419874"/>
                </a:cubicBezTo>
                <a:cubicBezTo>
                  <a:pt x="2283846" y="6422030"/>
                  <a:pt x="2286711" y="6425086"/>
                  <a:pt x="2288802" y="6429041"/>
                </a:cubicBezTo>
                <a:cubicBezTo>
                  <a:pt x="2290893" y="6432995"/>
                  <a:pt x="2291944" y="6437529"/>
                  <a:pt x="2291944" y="6442851"/>
                </a:cubicBezTo>
                <a:cubicBezTo>
                  <a:pt x="2291944" y="6448174"/>
                  <a:pt x="2290870" y="6452818"/>
                  <a:pt x="2288745" y="6456773"/>
                </a:cubicBezTo>
                <a:cubicBezTo>
                  <a:pt x="2286608" y="6460728"/>
                  <a:pt x="2283731" y="6463783"/>
                  <a:pt x="2280092" y="6465939"/>
                </a:cubicBezTo>
                <a:cubicBezTo>
                  <a:pt x="2276465" y="6468096"/>
                  <a:pt x="2272513" y="6469167"/>
                  <a:pt x="2268031" y="6469167"/>
                </a:cubicBezTo>
                <a:cubicBezTo>
                  <a:pt x="2263549" y="6469167"/>
                  <a:pt x="2259471" y="6468096"/>
                  <a:pt x="2255797" y="6465939"/>
                </a:cubicBezTo>
                <a:cubicBezTo>
                  <a:pt x="2252123" y="6463783"/>
                  <a:pt x="2249224" y="6460728"/>
                  <a:pt x="2247098" y="6456773"/>
                </a:cubicBezTo>
                <a:cubicBezTo>
                  <a:pt x="2244961" y="6452818"/>
                  <a:pt x="2243898" y="6448100"/>
                  <a:pt x="2243898" y="6442851"/>
                </a:cubicBezTo>
                <a:cubicBezTo>
                  <a:pt x="2243898" y="6437603"/>
                  <a:pt x="2244961" y="6432995"/>
                  <a:pt x="2247098" y="6429041"/>
                </a:cubicBezTo>
                <a:cubicBezTo>
                  <a:pt x="2249235" y="6425086"/>
                  <a:pt x="2252112" y="6422030"/>
                  <a:pt x="2255751" y="6419874"/>
                </a:cubicBezTo>
                <a:cubicBezTo>
                  <a:pt x="2259378" y="6417718"/>
                  <a:pt x="2263549" y="6416647"/>
                  <a:pt x="2268031" y="6416647"/>
                </a:cubicBezTo>
                <a:close/>
                <a:moveTo>
                  <a:pt x="2889900" y="6416646"/>
                </a:moveTo>
                <a:lnTo>
                  <a:pt x="2903569" y="6416646"/>
                </a:lnTo>
                <a:cubicBezTo>
                  <a:pt x="2907901" y="6416646"/>
                  <a:pt x="2911274" y="6417570"/>
                  <a:pt x="2913699" y="6419405"/>
                </a:cubicBezTo>
                <a:cubicBezTo>
                  <a:pt x="2916125" y="6421253"/>
                  <a:pt x="2917340" y="6424407"/>
                  <a:pt x="2917340" y="6428867"/>
                </a:cubicBezTo>
                <a:cubicBezTo>
                  <a:pt x="2917340" y="6433105"/>
                  <a:pt x="2916099" y="6436198"/>
                  <a:pt x="2913642" y="6438157"/>
                </a:cubicBezTo>
                <a:cubicBezTo>
                  <a:pt x="2911178" y="6440116"/>
                  <a:pt x="2907818" y="6441089"/>
                  <a:pt x="2903556" y="6441089"/>
                </a:cubicBezTo>
                <a:lnTo>
                  <a:pt x="2889900" y="6441089"/>
                </a:lnTo>
                <a:close/>
                <a:moveTo>
                  <a:pt x="2812443" y="6416646"/>
                </a:moveTo>
                <a:lnTo>
                  <a:pt x="2823565" y="6416646"/>
                </a:lnTo>
                <a:cubicBezTo>
                  <a:pt x="2828339" y="6416646"/>
                  <a:pt x="2832499" y="6417742"/>
                  <a:pt x="2836018" y="6419935"/>
                </a:cubicBezTo>
                <a:cubicBezTo>
                  <a:pt x="2839544" y="6422128"/>
                  <a:pt x="2842225" y="6425184"/>
                  <a:pt x="2844062" y="6429101"/>
                </a:cubicBezTo>
                <a:cubicBezTo>
                  <a:pt x="2845886" y="6433019"/>
                  <a:pt x="2846807" y="6437442"/>
                  <a:pt x="2846807" y="6442383"/>
                </a:cubicBezTo>
                <a:cubicBezTo>
                  <a:pt x="2846807" y="6450686"/>
                  <a:pt x="2844708" y="6457179"/>
                  <a:pt x="2840523" y="6461885"/>
                </a:cubicBezTo>
                <a:cubicBezTo>
                  <a:pt x="2836345" y="6466579"/>
                  <a:pt x="2830310" y="6468933"/>
                  <a:pt x="2822458" y="6468933"/>
                </a:cubicBezTo>
                <a:lnTo>
                  <a:pt x="2812443" y="6468933"/>
                </a:lnTo>
                <a:close/>
                <a:moveTo>
                  <a:pt x="2641765" y="6416646"/>
                </a:moveTo>
                <a:lnTo>
                  <a:pt x="2655431" y="6416646"/>
                </a:lnTo>
                <a:cubicBezTo>
                  <a:pt x="2659764" y="6416646"/>
                  <a:pt x="2663137" y="6417570"/>
                  <a:pt x="2665563" y="6419405"/>
                </a:cubicBezTo>
                <a:cubicBezTo>
                  <a:pt x="2667989" y="6421253"/>
                  <a:pt x="2669203" y="6424407"/>
                  <a:pt x="2669203" y="6428867"/>
                </a:cubicBezTo>
                <a:cubicBezTo>
                  <a:pt x="2669203" y="6433105"/>
                  <a:pt x="2667966" y="6436198"/>
                  <a:pt x="2665505" y="6438157"/>
                </a:cubicBezTo>
                <a:cubicBezTo>
                  <a:pt x="2663045" y="6440116"/>
                  <a:pt x="2659683" y="6441089"/>
                  <a:pt x="2655420" y="6441089"/>
                </a:cubicBezTo>
                <a:lnTo>
                  <a:pt x="2641765" y="6441089"/>
                </a:lnTo>
                <a:close/>
                <a:moveTo>
                  <a:pt x="3476166" y="6415353"/>
                </a:moveTo>
                <a:lnTo>
                  <a:pt x="3493457" y="6415353"/>
                </a:lnTo>
                <a:cubicBezTo>
                  <a:pt x="3496829" y="6415353"/>
                  <a:pt x="3499338" y="6416067"/>
                  <a:pt x="3501002" y="6417472"/>
                </a:cubicBezTo>
                <a:cubicBezTo>
                  <a:pt x="3502665" y="6418876"/>
                  <a:pt x="3503485" y="6421464"/>
                  <a:pt x="3503485" y="6425221"/>
                </a:cubicBezTo>
                <a:cubicBezTo>
                  <a:pt x="3503485" y="6428659"/>
                  <a:pt x="3502640" y="6431172"/>
                  <a:pt x="3500957" y="6432736"/>
                </a:cubicBezTo>
                <a:cubicBezTo>
                  <a:pt x="3499267" y="6434313"/>
                  <a:pt x="3496945" y="6435090"/>
                  <a:pt x="3494014" y="6435090"/>
                </a:cubicBezTo>
                <a:lnTo>
                  <a:pt x="3476166" y="6435090"/>
                </a:lnTo>
                <a:close/>
                <a:moveTo>
                  <a:pt x="3459413" y="6401727"/>
                </a:moveTo>
                <a:lnTo>
                  <a:pt x="3459413" y="6483840"/>
                </a:lnTo>
                <a:lnTo>
                  <a:pt x="3499075" y="6483840"/>
                </a:lnTo>
                <a:cubicBezTo>
                  <a:pt x="3503472" y="6483840"/>
                  <a:pt x="3507497" y="6482880"/>
                  <a:pt x="3511132" y="6480958"/>
                </a:cubicBezTo>
                <a:cubicBezTo>
                  <a:pt x="3514773" y="6479036"/>
                  <a:pt x="3517640" y="6476251"/>
                  <a:pt x="3519726" y="6472617"/>
                </a:cubicBezTo>
                <a:cubicBezTo>
                  <a:pt x="3521818" y="6468982"/>
                  <a:pt x="3522868" y="6464621"/>
                  <a:pt x="3522868" y="6459755"/>
                </a:cubicBezTo>
                <a:cubicBezTo>
                  <a:pt x="3522868" y="6454888"/>
                  <a:pt x="3521914" y="6450958"/>
                  <a:pt x="3520007" y="6447940"/>
                </a:cubicBezTo>
                <a:cubicBezTo>
                  <a:pt x="3518100" y="6444933"/>
                  <a:pt x="3515234" y="6442679"/>
                  <a:pt x="3511413" y="6441188"/>
                </a:cubicBezTo>
                <a:cubicBezTo>
                  <a:pt x="3514197" y="6439550"/>
                  <a:pt x="3516405" y="6437221"/>
                  <a:pt x="3518017" y="6434203"/>
                </a:cubicBezTo>
                <a:cubicBezTo>
                  <a:pt x="3519636" y="6431196"/>
                  <a:pt x="3520443" y="6427845"/>
                  <a:pt x="3520443" y="6424162"/>
                </a:cubicBezTo>
                <a:cubicBezTo>
                  <a:pt x="3520443" y="6416880"/>
                  <a:pt x="3518388" y="6411324"/>
                  <a:pt x="3514274" y="6407480"/>
                </a:cubicBezTo>
                <a:cubicBezTo>
                  <a:pt x="3510165" y="6403649"/>
                  <a:pt x="3504470" y="6401727"/>
                  <a:pt x="3497201" y="6401727"/>
                </a:cubicBezTo>
                <a:close/>
                <a:moveTo>
                  <a:pt x="3643961" y="6401726"/>
                </a:moveTo>
                <a:lnTo>
                  <a:pt x="3643961" y="6416646"/>
                </a:lnTo>
                <a:lnTo>
                  <a:pt x="3666435" y="6416646"/>
                </a:lnTo>
                <a:lnTo>
                  <a:pt x="3666435" y="6483852"/>
                </a:lnTo>
                <a:lnTo>
                  <a:pt x="3683182" y="6483852"/>
                </a:lnTo>
                <a:lnTo>
                  <a:pt x="3683182" y="6416646"/>
                </a:lnTo>
                <a:lnTo>
                  <a:pt x="3705669" y="6416646"/>
                </a:lnTo>
                <a:lnTo>
                  <a:pt x="3705669" y="6401726"/>
                </a:lnTo>
                <a:close/>
                <a:moveTo>
                  <a:pt x="3619727" y="6401726"/>
                </a:moveTo>
                <a:lnTo>
                  <a:pt x="3619727" y="6483865"/>
                </a:lnTo>
                <a:lnTo>
                  <a:pt x="3636480" y="6483865"/>
                </a:lnTo>
                <a:lnTo>
                  <a:pt x="3636480" y="6401726"/>
                </a:lnTo>
                <a:close/>
                <a:moveTo>
                  <a:pt x="3560553" y="6401726"/>
                </a:moveTo>
                <a:lnTo>
                  <a:pt x="3560553" y="6483853"/>
                </a:lnTo>
                <a:lnTo>
                  <a:pt x="3612566" y="6483853"/>
                </a:lnTo>
                <a:lnTo>
                  <a:pt x="3612566" y="6468933"/>
                </a:lnTo>
                <a:lnTo>
                  <a:pt x="3577306" y="6468933"/>
                </a:lnTo>
                <a:lnTo>
                  <a:pt x="3577306" y="6401726"/>
                </a:lnTo>
                <a:close/>
                <a:moveTo>
                  <a:pt x="3532243" y="6401726"/>
                </a:moveTo>
                <a:lnTo>
                  <a:pt x="3532243" y="6483865"/>
                </a:lnTo>
                <a:lnTo>
                  <a:pt x="3548990" y="6483865"/>
                </a:lnTo>
                <a:lnTo>
                  <a:pt x="3548990" y="6401726"/>
                </a:lnTo>
                <a:close/>
                <a:moveTo>
                  <a:pt x="3278181" y="6401726"/>
                </a:moveTo>
                <a:lnTo>
                  <a:pt x="3278181" y="6483865"/>
                </a:lnTo>
                <a:lnTo>
                  <a:pt x="3294262" y="6483865"/>
                </a:lnTo>
                <a:lnTo>
                  <a:pt x="3294262" y="6437220"/>
                </a:lnTo>
                <a:lnTo>
                  <a:pt x="3314535" y="6483865"/>
                </a:lnTo>
                <a:lnTo>
                  <a:pt x="3322252" y="6483865"/>
                </a:lnTo>
                <a:lnTo>
                  <a:pt x="3342628" y="6437220"/>
                </a:lnTo>
                <a:lnTo>
                  <a:pt x="3342628" y="6483865"/>
                </a:lnTo>
                <a:lnTo>
                  <a:pt x="3358607" y="6483865"/>
                </a:lnTo>
                <a:lnTo>
                  <a:pt x="3358607" y="6401726"/>
                </a:lnTo>
                <a:lnTo>
                  <a:pt x="3342192" y="6401726"/>
                </a:lnTo>
                <a:lnTo>
                  <a:pt x="3318394" y="6456711"/>
                </a:lnTo>
                <a:lnTo>
                  <a:pt x="3294697" y="6401726"/>
                </a:lnTo>
                <a:close/>
                <a:moveTo>
                  <a:pt x="3085359" y="6401726"/>
                </a:moveTo>
                <a:lnTo>
                  <a:pt x="3085359" y="6483865"/>
                </a:lnTo>
                <a:lnTo>
                  <a:pt x="3102106" y="6483865"/>
                </a:lnTo>
                <a:lnTo>
                  <a:pt x="3102106" y="6430752"/>
                </a:lnTo>
                <a:lnTo>
                  <a:pt x="3134383" y="6483865"/>
                </a:lnTo>
                <a:lnTo>
                  <a:pt x="3150580" y="6483865"/>
                </a:lnTo>
                <a:lnTo>
                  <a:pt x="3150580" y="6401726"/>
                </a:lnTo>
                <a:lnTo>
                  <a:pt x="3133833" y="6401726"/>
                </a:lnTo>
                <a:lnTo>
                  <a:pt x="3133833" y="6454838"/>
                </a:lnTo>
                <a:lnTo>
                  <a:pt x="3101658" y="6401726"/>
                </a:lnTo>
                <a:close/>
                <a:moveTo>
                  <a:pt x="3057029" y="6401726"/>
                </a:moveTo>
                <a:lnTo>
                  <a:pt x="3057029" y="6483865"/>
                </a:lnTo>
                <a:lnTo>
                  <a:pt x="3073782" y="6483865"/>
                </a:lnTo>
                <a:lnTo>
                  <a:pt x="3073782" y="6401726"/>
                </a:lnTo>
                <a:close/>
                <a:moveTo>
                  <a:pt x="2969763" y="6401726"/>
                </a:moveTo>
                <a:lnTo>
                  <a:pt x="3000620" y="6483865"/>
                </a:lnTo>
                <a:lnTo>
                  <a:pt x="3017034" y="6483865"/>
                </a:lnTo>
                <a:lnTo>
                  <a:pt x="3047776" y="6401726"/>
                </a:lnTo>
                <a:lnTo>
                  <a:pt x="3030031" y="6401726"/>
                </a:lnTo>
                <a:lnTo>
                  <a:pt x="3008766" y="6460124"/>
                </a:lnTo>
                <a:lnTo>
                  <a:pt x="2987610" y="6401726"/>
                </a:lnTo>
                <a:close/>
                <a:moveTo>
                  <a:pt x="2943654" y="6401726"/>
                </a:moveTo>
                <a:lnTo>
                  <a:pt x="2943654" y="6483865"/>
                </a:lnTo>
                <a:lnTo>
                  <a:pt x="2960407" y="6483865"/>
                </a:lnTo>
                <a:lnTo>
                  <a:pt x="2960407" y="6401726"/>
                </a:lnTo>
                <a:close/>
                <a:moveTo>
                  <a:pt x="2873128" y="6401726"/>
                </a:moveTo>
                <a:lnTo>
                  <a:pt x="2873128" y="6483865"/>
                </a:lnTo>
                <a:lnTo>
                  <a:pt x="2889875" y="6483865"/>
                </a:lnTo>
                <a:lnTo>
                  <a:pt x="2889875" y="6456021"/>
                </a:lnTo>
                <a:lnTo>
                  <a:pt x="2902987" y="6456021"/>
                </a:lnTo>
                <a:lnTo>
                  <a:pt x="2916540" y="6483865"/>
                </a:lnTo>
                <a:lnTo>
                  <a:pt x="2933729" y="6483865"/>
                </a:lnTo>
                <a:lnTo>
                  <a:pt x="2919081" y="6453779"/>
                </a:lnTo>
                <a:cubicBezTo>
                  <a:pt x="2923932" y="6451820"/>
                  <a:pt x="2927675" y="6448715"/>
                  <a:pt x="2930324" y="6444440"/>
                </a:cubicBezTo>
                <a:cubicBezTo>
                  <a:pt x="2932967" y="6440165"/>
                  <a:pt x="2934286" y="6434978"/>
                  <a:pt x="2934286" y="6428867"/>
                </a:cubicBezTo>
                <a:cubicBezTo>
                  <a:pt x="2934286" y="6420095"/>
                  <a:pt x="2931847" y="6413369"/>
                  <a:pt x="2926958" y="6408712"/>
                </a:cubicBezTo>
                <a:cubicBezTo>
                  <a:pt x="2922076" y="6404055"/>
                  <a:pt x="2915267" y="6401726"/>
                  <a:pt x="2906526" y="6401726"/>
                </a:cubicBezTo>
                <a:close/>
                <a:moveTo>
                  <a:pt x="2795690" y="6401726"/>
                </a:moveTo>
                <a:lnTo>
                  <a:pt x="2795690" y="6483865"/>
                </a:lnTo>
                <a:lnTo>
                  <a:pt x="2821581" y="6483865"/>
                </a:lnTo>
                <a:cubicBezTo>
                  <a:pt x="2834866" y="6483865"/>
                  <a:pt x="2845252" y="6480353"/>
                  <a:pt x="2852701" y="6473343"/>
                </a:cubicBezTo>
                <a:cubicBezTo>
                  <a:pt x="2860150" y="6466333"/>
                  <a:pt x="2863887" y="6456009"/>
                  <a:pt x="2863887" y="6442383"/>
                </a:cubicBezTo>
                <a:cubicBezTo>
                  <a:pt x="2863887" y="6434079"/>
                  <a:pt x="2862185" y="6426871"/>
                  <a:pt x="2858812" y="6420761"/>
                </a:cubicBezTo>
                <a:cubicBezTo>
                  <a:pt x="2855440" y="6414650"/>
                  <a:pt x="2850621" y="6409956"/>
                  <a:pt x="2844382" y="6406666"/>
                </a:cubicBezTo>
                <a:cubicBezTo>
                  <a:pt x="2838143" y="6403365"/>
                  <a:pt x="2830835" y="6401726"/>
                  <a:pt x="2822458" y="6401726"/>
                </a:cubicBezTo>
                <a:close/>
                <a:moveTo>
                  <a:pt x="2695530" y="6401726"/>
                </a:moveTo>
                <a:lnTo>
                  <a:pt x="2695530" y="6483865"/>
                </a:lnTo>
                <a:lnTo>
                  <a:pt x="2748971" y="6483865"/>
                </a:lnTo>
                <a:lnTo>
                  <a:pt x="2748971" y="6468945"/>
                </a:lnTo>
                <a:lnTo>
                  <a:pt x="2712281" y="6468945"/>
                </a:lnTo>
                <a:lnTo>
                  <a:pt x="2712281" y="6450021"/>
                </a:lnTo>
                <a:lnTo>
                  <a:pt x="2739279" y="6450021"/>
                </a:lnTo>
                <a:lnTo>
                  <a:pt x="2739279" y="6435680"/>
                </a:lnTo>
                <a:lnTo>
                  <a:pt x="2712281" y="6435680"/>
                </a:lnTo>
                <a:lnTo>
                  <a:pt x="2712281" y="6416646"/>
                </a:lnTo>
                <a:lnTo>
                  <a:pt x="2748971" y="6416646"/>
                </a:lnTo>
                <a:lnTo>
                  <a:pt x="2748971" y="6401726"/>
                </a:lnTo>
                <a:close/>
                <a:moveTo>
                  <a:pt x="2625003" y="6401726"/>
                </a:moveTo>
                <a:lnTo>
                  <a:pt x="2625003" y="6483865"/>
                </a:lnTo>
                <a:lnTo>
                  <a:pt x="2641754" y="6483865"/>
                </a:lnTo>
                <a:lnTo>
                  <a:pt x="2641754" y="6456021"/>
                </a:lnTo>
                <a:lnTo>
                  <a:pt x="2654866" y="6456021"/>
                </a:lnTo>
                <a:lnTo>
                  <a:pt x="2668417" y="6483865"/>
                </a:lnTo>
                <a:lnTo>
                  <a:pt x="2685607" y="6483865"/>
                </a:lnTo>
                <a:lnTo>
                  <a:pt x="2670958" y="6453779"/>
                </a:lnTo>
                <a:cubicBezTo>
                  <a:pt x="2675810" y="6451820"/>
                  <a:pt x="2679553" y="6448715"/>
                  <a:pt x="2682199" y="6444440"/>
                </a:cubicBezTo>
                <a:cubicBezTo>
                  <a:pt x="2684844" y="6440165"/>
                  <a:pt x="2686161" y="6434978"/>
                  <a:pt x="2686161" y="6428867"/>
                </a:cubicBezTo>
                <a:cubicBezTo>
                  <a:pt x="2686161" y="6420095"/>
                  <a:pt x="2683724" y="6413369"/>
                  <a:pt x="2678837" y="6408712"/>
                </a:cubicBezTo>
                <a:cubicBezTo>
                  <a:pt x="2673950" y="6404055"/>
                  <a:pt x="2667146" y="6401726"/>
                  <a:pt x="2658401" y="6401726"/>
                </a:cubicBezTo>
                <a:close/>
                <a:moveTo>
                  <a:pt x="2568614" y="6401726"/>
                </a:moveTo>
                <a:lnTo>
                  <a:pt x="2537758" y="6483865"/>
                </a:lnTo>
                <a:lnTo>
                  <a:pt x="2554948" y="6483865"/>
                </a:lnTo>
                <a:lnTo>
                  <a:pt x="2561556" y="6466000"/>
                </a:lnTo>
                <a:lnTo>
                  <a:pt x="2592078" y="6466000"/>
                </a:lnTo>
                <a:lnTo>
                  <a:pt x="2598686" y="6483865"/>
                </a:lnTo>
                <a:lnTo>
                  <a:pt x="2615760" y="6483865"/>
                </a:lnTo>
                <a:lnTo>
                  <a:pt x="2585019" y="6401726"/>
                </a:lnTo>
                <a:close/>
                <a:moveTo>
                  <a:pt x="2439921" y="6401726"/>
                </a:moveTo>
                <a:lnTo>
                  <a:pt x="2461512" y="6483865"/>
                </a:lnTo>
                <a:lnTo>
                  <a:pt x="2477374" y="6483865"/>
                </a:lnTo>
                <a:lnTo>
                  <a:pt x="2491040" y="6431812"/>
                </a:lnTo>
                <a:lnTo>
                  <a:pt x="2504811" y="6483865"/>
                </a:lnTo>
                <a:lnTo>
                  <a:pt x="2520568" y="6483865"/>
                </a:lnTo>
                <a:lnTo>
                  <a:pt x="2542160" y="6401726"/>
                </a:lnTo>
                <a:lnTo>
                  <a:pt x="2524635" y="6401726"/>
                </a:lnTo>
                <a:lnTo>
                  <a:pt x="2510864" y="6454838"/>
                </a:lnTo>
                <a:lnTo>
                  <a:pt x="2497752" y="6401726"/>
                </a:lnTo>
                <a:lnTo>
                  <a:pt x="2484860" y="6401726"/>
                </a:lnTo>
                <a:lnTo>
                  <a:pt x="2471309" y="6454838"/>
                </a:lnTo>
                <a:lnTo>
                  <a:pt x="2457538" y="6401726"/>
                </a:lnTo>
                <a:close/>
                <a:moveTo>
                  <a:pt x="2374672" y="6401726"/>
                </a:moveTo>
                <a:lnTo>
                  <a:pt x="2374672" y="6416646"/>
                </a:lnTo>
                <a:lnTo>
                  <a:pt x="2397142" y="6416646"/>
                </a:lnTo>
                <a:lnTo>
                  <a:pt x="2397142" y="6483852"/>
                </a:lnTo>
                <a:lnTo>
                  <a:pt x="2413893" y="6483852"/>
                </a:lnTo>
                <a:lnTo>
                  <a:pt x="2413893" y="6416646"/>
                </a:lnTo>
                <a:lnTo>
                  <a:pt x="2436373" y="6416646"/>
                </a:lnTo>
                <a:lnTo>
                  <a:pt x="2436373" y="6401726"/>
                </a:lnTo>
                <a:close/>
                <a:moveTo>
                  <a:pt x="2318262" y="6401726"/>
                </a:moveTo>
                <a:lnTo>
                  <a:pt x="2318262" y="6483865"/>
                </a:lnTo>
                <a:lnTo>
                  <a:pt x="2335013" y="6483865"/>
                </a:lnTo>
                <a:lnTo>
                  <a:pt x="2335013" y="6449676"/>
                </a:lnTo>
                <a:lnTo>
                  <a:pt x="2362011" y="6449676"/>
                </a:lnTo>
                <a:lnTo>
                  <a:pt x="2362011" y="6435927"/>
                </a:lnTo>
                <a:lnTo>
                  <a:pt x="2335013" y="6435927"/>
                </a:lnTo>
                <a:lnTo>
                  <a:pt x="2335013" y="6416769"/>
                </a:lnTo>
                <a:lnTo>
                  <a:pt x="2371703" y="6416769"/>
                </a:lnTo>
                <a:lnTo>
                  <a:pt x="2371703" y="6401726"/>
                </a:lnTo>
                <a:close/>
                <a:moveTo>
                  <a:pt x="3709745" y="6401714"/>
                </a:moveTo>
                <a:lnTo>
                  <a:pt x="3737953" y="6452596"/>
                </a:lnTo>
                <a:lnTo>
                  <a:pt x="3737953" y="6483853"/>
                </a:lnTo>
                <a:lnTo>
                  <a:pt x="3754373" y="6483853"/>
                </a:lnTo>
                <a:lnTo>
                  <a:pt x="3754373" y="6452596"/>
                </a:lnTo>
                <a:lnTo>
                  <a:pt x="3783240" y="6401714"/>
                </a:lnTo>
                <a:lnTo>
                  <a:pt x="3765495" y="6401714"/>
                </a:lnTo>
                <a:lnTo>
                  <a:pt x="3746214" y="6435902"/>
                </a:lnTo>
                <a:lnTo>
                  <a:pt x="3727592" y="6401714"/>
                </a:lnTo>
                <a:close/>
                <a:moveTo>
                  <a:pt x="3409173" y="6399965"/>
                </a:moveTo>
                <a:cubicBezTo>
                  <a:pt x="3401456" y="6399965"/>
                  <a:pt x="3394468" y="6401776"/>
                  <a:pt x="3388184" y="6405374"/>
                </a:cubicBezTo>
                <a:cubicBezTo>
                  <a:pt x="3381900" y="6408971"/>
                  <a:pt x="3376953" y="6414022"/>
                  <a:pt x="3373357" y="6420527"/>
                </a:cubicBezTo>
                <a:cubicBezTo>
                  <a:pt x="3369767" y="6427032"/>
                  <a:pt x="3367962" y="6434474"/>
                  <a:pt x="3367962" y="6442851"/>
                </a:cubicBezTo>
                <a:cubicBezTo>
                  <a:pt x="3367962" y="6451229"/>
                  <a:pt x="3369754" y="6458646"/>
                  <a:pt x="3373357" y="6465114"/>
                </a:cubicBezTo>
                <a:cubicBezTo>
                  <a:pt x="3376966" y="6471582"/>
                  <a:pt x="3381900" y="6476621"/>
                  <a:pt x="3388184" y="6480219"/>
                </a:cubicBezTo>
                <a:cubicBezTo>
                  <a:pt x="3394468" y="6483828"/>
                  <a:pt x="3401468" y="6485627"/>
                  <a:pt x="3409173" y="6485627"/>
                </a:cubicBezTo>
                <a:cubicBezTo>
                  <a:pt x="3416878" y="6485627"/>
                  <a:pt x="3423847" y="6483816"/>
                  <a:pt x="3430048" y="6480219"/>
                </a:cubicBezTo>
                <a:cubicBezTo>
                  <a:pt x="3436248" y="6476609"/>
                  <a:pt x="3441150" y="6471582"/>
                  <a:pt x="3444753" y="6465114"/>
                </a:cubicBezTo>
                <a:cubicBezTo>
                  <a:pt x="3448349" y="6458658"/>
                  <a:pt x="3450147" y="6451229"/>
                  <a:pt x="3450147" y="6442851"/>
                </a:cubicBezTo>
                <a:cubicBezTo>
                  <a:pt x="3450147" y="6434474"/>
                  <a:pt x="3448349" y="6427032"/>
                  <a:pt x="3444753" y="6420527"/>
                </a:cubicBezTo>
                <a:cubicBezTo>
                  <a:pt x="3441163" y="6414035"/>
                  <a:pt x="3436248" y="6408971"/>
                  <a:pt x="3430048" y="6405374"/>
                </a:cubicBezTo>
                <a:cubicBezTo>
                  <a:pt x="3423847" y="6401764"/>
                  <a:pt x="3416891" y="6399965"/>
                  <a:pt x="3409173" y="6399965"/>
                </a:cubicBezTo>
                <a:close/>
                <a:moveTo>
                  <a:pt x="3201473" y="6399965"/>
                </a:moveTo>
                <a:cubicBezTo>
                  <a:pt x="3193243" y="6399965"/>
                  <a:pt x="3185980" y="6401702"/>
                  <a:pt x="3179658" y="6405189"/>
                </a:cubicBezTo>
                <a:cubicBezTo>
                  <a:pt x="3173342" y="6408675"/>
                  <a:pt x="3168466" y="6413640"/>
                  <a:pt x="3165010" y="6420108"/>
                </a:cubicBezTo>
                <a:cubicBezTo>
                  <a:pt x="3161554" y="6426577"/>
                  <a:pt x="3159833" y="6434153"/>
                  <a:pt x="3159833" y="6442851"/>
                </a:cubicBezTo>
                <a:cubicBezTo>
                  <a:pt x="3159833" y="6451549"/>
                  <a:pt x="3161554" y="6459114"/>
                  <a:pt x="3165010" y="6465533"/>
                </a:cubicBezTo>
                <a:cubicBezTo>
                  <a:pt x="3168453" y="6471952"/>
                  <a:pt x="3173342" y="6476904"/>
                  <a:pt x="3179658" y="6480391"/>
                </a:cubicBezTo>
                <a:lnTo>
                  <a:pt x="3179671" y="6480403"/>
                </a:lnTo>
                <a:cubicBezTo>
                  <a:pt x="3185980" y="6483878"/>
                  <a:pt x="3193256" y="6485627"/>
                  <a:pt x="3201479" y="6485627"/>
                </a:cubicBezTo>
                <a:cubicBezTo>
                  <a:pt x="3213382" y="6485627"/>
                  <a:pt x="3222968" y="6482966"/>
                  <a:pt x="3230237" y="6477631"/>
                </a:cubicBezTo>
                <a:lnTo>
                  <a:pt x="3230237" y="6438034"/>
                </a:lnTo>
                <a:lnTo>
                  <a:pt x="3201588" y="6438034"/>
                </a:lnTo>
                <a:lnTo>
                  <a:pt x="3201588" y="6451192"/>
                </a:lnTo>
                <a:lnTo>
                  <a:pt x="3214041" y="6451192"/>
                </a:lnTo>
                <a:lnTo>
                  <a:pt x="3214041" y="6467060"/>
                </a:lnTo>
                <a:cubicBezTo>
                  <a:pt x="3210669" y="6468785"/>
                  <a:pt x="3206695" y="6469648"/>
                  <a:pt x="3202138" y="6469648"/>
                </a:cubicBezTo>
                <a:cubicBezTo>
                  <a:pt x="3197141" y="6469648"/>
                  <a:pt x="3192725" y="6468551"/>
                  <a:pt x="3188911" y="6466359"/>
                </a:cubicBezTo>
                <a:cubicBezTo>
                  <a:pt x="3185091" y="6464165"/>
                  <a:pt x="3182134" y="6461061"/>
                  <a:pt x="3180042" y="6457020"/>
                </a:cubicBezTo>
                <a:cubicBezTo>
                  <a:pt x="3177949" y="6452991"/>
                  <a:pt x="3176900" y="6448186"/>
                  <a:pt x="3176900" y="6442864"/>
                </a:cubicBezTo>
                <a:cubicBezTo>
                  <a:pt x="3176900" y="6437541"/>
                  <a:pt x="3178039" y="6432872"/>
                  <a:pt x="3180317" y="6428880"/>
                </a:cubicBezTo>
                <a:cubicBezTo>
                  <a:pt x="3182595" y="6424889"/>
                  <a:pt x="3185699" y="6421809"/>
                  <a:pt x="3189628" y="6419653"/>
                </a:cubicBezTo>
                <a:cubicBezTo>
                  <a:pt x="3193557" y="6417497"/>
                  <a:pt x="3197979" y="6416425"/>
                  <a:pt x="3202900" y="6416425"/>
                </a:cubicBezTo>
                <a:cubicBezTo>
                  <a:pt x="3208192" y="6416425"/>
                  <a:pt x="3212921" y="6417065"/>
                  <a:pt x="3217068" y="6418359"/>
                </a:cubicBezTo>
                <a:cubicBezTo>
                  <a:pt x="3221215" y="6419653"/>
                  <a:pt x="3224900" y="6421710"/>
                  <a:pt x="3228132" y="6424531"/>
                </a:cubicBezTo>
                <a:lnTo>
                  <a:pt x="3228132" y="6407493"/>
                </a:lnTo>
                <a:cubicBezTo>
                  <a:pt x="3224542" y="6404905"/>
                  <a:pt x="3220587" y="6403008"/>
                  <a:pt x="3216294" y="6401788"/>
                </a:cubicBezTo>
                <a:cubicBezTo>
                  <a:pt x="3211993" y="6400569"/>
                  <a:pt x="3207053" y="6399965"/>
                  <a:pt x="3201473" y="6399965"/>
                </a:cubicBezTo>
                <a:close/>
                <a:moveTo>
                  <a:pt x="2268020" y="6399965"/>
                </a:moveTo>
                <a:cubicBezTo>
                  <a:pt x="2260302" y="6399965"/>
                  <a:pt x="2253314" y="6401776"/>
                  <a:pt x="2247029" y="6405374"/>
                </a:cubicBezTo>
                <a:cubicBezTo>
                  <a:pt x="2240744" y="6408971"/>
                  <a:pt x="2235799" y="6414022"/>
                  <a:pt x="2232207" y="6420527"/>
                </a:cubicBezTo>
                <a:cubicBezTo>
                  <a:pt x="2228614" y="6427032"/>
                  <a:pt x="2226812" y="6434474"/>
                  <a:pt x="2226812" y="6442851"/>
                </a:cubicBezTo>
                <a:cubicBezTo>
                  <a:pt x="2226812" y="6451229"/>
                  <a:pt x="2228602" y="6458646"/>
                  <a:pt x="2232207" y="6465114"/>
                </a:cubicBezTo>
                <a:cubicBezTo>
                  <a:pt x="2235811" y="6471582"/>
                  <a:pt x="2240744" y="6476621"/>
                  <a:pt x="2247029" y="6480219"/>
                </a:cubicBezTo>
                <a:cubicBezTo>
                  <a:pt x="2253314" y="6483828"/>
                  <a:pt x="2260314" y="6485627"/>
                  <a:pt x="2268020" y="6485627"/>
                </a:cubicBezTo>
                <a:cubicBezTo>
                  <a:pt x="2275725" y="6485627"/>
                  <a:pt x="2282691" y="6483816"/>
                  <a:pt x="2288895" y="6480219"/>
                </a:cubicBezTo>
                <a:cubicBezTo>
                  <a:pt x="2295099" y="6476609"/>
                  <a:pt x="2299997" y="6471582"/>
                  <a:pt x="2303601" y="6465114"/>
                </a:cubicBezTo>
                <a:cubicBezTo>
                  <a:pt x="2307194" y="6458658"/>
                  <a:pt x="2308996" y="6451229"/>
                  <a:pt x="2308996" y="6442851"/>
                </a:cubicBezTo>
                <a:cubicBezTo>
                  <a:pt x="2308996" y="6434474"/>
                  <a:pt x="2307194" y="6427032"/>
                  <a:pt x="2303601" y="6420527"/>
                </a:cubicBezTo>
                <a:cubicBezTo>
                  <a:pt x="2300008" y="6414035"/>
                  <a:pt x="2295099" y="6408971"/>
                  <a:pt x="2288895" y="6405374"/>
                </a:cubicBezTo>
                <a:cubicBezTo>
                  <a:pt x="2282691" y="6401764"/>
                  <a:pt x="2275737" y="6399965"/>
                  <a:pt x="2268020" y="6399965"/>
                </a:cubicBezTo>
                <a:close/>
                <a:moveTo>
                  <a:pt x="2192976" y="6399965"/>
                </a:moveTo>
                <a:cubicBezTo>
                  <a:pt x="2187396" y="6399965"/>
                  <a:pt x="2182474" y="6400938"/>
                  <a:pt x="2178211" y="6402897"/>
                </a:cubicBezTo>
                <a:cubicBezTo>
                  <a:pt x="2173960" y="6404856"/>
                  <a:pt x="2170645" y="6407616"/>
                  <a:pt x="2168299" y="6411176"/>
                </a:cubicBezTo>
                <a:cubicBezTo>
                  <a:pt x="2165954" y="6414749"/>
                  <a:pt x="2164776" y="6418839"/>
                  <a:pt x="2164776" y="6423460"/>
                </a:cubicBezTo>
                <a:cubicBezTo>
                  <a:pt x="2164776" y="6429176"/>
                  <a:pt x="2166393" y="6433969"/>
                  <a:pt x="2169628" y="6437849"/>
                </a:cubicBezTo>
                <a:cubicBezTo>
                  <a:pt x="2172851" y="6441730"/>
                  <a:pt x="2178073" y="6445242"/>
                  <a:pt x="2185270" y="6448371"/>
                </a:cubicBezTo>
                <a:cubicBezTo>
                  <a:pt x="2189614" y="6450244"/>
                  <a:pt x="2192825" y="6451759"/>
                  <a:pt x="2194916" y="6452892"/>
                </a:cubicBezTo>
                <a:cubicBezTo>
                  <a:pt x="2197007" y="6454026"/>
                  <a:pt x="2198613" y="6455307"/>
                  <a:pt x="2199711" y="6456712"/>
                </a:cubicBezTo>
                <a:cubicBezTo>
                  <a:pt x="2200808" y="6458128"/>
                  <a:pt x="2201363" y="6459853"/>
                  <a:pt x="2201363" y="6461886"/>
                </a:cubicBezTo>
                <a:cubicBezTo>
                  <a:pt x="2201363" y="6464707"/>
                  <a:pt x="2200265" y="6466900"/>
                  <a:pt x="2198059" y="6468465"/>
                </a:cubicBezTo>
                <a:cubicBezTo>
                  <a:pt x="2195864" y="6470042"/>
                  <a:pt x="2192629" y="6470818"/>
                  <a:pt x="2188366" y="6470818"/>
                </a:cubicBezTo>
                <a:cubicBezTo>
                  <a:pt x="2184542" y="6470818"/>
                  <a:pt x="2180534" y="6470313"/>
                  <a:pt x="2176351" y="6469291"/>
                </a:cubicBezTo>
                <a:cubicBezTo>
                  <a:pt x="2172170" y="6468268"/>
                  <a:pt x="2168126" y="6466740"/>
                  <a:pt x="2164233" y="6464707"/>
                </a:cubicBezTo>
                <a:lnTo>
                  <a:pt x="2164233" y="6480452"/>
                </a:lnTo>
                <a:cubicBezTo>
                  <a:pt x="2167167" y="6482017"/>
                  <a:pt x="2170945" y="6483274"/>
                  <a:pt x="2175577" y="6484210"/>
                </a:cubicBezTo>
                <a:lnTo>
                  <a:pt x="2175577" y="6484198"/>
                </a:lnTo>
                <a:cubicBezTo>
                  <a:pt x="2180198" y="6485134"/>
                  <a:pt x="2184866" y="6485603"/>
                  <a:pt x="2189567" y="6485603"/>
                </a:cubicBezTo>
                <a:cubicBezTo>
                  <a:pt x="2199549" y="6485603"/>
                  <a:pt x="2207058" y="6483533"/>
                  <a:pt x="2212095" y="6479380"/>
                </a:cubicBezTo>
                <a:cubicBezTo>
                  <a:pt x="2217120" y="6475229"/>
                  <a:pt x="2219639" y="6469426"/>
                  <a:pt x="2219639" y="6461985"/>
                </a:cubicBezTo>
                <a:cubicBezTo>
                  <a:pt x="2219639" y="6457685"/>
                  <a:pt x="2218945" y="6454050"/>
                  <a:pt x="2217548" y="6451118"/>
                </a:cubicBezTo>
                <a:cubicBezTo>
                  <a:pt x="2216150" y="6448186"/>
                  <a:pt x="2213978" y="6445636"/>
                  <a:pt x="2211044" y="6443480"/>
                </a:cubicBezTo>
                <a:cubicBezTo>
                  <a:pt x="2208098" y="6441336"/>
                  <a:pt x="2204020" y="6439081"/>
                  <a:pt x="2198809" y="6436728"/>
                </a:cubicBezTo>
                <a:cubicBezTo>
                  <a:pt x="2194327" y="6434782"/>
                  <a:pt x="2191104" y="6433291"/>
                  <a:pt x="2189117" y="6432268"/>
                </a:cubicBezTo>
                <a:cubicBezTo>
                  <a:pt x="2187130" y="6431258"/>
                  <a:pt x="2185582" y="6430075"/>
                  <a:pt x="2184484" y="6428745"/>
                </a:cubicBezTo>
                <a:cubicBezTo>
                  <a:pt x="2183387" y="6427414"/>
                  <a:pt x="2182832" y="6425726"/>
                  <a:pt x="2182832" y="6423694"/>
                </a:cubicBezTo>
                <a:cubicBezTo>
                  <a:pt x="2182832" y="6420872"/>
                  <a:pt x="2183999" y="6418704"/>
                  <a:pt x="2186356" y="6417176"/>
                </a:cubicBezTo>
                <a:cubicBezTo>
                  <a:pt x="2188701" y="6415649"/>
                  <a:pt x="2191936" y="6414885"/>
                  <a:pt x="2196049" y="6414885"/>
                </a:cubicBezTo>
                <a:cubicBezTo>
                  <a:pt x="2202518" y="6414885"/>
                  <a:pt x="2208976" y="6416609"/>
                  <a:pt x="2215445" y="6420059"/>
                </a:cubicBezTo>
                <a:lnTo>
                  <a:pt x="2215445" y="6404782"/>
                </a:lnTo>
                <a:cubicBezTo>
                  <a:pt x="2212072" y="6403131"/>
                  <a:pt x="2208618" y="6401924"/>
                  <a:pt x="2205094" y="6401135"/>
                </a:cubicBezTo>
                <a:cubicBezTo>
                  <a:pt x="2201571" y="6400359"/>
                  <a:pt x="2197527" y="6399965"/>
                  <a:pt x="2192976" y="6399965"/>
                </a:cubicBezTo>
                <a:close/>
                <a:moveTo>
                  <a:pt x="1410880" y="0"/>
                </a:moveTo>
                <a:lnTo>
                  <a:pt x="4673601" y="0"/>
                </a:lnTo>
                <a:lnTo>
                  <a:pt x="4673601" y="6858000"/>
                </a:lnTo>
                <a:lnTo>
                  <a:pt x="1430099" y="6858000"/>
                </a:lnTo>
                <a:lnTo>
                  <a:pt x="1274287" y="6739720"/>
                </a:lnTo>
                <a:cubicBezTo>
                  <a:pt x="1111156" y="6603246"/>
                  <a:pt x="959050" y="6449595"/>
                  <a:pt x="820721" y="6279255"/>
                </a:cubicBezTo>
                <a:cubicBezTo>
                  <a:pt x="816802" y="6274842"/>
                  <a:pt x="813372" y="6269940"/>
                  <a:pt x="809453" y="6265527"/>
                </a:cubicBezTo>
                <a:cubicBezTo>
                  <a:pt x="761937" y="6206211"/>
                  <a:pt x="716868" y="6145429"/>
                  <a:pt x="672777" y="6083173"/>
                </a:cubicBezTo>
                <a:cubicBezTo>
                  <a:pt x="623791" y="6013082"/>
                  <a:pt x="577743" y="5941512"/>
                  <a:pt x="534144" y="5868962"/>
                </a:cubicBezTo>
                <a:cubicBezTo>
                  <a:pt x="532184" y="5865534"/>
                  <a:pt x="529735" y="5862098"/>
                  <a:pt x="527777" y="5858180"/>
                </a:cubicBezTo>
                <a:cubicBezTo>
                  <a:pt x="-414225" y="4272895"/>
                  <a:pt x="-56575" y="2093787"/>
                  <a:pt x="1292701" y="162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93E0682C-F520-1E11-0A24-0B777F6CD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38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BB48E04-39F4-14EE-1520-EC612CE1DA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3BDEE295-1BAF-C6D4-7FE5-D97F3C58E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D8A8A447-6B54-D281-B38D-98AD1AB66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6723785-E9E0-4C47-9227-961E41958686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2D27606-EBD6-65B6-0069-F7DFE309D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6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7ADEC47-4777-9E58-4303-C432D02A23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3241-A025-3982-C470-F57188C0E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588E2AB-A116-83B6-F496-8CA8FA989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FF4025F-044C-504F-95FD-F33EFCCB20CF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9572C3-A5AE-9652-A144-2E6C7843A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025AC926-1F7C-D5CB-D288-650883B63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2980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F512F7-710B-601C-843B-41E3092B40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bIns="1655999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a picture by tab “Insert”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F3BBE14-D633-6393-3535-E752BA7E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6E06DB1-21E2-977B-C018-A71672669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1928836-648E-604B-A3A2-CAA81248252C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5BE05F-BA1F-1CA3-4531-E160831AA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74E11C04-5B1B-A5C4-1EF2-4FAAE519C3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45860" y="3167391"/>
            <a:ext cx="7300280" cy="523220"/>
          </a:xfrm>
        </p:spPr>
        <p:txBody>
          <a:bodyPr wrap="square" anchor="ctr">
            <a:spAutoFit/>
          </a:bodyPr>
          <a:lstStyle>
            <a:lvl1pPr algn="ctr">
              <a:defRPr sz="28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lvl="0"/>
            <a:r>
              <a:rPr lang="en-GB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6559004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 Sum 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8FBA6E-E129-AD7E-93FA-C4E2DC3515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E9C759E-A100-0BED-5B1A-B31EB023E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D085C38-DE7E-C0EE-B0B7-12BF714CD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A1800E6-CFB3-E14A-9648-3B61E4363405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39115D-952A-567B-4E8C-9FA919DC2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025AC926-1F7C-D5CB-D288-650883B63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3A1C-9018-57ED-0942-B15D5933CF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108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FBF4F-3968-CD30-EC09-B287446275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1200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90F0364-D21D-585F-C7DB-ACA32BE2B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2647666"/>
            <a:ext cx="4378902" cy="3134826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68A937E-8157-7192-D644-398E8634C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2000" y="2647665"/>
            <a:ext cx="4468125" cy="3134826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3126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741EE-5E2F-7A5A-2D74-88DA7C7CAC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44699" y="1942165"/>
            <a:ext cx="2443163" cy="24431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C128B9BD-0A77-C3B1-4DD9-D56C71162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876A314-929B-27CB-A879-A77C2DF86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A52650F4-C4B0-F3FF-3C99-6FEF4797D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13DC3B0-831A-A9FF-6C5F-3A464B054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F092884-6CE9-2B9B-3E6F-F7D15CCD9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D9ED0F2-3076-604D-9164-C7BAD9989641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6641FC6-28F4-A067-2BE4-1CA82EC4349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9CBEB4-A8EF-FE91-3F96-D898698BF2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51ED4BF-8B22-35D8-50A3-7C9292439B3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CCA18088-1756-8628-6B0E-8ABA35513E2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28844" y="1942164"/>
            <a:ext cx="2443163" cy="24431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D5C71337-02B8-4697-801C-726D249A7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2570" y="46239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83047691-637D-D66D-DB63-EB01283804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10241" y="5128366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83FD5FAF-B03C-353A-877D-439925DC86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88425" y="46239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20" name="Text Placeholder 45">
            <a:extLst>
              <a:ext uri="{FF2B5EF4-FFF2-40B4-BE49-F238E27FC236}">
                <a16:creationId xmlns:a16="http://schemas.microsoft.com/office/drawing/2014/main" id="{0BEA8268-6093-EE3D-0BA9-D79B4516C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26096" y="5128366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9287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741EE-5E2F-7A5A-2D74-88DA7C7CAC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88215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B1A26FC-A004-09FB-62B1-E88586E4D3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68178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8205D0C-E1B8-131A-504D-9BF2E34504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48141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Text Placeholder 45">
            <a:extLst>
              <a:ext uri="{FF2B5EF4-FFF2-40B4-BE49-F238E27FC236}">
                <a16:creationId xmlns:a16="http://schemas.microsoft.com/office/drawing/2014/main" id="{E57E2046-E566-A207-DE91-2C7B5F9F5F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38180" y="4416387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A1A00933-01F8-699F-58B8-FF67A3E61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9451" y="44163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3" name="Text Placeholder 45">
            <a:extLst>
              <a:ext uri="{FF2B5EF4-FFF2-40B4-BE49-F238E27FC236}">
                <a16:creationId xmlns:a16="http://schemas.microsoft.com/office/drawing/2014/main" id="{6F5228A8-EE52-4912-510C-46E7493DE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8104" y="4416385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C128B9BD-0A77-C3B1-4DD9-D56C71162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876A314-929B-27CB-A879-A77C2DF86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A52650F4-C4B0-F3FF-3C99-6FEF4797D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13DC3B0-831A-A9FF-6C5F-3A464B054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F092884-6CE9-2B9B-3E6F-F7D15CCD9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BC40AFF-5E33-2841-BFD9-CD5FBC7978B4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6641FC6-28F4-A067-2BE4-1CA82EC4349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9CBEB4-A8EF-FE91-3F96-D898698BF2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51ED4BF-8B22-35D8-50A3-7C9292439B3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7AF7586D-EFFE-77E9-033C-422AF85768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77122" y="4920744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378B978A-66F9-1575-0120-F31A68DFEC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5774" y="4920765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11" name="Text Placeholder 45">
            <a:extLst>
              <a:ext uri="{FF2B5EF4-FFF2-40B4-BE49-F238E27FC236}">
                <a16:creationId xmlns:a16="http://schemas.microsoft.com/office/drawing/2014/main" id="{471EB636-F769-7629-CEC8-161F2D86EB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75858" y="4920743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7263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28D14ECD-1E2C-7280-6C07-A4D1F3D2329D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86873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31857" y="1687832"/>
            <a:ext cx="10244141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EE69049-A729-DEDA-DFE3-34D336DF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578083F-9843-6A92-221E-0FF8DF92E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243BB0D-0CEC-EC13-81DD-0E7FC8F08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CC780C4-02EF-0E43-93DD-0B524AF11F4D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F524969-DD46-304C-BD22-CAEA9A9B78A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4953513-FD34-7F33-BF45-8E904C90ECB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09AAAE1-901A-F0AF-4D33-F4FCECD9212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1540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7319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31858" y="1687832"/>
            <a:ext cx="4998679" cy="3754709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572DB9-E951-9493-F975-0BDE70E4E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2BA276-9262-47DB-6424-45CAB8BF5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21C038-1E4E-6B8B-C2AF-B3220E6E3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74FFF0D-E9F5-0441-A74B-C5AC0BD5B6B0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4AD03F0-5575-349F-C62A-8FFCE6DC2916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27CBF69-FBDA-4742-D4F6-F65AB3B13BFD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B8D91FC-A3C7-6033-7BCD-CF12421DBF2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2583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7" y="1687833"/>
            <a:ext cx="4998679" cy="3754708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77320" y="1687832"/>
            <a:ext cx="4998679" cy="3754709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D078B99-133D-1C4C-1876-12B542B23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BCEB42-8ECC-861D-CA5B-1A27318DB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12FE2D5-E706-99EB-FE3C-A3C19E80A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825D808-145B-DC46-9BC3-09C83A47815E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726646D-A57C-B932-4834-D56BB221DDD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0035EEB-D702-F2DD-F17D-FD80EA8A24E7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5B6DD59-1F26-3D26-64AC-4780F104B73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7729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7751B00-B9B2-E37C-3CF9-E970DCAD8E2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31856" y="1687831"/>
            <a:ext cx="10244141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6C3018-E8CC-3F11-734A-B02C3CB97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DAE8EDA-2AA6-641F-1C31-04CBB8C8B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78DDB48-D03F-186F-71D6-86132463C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0C07DE81-09BD-A54A-A90A-AAC056AB41EE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1DF8CBC-3D20-F9C2-820E-DC41098D62D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AC361B2-E72D-A433-C5BE-3BF7D1F687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033565C-A972-E794-65C1-F62C02D4858D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69484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7319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D99081A9-9448-C41F-7D4F-5C2F83DF876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31857" y="1687831"/>
            <a:ext cx="4998680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3B4E12-3E7F-9EE6-75D7-EF31795C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243E7B0-85BA-DDC4-89BD-72A95E26B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9BABE5E-BF39-2280-8605-CB5A58C67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E651C6A-5B07-CB4D-9C5D-49DF83850FE0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DC8FF0B-2683-3D39-296A-9B04CC8E954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1D40AEA-ACFE-3A1E-6808-B230C5375699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65BCB53-7FEA-E2DA-E87D-4DFF4621ED61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52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7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B530B2BF-8B4F-CF1F-5BFC-DE9C3C06A3C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177319" y="1687831"/>
            <a:ext cx="4998680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910A1D-19AA-D761-F5AE-A90D65E9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2A7AAD-0EC4-CF99-0CD3-2B8C6152E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4B2701A-255E-D7BA-83B9-687FEA5D7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3B5FCF2-05DB-1041-B540-F54799663F20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0D900EC-F42B-9C4E-D84C-5E7559B2238D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C480262-1586-2F7F-2584-C53B2AD8D91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CCEA1D8-040D-E170-97D7-0787512DE58A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3896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7D5C21-D013-FA3F-4581-64CD82E944C7}"/>
              </a:ext>
            </a:extLst>
          </p:cNvPr>
          <p:cNvSpPr/>
          <p:nvPr userDrawn="1"/>
        </p:nvSpPr>
        <p:spPr>
          <a:xfrm>
            <a:off x="1395497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55D6DC-A0ED-BAEF-A6EB-826F1BEBCB0E}"/>
              </a:ext>
            </a:extLst>
          </p:cNvPr>
          <p:cNvSpPr/>
          <p:nvPr userDrawn="1"/>
        </p:nvSpPr>
        <p:spPr>
          <a:xfrm>
            <a:off x="1395497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2E5AF8-3073-58E8-39CB-D81B861734D3}"/>
              </a:ext>
            </a:extLst>
          </p:cNvPr>
          <p:cNvSpPr/>
          <p:nvPr userDrawn="1"/>
        </p:nvSpPr>
        <p:spPr>
          <a:xfrm>
            <a:off x="1395497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D3276A-5E31-0806-6E0E-CD265EA26459}"/>
              </a:ext>
            </a:extLst>
          </p:cNvPr>
          <p:cNvSpPr/>
          <p:nvPr userDrawn="1"/>
        </p:nvSpPr>
        <p:spPr>
          <a:xfrm>
            <a:off x="3361949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EA8441-110A-0EAE-8234-C85CF4B50AFB}"/>
              </a:ext>
            </a:extLst>
          </p:cNvPr>
          <p:cNvSpPr/>
          <p:nvPr userDrawn="1"/>
        </p:nvSpPr>
        <p:spPr>
          <a:xfrm>
            <a:off x="3361949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20D527-4ACA-9864-E187-8934A2170E94}"/>
              </a:ext>
            </a:extLst>
          </p:cNvPr>
          <p:cNvSpPr/>
          <p:nvPr userDrawn="1"/>
        </p:nvSpPr>
        <p:spPr>
          <a:xfrm>
            <a:off x="3361949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AD7DF81-BB48-5E9E-305F-6A697387DF95}"/>
              </a:ext>
            </a:extLst>
          </p:cNvPr>
          <p:cNvSpPr/>
          <p:nvPr userDrawn="1"/>
        </p:nvSpPr>
        <p:spPr>
          <a:xfrm>
            <a:off x="5328401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040564-68CA-420C-C27E-8F77209FF3B9}"/>
              </a:ext>
            </a:extLst>
          </p:cNvPr>
          <p:cNvSpPr/>
          <p:nvPr userDrawn="1"/>
        </p:nvSpPr>
        <p:spPr>
          <a:xfrm>
            <a:off x="5328401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8F398B-117D-0A7F-5307-6D3C13683285}"/>
              </a:ext>
            </a:extLst>
          </p:cNvPr>
          <p:cNvSpPr/>
          <p:nvPr userDrawn="1"/>
        </p:nvSpPr>
        <p:spPr>
          <a:xfrm>
            <a:off x="5328401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C4F17E-C420-B718-B35C-A99F95532210}"/>
              </a:ext>
            </a:extLst>
          </p:cNvPr>
          <p:cNvSpPr/>
          <p:nvPr userDrawn="1"/>
        </p:nvSpPr>
        <p:spPr>
          <a:xfrm>
            <a:off x="7294853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E964A7-1297-1E96-121D-3066B180E8EE}"/>
              </a:ext>
            </a:extLst>
          </p:cNvPr>
          <p:cNvSpPr/>
          <p:nvPr userDrawn="1"/>
        </p:nvSpPr>
        <p:spPr>
          <a:xfrm>
            <a:off x="7294853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507855-2B53-E525-E436-6E2E9B330950}"/>
              </a:ext>
            </a:extLst>
          </p:cNvPr>
          <p:cNvSpPr/>
          <p:nvPr userDrawn="1"/>
        </p:nvSpPr>
        <p:spPr>
          <a:xfrm>
            <a:off x="7294853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629E6F-AD59-282E-BC3F-F44C1D49B608}"/>
              </a:ext>
            </a:extLst>
          </p:cNvPr>
          <p:cNvSpPr/>
          <p:nvPr userDrawn="1"/>
        </p:nvSpPr>
        <p:spPr>
          <a:xfrm>
            <a:off x="9261305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ABA55C-B157-C5DE-4BB1-73260067E935}"/>
              </a:ext>
            </a:extLst>
          </p:cNvPr>
          <p:cNvSpPr/>
          <p:nvPr userDrawn="1"/>
        </p:nvSpPr>
        <p:spPr>
          <a:xfrm>
            <a:off x="9261305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3F71EE-4E7C-F40E-0DDC-852A3D89F1DE}"/>
              </a:ext>
            </a:extLst>
          </p:cNvPr>
          <p:cNvSpPr/>
          <p:nvPr userDrawn="1"/>
        </p:nvSpPr>
        <p:spPr>
          <a:xfrm>
            <a:off x="9261305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FA9840F-2D1B-2C58-C319-A976A7C68E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2816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5DDEF7CD-7B77-9C78-CF61-F6FB1C7A85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9268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AEF258E-A1BE-9A74-5468-3E91A2D82B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25720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70CB6A14-55EE-03F6-552B-101564A69E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92172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869280E7-92FE-D7B3-C886-45F7CCF4B4A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658624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6FAE019B-8B20-5AE2-6DDC-BB4F8BA6690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92816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24345EE9-DF67-D367-2C11-AAE0A7ED4F5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9268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1" name="Picture Placeholder 23">
            <a:extLst>
              <a:ext uri="{FF2B5EF4-FFF2-40B4-BE49-F238E27FC236}">
                <a16:creationId xmlns:a16="http://schemas.microsoft.com/office/drawing/2014/main" id="{CDD3D616-3A67-33E1-86A3-A5BF0B0E2F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25720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2" name="Picture Placeholder 23">
            <a:extLst>
              <a:ext uri="{FF2B5EF4-FFF2-40B4-BE49-F238E27FC236}">
                <a16:creationId xmlns:a16="http://schemas.microsoft.com/office/drawing/2014/main" id="{5017D49B-7BC5-3048-CAB0-84F4ACB5409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92172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CB0C6DD5-E4F8-F345-7A89-E4E783A4C22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58624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918F093A-BAD9-2CB1-E819-AA1B24B8B6E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792816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5" name="Picture Placeholder 23">
            <a:extLst>
              <a:ext uri="{FF2B5EF4-FFF2-40B4-BE49-F238E27FC236}">
                <a16:creationId xmlns:a16="http://schemas.microsoft.com/office/drawing/2014/main" id="{A7A27DAF-AA9D-D4BB-2288-3575D866F5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759268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DD15E39B-956A-BF69-F3AB-B8BE680BDE9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725720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BAF7607A-08F9-3A00-F4DF-7876DEE8648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692172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C2275FD3-37E4-DA84-8F0E-82701B0C8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658624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BAF4A642-5AD7-2AAF-2F1D-572BB9AF0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64F1D64B-D116-F87C-B1A9-29ED5CB9B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2" name="Date Placeholder 3">
            <a:extLst>
              <a:ext uri="{FF2B5EF4-FFF2-40B4-BE49-F238E27FC236}">
                <a16:creationId xmlns:a16="http://schemas.microsoft.com/office/drawing/2014/main" id="{2E6D3B28-D437-42AC-B691-6F68063E4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834D5BB-7AA9-D845-BF10-55007BD6593F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1773571-685D-1A03-7F1A-A7D4B96FA7A5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7C848DC8-7F13-AEAF-2951-76BE7C8B386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16D46D6-F8F1-FB61-F744-A1C1D7161CDA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843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C74C4A-195D-7DAA-4EF2-A2521EF357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32854D1-DC04-E55C-556E-D14D31D7E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8D603-40A9-FECC-7371-C2CE33709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E568F6C-D79E-E547-AFEB-72666AEFAD3E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EB21394-8A00-039D-F06F-FDE3EBA1B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Title 43">
            <a:extLst>
              <a:ext uri="{FF2B5EF4-FFF2-40B4-BE49-F238E27FC236}">
                <a16:creationId xmlns:a16="http://schemas.microsoft.com/office/drawing/2014/main" id="{B63F25FF-1F31-C58F-A74F-AC1DFD6760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324" y="423976"/>
            <a:ext cx="9814259" cy="1651542"/>
          </a:xfrm>
        </p:spPr>
        <p:txBody>
          <a:bodyPr tIns="46800" bIns="0"/>
          <a:lstStyle>
            <a:lvl1pPr>
              <a:lnSpc>
                <a:spcPct val="85000"/>
              </a:lnSpc>
              <a:defRPr sz="6000" b="1" i="0" spc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  <a:latin typeface="Prompt SemiBold" pitchFamily="2" charset="-34"/>
                <a:cs typeface="Prompt SemiBold" pitchFamily="2" charset="-34"/>
              </a:defRPr>
            </a:lvl1pPr>
          </a:lstStyle>
          <a:p>
            <a:r>
              <a:rPr lang="en-GB" dirty="0"/>
              <a:t>End message</a:t>
            </a:r>
            <a:br>
              <a:rPr lang="en-GB" dirty="0"/>
            </a:br>
            <a:r>
              <a:rPr lang="en-GB" dirty="0"/>
              <a:t>or CTA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4085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8BAB8D-8724-D0FE-4C98-19233D0AF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A28CA3-7331-5AE2-44EF-A045F5870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4B8F944-10CE-31E3-B0BD-A051ECF4A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665962F-EDA7-164F-81A2-7EB43314BEC2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994B1B3-FA82-825C-DB46-6468171C075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58482D3-4093-AE7C-E33C-C25E4DFCFBD5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F407B9F-C5DA-C695-3F7B-D264829883A9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6806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5">
            <a:extLst>
              <a:ext uri="{FF2B5EF4-FFF2-40B4-BE49-F238E27FC236}">
                <a16:creationId xmlns:a16="http://schemas.microsoft.com/office/drawing/2014/main" id="{A12B7B1C-A5DE-8E50-1D51-C3872569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73BC8E38-A58E-8586-3123-F112BB3A8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E13CF3F-758B-D9D5-7C10-43D990742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D87E0EA-A193-3C28-EE25-ECD7BF97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456E361-737F-51E1-6B2F-901D962EA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2BAC750-4698-0849-A514-A6404A97E32E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2F16993-58D0-72ED-A03A-52A448B8DA3E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8B76766-0557-86FA-BDB9-238A03A6124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E34A1D6-7B91-BCE8-DA2B-1EC68A4F86CE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4594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B858F7A-A94A-F04A-DEB7-02F192FA1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7FE8DA7-4B67-EFCA-1728-B60F2F3D8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967799-7AB3-9E49-015E-3687DE496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CCEC9E8-E153-4C43-9EF8-86D2F51B1418}" type="datetime1">
              <a:rPr lang="en-US" smtClean="0"/>
              <a:t>10/21/2026</a:t>
            </a:fld>
            <a:endParaRPr lang="en-BE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6F5833F-21F0-21BD-9E43-2AA5229AD0C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1F86DF6-0007-E585-3D16-59DAB8F140A5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C530AA6-FF16-1521-49A8-B74C708C10A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54327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395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tekst">
            <a:extLst>
              <a:ext uri="{FF2B5EF4-FFF2-40B4-BE49-F238E27FC236}">
                <a16:creationId xmlns:a16="http://schemas.microsoft.com/office/drawing/2014/main" id="{4F8655FC-1C4D-1AB3-40E0-9FDDA903668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7377" y="1562100"/>
            <a:ext cx="11017249" cy="1143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Sub-Chapter Title</a:t>
            </a:r>
            <a:endParaRPr dirty="0"/>
          </a:p>
        </p:txBody>
      </p:sp>
      <p:sp>
        <p:nvSpPr>
          <p:cNvPr id="3" name="Hoofdtekst - niveau één…">
            <a:extLst>
              <a:ext uri="{FF2B5EF4-FFF2-40B4-BE49-F238E27FC236}">
                <a16:creationId xmlns:a16="http://schemas.microsoft.com/office/drawing/2014/main" id="{EE5ABAF9-7747-5C67-9F92-79C9F93FCA4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99018" y="2895601"/>
            <a:ext cx="11017249" cy="3249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add 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97998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598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91887"/>
            <a:ext cx="11401425" cy="49797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804738"/>
            <a:ext cx="11401425" cy="4409796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7F5DCE7-C5A9-D6E9-1F76-F2453D7C953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107921"/>
            <a:ext cx="11401425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6113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5" orient="horz" pos="16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0"/>
            <a:ext cx="11401425" cy="49856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0493"/>
            <a:ext cx="5634567" cy="5004041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210490"/>
            <a:ext cx="5586943" cy="5004041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13538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7876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698173"/>
            <a:ext cx="5634567" cy="4507895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698171"/>
            <a:ext cx="5586943" cy="4507895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722186-4F01-61B3-ED14-0E81BCBA1E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5634567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30D023-455F-D0D7-B0C1-FF5F8E3A1CB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97601" y="1000525"/>
            <a:ext cx="5586943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16973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1"/>
            <a:ext cx="11401425" cy="49856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74319" y="1219197"/>
            <a:ext cx="5610224" cy="5003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F27C53-5CFC-768B-4E33-BB153B68F0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9200"/>
            <a:ext cx="5634567" cy="5003800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7457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5502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3118" y="1210493"/>
            <a:ext cx="5611285" cy="495301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901A4F-ED9C-CB84-A0E3-173D16F346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97601" y="1210493"/>
            <a:ext cx="5586943" cy="4953012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4569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046362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tx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tx2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34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0"/>
            <a:ext cx="7199291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2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6356352" y="1077006"/>
            <a:ext cx="5236633" cy="2053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0" i="0">
                <a:solidFill>
                  <a:schemeClr val="tx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Quote</a:t>
            </a:r>
            <a:endParaRPr dirty="0"/>
          </a:p>
        </p:txBody>
      </p:sp>
      <p:sp>
        <p:nvSpPr>
          <p:cNvPr id="2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72894" y="3265413"/>
            <a:ext cx="5236633" cy="7937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1200" b="0" i="0">
                <a:solidFill>
                  <a:schemeClr val="tx2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79509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tekst">
            <a:extLst>
              <a:ext uri="{FF2B5EF4-FFF2-40B4-BE49-F238E27FC236}">
                <a16:creationId xmlns:a16="http://schemas.microsoft.com/office/drawing/2014/main" id="{4F8655FC-1C4D-1AB3-40E0-9FDDA903668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7377" y="1562100"/>
            <a:ext cx="11017249" cy="1143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Sub-Chapter Title</a:t>
            </a:r>
            <a:endParaRPr dirty="0"/>
          </a:p>
        </p:txBody>
      </p:sp>
      <p:sp>
        <p:nvSpPr>
          <p:cNvPr id="3" name="Hoofdtekst - niveau één…">
            <a:extLst>
              <a:ext uri="{FF2B5EF4-FFF2-40B4-BE49-F238E27FC236}">
                <a16:creationId xmlns:a16="http://schemas.microsoft.com/office/drawing/2014/main" id="{EE5ABAF9-7747-5C67-9F92-79C9F93FCA4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99018" y="2895601"/>
            <a:ext cx="11017249" cy="3249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0" i="0">
                <a:latin typeface="Prompt" pitchFamily="2" charset="-34"/>
                <a:cs typeface="Prompt" pitchFamily="2" charset="-34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add 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584725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642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7713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91887"/>
            <a:ext cx="11401425" cy="49797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804738"/>
            <a:ext cx="11401425" cy="4409796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7F5DCE7-C5A9-D6E9-1F76-F2453D7C953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107921"/>
            <a:ext cx="11401425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91730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0"/>
            <a:ext cx="11401425" cy="49856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0493"/>
            <a:ext cx="5634567" cy="5004041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210490"/>
            <a:ext cx="5586943" cy="5004041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6691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7876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698173"/>
            <a:ext cx="5634567" cy="4507895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698171"/>
            <a:ext cx="5586943" cy="4507895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722186-4F01-61B3-ED14-0E81BCBA1E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5634567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30D023-455F-D0D7-B0C1-FF5F8E3A1CB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97601" y="1000525"/>
            <a:ext cx="5586943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792436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1"/>
            <a:ext cx="11401425" cy="49856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74319" y="1219197"/>
            <a:ext cx="5610224" cy="5003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F27C53-5CFC-768B-4E33-BB153B68F0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9200"/>
            <a:ext cx="5634567" cy="5003800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16167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5502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3118" y="1210493"/>
            <a:ext cx="5611285" cy="495301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901A4F-ED9C-CB84-A0E3-173D16F346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97601" y="1210493"/>
            <a:ext cx="5586943" cy="4953012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68759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796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Badge Question Mark with solid fill">
            <a:extLst>
              <a:ext uri="{FF2B5EF4-FFF2-40B4-BE49-F238E27FC236}">
                <a16:creationId xmlns:a16="http://schemas.microsoft.com/office/drawing/2014/main" id="{3928585E-8A20-BFC4-67A1-EACADEBE3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5997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7489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0044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250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85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87375" y="604309"/>
            <a:ext cx="11017251" cy="564938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Chapter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9936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0"/>
            <a:ext cx="7199291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2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6356352" y="1077006"/>
            <a:ext cx="5236633" cy="2053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Quote</a:t>
            </a:r>
            <a:endParaRPr dirty="0"/>
          </a:p>
        </p:txBody>
      </p:sp>
      <p:sp>
        <p:nvSpPr>
          <p:cNvPr id="2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72894" y="3265413"/>
            <a:ext cx="5236633" cy="7937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12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15119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60960"/>
            <a:ext cx="12242800" cy="67970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97634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Badge Question Mark with solid fill">
            <a:extLst>
              <a:ext uri="{FF2B5EF4-FFF2-40B4-BE49-F238E27FC236}">
                <a16:creationId xmlns:a16="http://schemas.microsoft.com/office/drawing/2014/main" id="{3928585E-8A20-BFC4-67A1-EACADEBE3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094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5610"/>
      </p:ext>
    </p:extLst>
  </p:cSld>
  <p:clrMapOvr>
    <a:masterClrMapping/>
  </p:clrMapOvr>
  <p:transition spd="med"/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902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548218"/>
            <a:ext cx="11017251" cy="564938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Chapter title</a:t>
            </a:r>
            <a:endParaRPr dirty="0"/>
          </a:p>
        </p:txBody>
      </p:sp>
      <p:sp>
        <p:nvSpPr>
          <p:cNvPr id="5" name="Lijn">
            <a:extLst>
              <a:ext uri="{FF2B5EF4-FFF2-40B4-BE49-F238E27FC236}">
                <a16:creationId xmlns:a16="http://schemas.microsoft.com/office/drawing/2014/main" id="{0FBF1BA6-91C3-1FB2-88C2-4EAD3F48B7E1}"/>
              </a:ext>
            </a:extLst>
          </p:cNvPr>
          <p:cNvSpPr/>
          <p:nvPr/>
        </p:nvSpPr>
        <p:spPr>
          <a:xfrm flipV="1">
            <a:off x="599017" y="6197600"/>
            <a:ext cx="11017251" cy="0"/>
          </a:xfrm>
          <a:prstGeom prst="line">
            <a:avLst/>
          </a:prstGeom>
          <a:ln w="12700">
            <a:solidFill>
              <a:srgbClr val="FFFFFF">
                <a:alpha val="46013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1125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860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8359BCD0-BFF1-D3FC-6DF8-75FC072E2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759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1386"/>
      </p:ext>
    </p:extLst>
  </p:cSld>
  <p:clrMapOvr>
    <a:masterClrMapping/>
  </p:clrMapOvr>
  <p:transition spd="med"/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593" y="324466"/>
            <a:ext cx="7819894" cy="51937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4CE531FE-4BA1-3442-FDED-37C56474C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4987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95E8060C-2BBD-85AA-E16B-338CAD57C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4987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7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spc="-40" baseline="0">
          <a:solidFill>
            <a:schemeClr val="accent1"/>
          </a:solidFill>
          <a:latin typeface="Prompt SemiBold" pitchFamily="2" charset="-34"/>
          <a:ea typeface="+mj-ea"/>
          <a:cs typeface="Prompt SemiBold" pitchFamily="2" charset="-34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Tx/>
        <a:buNone/>
        <a:defRPr sz="2400" b="0" i="0" kern="1200" spc="-40" baseline="0">
          <a:solidFill>
            <a:schemeClr val="tx2"/>
          </a:solidFill>
          <a:latin typeface="Prompt" pitchFamily="2" charset="-34"/>
          <a:ea typeface="+mn-ea"/>
          <a:cs typeface="Prompt" pitchFamily="2" charset="-34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800" b="0" i="0" kern="1200" spc="-40" baseline="0">
          <a:solidFill>
            <a:schemeClr val="accent3"/>
          </a:solidFill>
          <a:latin typeface="Prompt" pitchFamily="2" charset="-34"/>
          <a:ea typeface="+mn-ea"/>
          <a:cs typeface="Prompt" pitchFamily="2" charset="-34"/>
        </a:defRPr>
      </a:lvl2pPr>
      <a:lvl3pPr marL="223838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80000"/>
        <a:buFont typeface="Arial" panose="020B0604020202020204" pitchFamily="34" charset="0"/>
        <a:buChar char="•"/>
        <a:tabLst/>
        <a:defRPr sz="2200" b="0" i="0" kern="1200" spc="-40" baseline="0">
          <a:solidFill>
            <a:schemeClr val="tx2"/>
          </a:solidFill>
          <a:latin typeface="Prompt" pitchFamily="2" charset="-34"/>
          <a:ea typeface="+mn-ea"/>
          <a:cs typeface="Prompt" pitchFamily="2" charset="-34"/>
        </a:defRPr>
      </a:lvl3pPr>
      <a:lvl4pPr marL="488950" indent="-230188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SzPct val="80000"/>
        <a:buFont typeface="Arial" panose="020B0604020202020204" pitchFamily="34" charset="0"/>
        <a:buChar char="•"/>
        <a:tabLst/>
        <a:defRPr sz="1800" b="0" i="0" kern="1200" spc="-40" baseline="0">
          <a:solidFill>
            <a:schemeClr val="accent3"/>
          </a:solidFill>
          <a:latin typeface="Prompt" pitchFamily="2" charset="-34"/>
          <a:ea typeface="+mn-ea"/>
          <a:cs typeface="Prompt" pitchFamily="2" charset="-34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rompt" pitchFamily="2" charset="-34"/>
          <a:ea typeface="+mn-ea"/>
          <a:cs typeface="Prompt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kst"/>
          <p:cNvSpPr txBox="1">
            <a:spLocks noGrp="1"/>
          </p:cNvSpPr>
          <p:nvPr>
            <p:ph type="title"/>
          </p:nvPr>
        </p:nvSpPr>
        <p:spPr>
          <a:xfrm>
            <a:off x="383118" y="381002"/>
            <a:ext cx="11401425" cy="492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en-GB" dirty="0"/>
              <a:t>Title </a:t>
            </a:r>
            <a:endParaRPr dirty="0"/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395288" y="1298126"/>
            <a:ext cx="11401425" cy="4979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6B433-34B8-0EAC-7209-F18C62AC4A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051" y="6285442"/>
            <a:ext cx="828959" cy="572559"/>
          </a:xfrm>
          <a:prstGeom prst="rect">
            <a:avLst/>
          </a:prstGeom>
        </p:spPr>
        <p:txBody>
          <a:bodyPr horzOverflow="overflow" wrap="square" lIns="0" tIns="0" rIns="0" bIns="0" anchor="ctr" anchorCtr="0">
            <a:noAutofit/>
          </a:bodyPr>
          <a:lstStyle/>
          <a:p>
            <a:pPr algn="ctr"/>
            <a:endParaRPr lang="en-US" sz="933" b="0" i="0" dirty="0">
              <a:solidFill>
                <a:schemeClr val="accent4"/>
              </a:solidFill>
              <a:latin typeface="Prompt" panose="020B0604030504040204" pitchFamily="34" charset="0"/>
              <a:ea typeface="calibri light" panose="020F0302020204030204" pitchFamily="34" charset="0"/>
              <a:cs typeface="Prompt" panose="020B0604030504040204" pitchFamily="34" charset="0"/>
            </a:endParaRPr>
          </a:p>
        </p:txBody>
      </p:sp>
      <p:sp>
        <p:nvSpPr>
          <p:cNvPr id="6" name="© 2022 Accenture Song. All rights reserved.">
            <a:extLst>
              <a:ext uri="{FF2B5EF4-FFF2-40B4-BE49-F238E27FC236}">
                <a16:creationId xmlns:a16="http://schemas.microsoft.com/office/drawing/2014/main" id="{32E0EE98-66AD-FC51-A9AB-1900FDE2BBA5}"/>
              </a:ext>
            </a:extLst>
          </p:cNvPr>
          <p:cNvSpPr txBox="1"/>
          <p:nvPr/>
        </p:nvSpPr>
        <p:spPr>
          <a:xfrm>
            <a:off x="9383701" y="6283200"/>
            <a:ext cx="2062531" cy="57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endParaRPr sz="751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A1FF3D8-C299-BFC9-3E6A-B5332C3A6890}"/>
              </a:ext>
            </a:extLst>
          </p:cNvPr>
          <p:cNvSpPr txBox="1">
            <a:spLocks/>
          </p:cNvSpPr>
          <p:nvPr/>
        </p:nvSpPr>
        <p:spPr>
          <a:xfrm>
            <a:off x="11452801" y="6285441"/>
            <a:ext cx="335999" cy="572559"/>
          </a:xfrm>
          <a:prstGeom prst="rect">
            <a:avLst/>
          </a:prstGeom>
        </p:spPr>
        <p:txBody>
          <a:bodyPr wrap="none" lIns="0" tIns="0" rIns="0" bIns="0" anchor="ctr" anchorCtr="0"/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714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3429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5143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6858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8572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0287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2001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3716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r"/>
            <a:endParaRPr lang="nl-BE" sz="933" b="0" i="0" dirty="0">
              <a:solidFill>
                <a:schemeClr val="tx2"/>
              </a:solidFill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22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30" r:id="rId23"/>
  </p:sldLayoutIdLst>
  <p:transition spd="med"/>
  <p:txStyles>
    <p:titleStyle>
      <a:lvl1pPr marL="0" marR="0" indent="0" algn="l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51" b="0" i="0" u="none" strike="noStrike" cap="none" spc="0" baseline="0">
          <a:solidFill>
            <a:schemeClr val="tx1"/>
          </a:solidFill>
          <a:uFillTx/>
          <a:latin typeface="Prompt" panose="020B0604030504040204" pitchFamily="34" charset="0"/>
          <a:ea typeface="+mn-ea"/>
          <a:cs typeface="Prompt" panose="020B0604030504040204" pitchFamily="34" charset="0"/>
          <a:sym typeface="Helvetica Neue Medium"/>
        </a:defRPr>
      </a:lvl1pPr>
      <a:lvl2pPr marL="0" marR="0" indent="22859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89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83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77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71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66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6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5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177596" marR="0" indent="-177596" algn="l" defTabSz="41274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2400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1pPr>
      <a:lvl2pPr marL="419990" marR="0" indent="-1799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2133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2pPr>
      <a:lvl3pPr marL="597585" marR="0" indent="-1775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867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3pPr>
      <a:lvl4pPr marL="777581" marR="0" indent="-1799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600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4pPr>
      <a:lvl5pPr marL="955176" marR="0" indent="-1775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333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5pPr>
      <a:lvl6pPr marL="1904952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44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37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29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89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83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77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71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66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6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5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1620">
          <p15:clr>
            <a:srgbClr val="F26B43"/>
          </p15:clr>
        </p15:guide>
        <p15:guide id="8" pos="2880">
          <p15:clr>
            <a:srgbClr val="F26B43"/>
          </p15:clr>
        </p15:guide>
        <p15:guide id="9" pos="181">
          <p15:clr>
            <a:srgbClr val="F26B43"/>
          </p15:clr>
        </p15:guide>
        <p15:guide id="10" pos="5568">
          <p15:clr>
            <a:srgbClr val="F26B43"/>
          </p15:clr>
        </p15:guide>
        <p15:guide id="11" orient="horz" pos="2970">
          <p15:clr>
            <a:srgbClr val="F26B43"/>
          </p15:clr>
        </p15:guide>
        <p15:guide id="12" orient="horz" pos="1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92536E-962C-EAFF-EE65-8415E13E03E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051" y="6285442"/>
            <a:ext cx="828959" cy="572559"/>
          </a:xfrm>
          <a:prstGeom prst="rect">
            <a:avLst/>
          </a:prstGeom>
        </p:spPr>
        <p:txBody>
          <a:bodyPr horzOverflow="overflow" wrap="square" lIns="0" tIns="0" rIns="0" bIns="0" anchor="ctr" anchorCtr="0">
            <a:noAutofit/>
          </a:bodyPr>
          <a:lstStyle/>
          <a:p>
            <a:pPr algn="ctr"/>
            <a:r>
              <a:rPr lang="en-US" sz="933" b="0" i="0" dirty="0">
                <a:solidFill>
                  <a:schemeClr val="bg2"/>
                </a:solidFill>
                <a:latin typeface="Prompt" panose="020B0604030504040204" pitchFamily="34" charset="0"/>
                <a:ea typeface="calibri light" panose="020F0302020204030204" pitchFamily="34" charset="0"/>
                <a:cs typeface="Prompt" panose="020B0604030504040204" pitchFamily="34" charset="0"/>
              </a:rPr>
              <a:t>Restricted</a:t>
            </a:r>
          </a:p>
        </p:txBody>
      </p:sp>
      <p:sp>
        <p:nvSpPr>
          <p:cNvPr id="8" name="© 2022 Accenture Song. All rights reserved.">
            <a:extLst>
              <a:ext uri="{FF2B5EF4-FFF2-40B4-BE49-F238E27FC236}">
                <a16:creationId xmlns:a16="http://schemas.microsoft.com/office/drawing/2014/main" id="{3EF8A21C-0AFA-73AE-C7D7-6C770313F36F}"/>
              </a:ext>
            </a:extLst>
          </p:cNvPr>
          <p:cNvSpPr txBox="1"/>
          <p:nvPr/>
        </p:nvSpPr>
        <p:spPr>
          <a:xfrm>
            <a:off x="9384401" y="6285442"/>
            <a:ext cx="2062531" cy="57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© </a:t>
            </a:r>
            <a:fld id="{FCE05A73-71D4-4696-B572-010A89AC92C5}" type="datetimeyyyy">
              <a:rPr lang="en-GB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 rtl="0">
                <a:lnSpc>
                  <a:spcPct val="100000"/>
                </a:lnSpc>
              </a:pPr>
              <a:t>2026</a:t>
            </a:fld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 </a:t>
            </a:r>
            <a:r>
              <a:rPr lang="nl-BE"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SOFICO</a:t>
            </a: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 All rights reserved</a:t>
            </a:r>
            <a:r>
              <a:rPr sz="751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7D617D-F578-5677-5E87-7651029AC4C2}"/>
              </a:ext>
            </a:extLst>
          </p:cNvPr>
          <p:cNvSpPr txBox="1">
            <a:spLocks/>
          </p:cNvSpPr>
          <p:nvPr/>
        </p:nvSpPr>
        <p:spPr>
          <a:xfrm>
            <a:off x="11446935" y="6285441"/>
            <a:ext cx="335999" cy="572559"/>
          </a:xfrm>
          <a:prstGeom prst="rect">
            <a:avLst/>
          </a:prstGeom>
        </p:spPr>
        <p:txBody>
          <a:bodyPr wrap="none" tIns="62400" rIns="0" anchor="ctr" anchorCtr="0"/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714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3429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5143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6858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8572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0287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2001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3716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r"/>
            <a:fld id="{0F0389FA-BCC4-4D6C-AB59-BAA73C51F03F}" type="slidenum">
              <a:rPr lang="nl-BE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/>
              <a:t>‹#›</a:t>
            </a:fld>
            <a:endParaRPr lang="nl-BE" sz="933" b="0" i="0" dirty="0">
              <a:solidFill>
                <a:schemeClr val="bg1"/>
              </a:solidFill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AB92E90-6727-A601-7A79-B6730EDCA1FC}"/>
              </a:ext>
            </a:extLst>
          </p:cNvPr>
          <p:cNvSpPr>
            <a:spLocks noChangeAspect="1"/>
          </p:cNvSpPr>
          <p:nvPr/>
        </p:nvSpPr>
        <p:spPr>
          <a:xfrm>
            <a:off x="383117" y="6444431"/>
            <a:ext cx="926400" cy="254576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wrap="none" bIns="432000"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D00B6C2-859E-2FEF-FB96-9403B8530286}"/>
              </a:ext>
            </a:extLst>
          </p:cNvPr>
          <p:cNvSpPr>
            <a:spLocks noChangeAspect="1"/>
          </p:cNvSpPr>
          <p:nvPr/>
        </p:nvSpPr>
        <p:spPr>
          <a:xfrm>
            <a:off x="364200" y="6418278"/>
            <a:ext cx="1118400" cy="30733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chemeClr val="bg1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2" name="Lijn">
            <a:extLst>
              <a:ext uri="{FF2B5EF4-FFF2-40B4-BE49-F238E27FC236}">
                <a16:creationId xmlns:a16="http://schemas.microsoft.com/office/drawing/2014/main" id="{7238B82A-D752-601F-E0D4-C488E532B45B}"/>
              </a:ext>
            </a:extLst>
          </p:cNvPr>
          <p:cNvSpPr/>
          <p:nvPr/>
        </p:nvSpPr>
        <p:spPr>
          <a:xfrm flipV="1">
            <a:off x="383118" y="6285441"/>
            <a:ext cx="11401425" cy="0"/>
          </a:xfrm>
          <a:prstGeom prst="line">
            <a:avLst/>
          </a:prstGeom>
          <a:ln w="6350">
            <a:solidFill>
              <a:srgbClr val="FFFFFF">
                <a:alpha val="46013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1125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4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© 2022 Accenture Song. All rights reserved.">
            <a:extLst>
              <a:ext uri="{FF2B5EF4-FFF2-40B4-BE49-F238E27FC236}">
                <a16:creationId xmlns:a16="http://schemas.microsoft.com/office/drawing/2014/main" id="{3EF8A21C-0AFA-73AE-C7D7-6C770313F36F}"/>
              </a:ext>
            </a:extLst>
          </p:cNvPr>
          <p:cNvSpPr txBox="1"/>
          <p:nvPr/>
        </p:nvSpPr>
        <p:spPr>
          <a:xfrm>
            <a:off x="9746352" y="5921067"/>
            <a:ext cx="2062531" cy="93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© </a:t>
            </a:r>
            <a:fld id="{FCE05A73-71D4-4696-B572-010A89AC92C5}" type="datetimeyyyy">
              <a:rPr lang="en-GB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 rtl="0">
                <a:lnSpc>
                  <a:spcPct val="100000"/>
                </a:lnSpc>
              </a:pPr>
              <a:t>2026</a:t>
            </a:fld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 </a:t>
            </a:r>
            <a:r>
              <a:rPr lang="nl-BE"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SOFICO</a:t>
            </a: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 All rights reserved</a:t>
            </a:r>
            <a:r>
              <a:rPr sz="751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AB92E90-6727-A601-7A79-B6730EDCA1FC}"/>
              </a:ext>
            </a:extLst>
          </p:cNvPr>
          <p:cNvSpPr>
            <a:spLocks noChangeAspect="1"/>
          </p:cNvSpPr>
          <p:nvPr/>
        </p:nvSpPr>
        <p:spPr>
          <a:xfrm>
            <a:off x="383117" y="6444431"/>
            <a:ext cx="926400" cy="254576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wrap="none" bIns="432000"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D00B6C2-859E-2FEF-FB96-9403B8530286}"/>
              </a:ext>
            </a:extLst>
          </p:cNvPr>
          <p:cNvSpPr/>
          <p:nvPr/>
        </p:nvSpPr>
        <p:spPr>
          <a:xfrm>
            <a:off x="383118" y="6036529"/>
            <a:ext cx="1821189" cy="500465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chemeClr val="bg1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6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6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18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6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6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6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5180-2847-A3A7-69CA-CA3998E3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381002"/>
            <a:ext cx="4399976" cy="5896230"/>
          </a:xfrm>
        </p:spPr>
        <p:txBody>
          <a:bodyPr>
            <a:normAutofit/>
          </a:bodyPr>
          <a:lstStyle/>
          <a:p>
            <a:r>
              <a:rPr lang="en-US" sz="6000" dirty="0"/>
              <a:t>Scan to participate in the polls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35460-8A55-1D50-90A3-5918B2792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313" y="0"/>
            <a:ext cx="6841524" cy="68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3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89A80-C0B7-F4C9-276A-99EAB4C1F6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3459" y="3865746"/>
            <a:ext cx="9199399" cy="646331"/>
          </a:xfrm>
        </p:spPr>
        <p:txBody>
          <a:bodyPr/>
          <a:lstStyle/>
          <a:p>
            <a:r>
              <a:rPr lang="en-GB" sz="3600" dirty="0"/>
              <a:t>Real-life trade-offs, success and failure</a:t>
            </a:r>
            <a:endParaRPr lang="en-GB" sz="3600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E98C86-42BD-8CCD-7B21-829E1EEF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459" y="2015494"/>
            <a:ext cx="8120602" cy="1685077"/>
          </a:xfrm>
        </p:spPr>
        <p:txBody>
          <a:bodyPr/>
          <a:lstStyle/>
          <a:p>
            <a:r>
              <a:rPr lang="en-GB" spc="0" dirty="0">
                <a:latin typeface="+mn-lt"/>
                <a:cs typeface="Prompt Medium" panose="020B0502040204020203" pitchFamily="2" charset="-34"/>
              </a:rPr>
              <a:t>ROAST MY </a:t>
            </a:r>
            <a:br>
              <a:rPr lang="en-GB" spc="0" dirty="0">
                <a:latin typeface="+mn-lt"/>
                <a:cs typeface="Prompt Medium" panose="020B0502040204020203" pitchFamily="2" charset="-34"/>
              </a:rPr>
            </a:br>
            <a:r>
              <a:rPr lang="en-GB" spc="0" dirty="0">
                <a:latin typeface="+mn-lt"/>
                <a:cs typeface="Prompt Medium" panose="020B0502040204020203" pitchFamily="2" charset="-34"/>
              </a:rPr>
              <a:t>DESIGN DECISIONS</a:t>
            </a:r>
            <a:endParaRPr lang="en-GB" spc="0" noProof="0" dirty="0">
              <a:latin typeface="+mn-lt"/>
              <a:cs typeface="Prompt Medium" panose="020B0502040204020203" pitchFamily="2" charset="-34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36E7F5-3943-CBEC-A6DA-A05982A4ADB3}"/>
              </a:ext>
            </a:extLst>
          </p:cNvPr>
          <p:cNvSpPr txBox="1">
            <a:spLocks/>
          </p:cNvSpPr>
          <p:nvPr/>
        </p:nvSpPr>
        <p:spPr>
          <a:xfrm>
            <a:off x="4714308" y="5547232"/>
            <a:ext cx="6715691" cy="523220"/>
          </a:xfrm>
          <a:prstGeom prst="rect">
            <a:avLst/>
          </a:prstGeom>
        </p:spPr>
        <p:txBody>
          <a:bodyPr vert="horz" wrap="square" lIns="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Tx/>
              <a:buNone/>
              <a:defRPr sz="1500" b="0" i="0" kern="1200" spc="-40" baseline="0">
                <a:solidFill>
                  <a:schemeClr val="bg1"/>
                </a:solidFill>
                <a:latin typeface="Prompt" pitchFamily="2" charset="-34"/>
                <a:ea typeface="+mn-ea"/>
                <a:cs typeface="Prompt" pitchFamily="2" charset="-34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800" b="0" i="0" kern="1200" spc="-40" baseline="0">
                <a:solidFill>
                  <a:schemeClr val="accent3"/>
                </a:solidFill>
                <a:latin typeface="Prompt" pitchFamily="2" charset="-34"/>
                <a:ea typeface="+mn-ea"/>
                <a:cs typeface="Prompt" pitchFamily="2" charset="-34"/>
              </a:defRPr>
            </a:lvl2pPr>
            <a:lvl3pPr marL="223838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  <a:tabLst/>
              <a:defRPr sz="2200" b="0" i="0" kern="1200" spc="-40" baseline="0">
                <a:solidFill>
                  <a:schemeClr val="tx2"/>
                </a:solidFill>
                <a:latin typeface="Prompt" pitchFamily="2" charset="-34"/>
                <a:ea typeface="+mn-ea"/>
                <a:cs typeface="Prompt" pitchFamily="2" charset="-34"/>
              </a:defRPr>
            </a:lvl3pPr>
            <a:lvl4pPr marL="488950" indent="-2301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tabLst/>
              <a:defRPr sz="1800" b="0" i="0" kern="1200" spc="-40" baseline="0">
                <a:solidFill>
                  <a:schemeClr val="accent3"/>
                </a:solidFill>
                <a:latin typeface="Prompt" pitchFamily="2" charset="-34"/>
                <a:ea typeface="+mn-ea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ompt" pitchFamily="2" charset="-34"/>
                <a:ea typeface="+mn-ea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Steven Hillaert –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269825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FA700-9D4C-5435-A2B8-6D23C683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B688-D91A-50AA-0AB9-F6A0485D7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database?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081AF-9C40-2E3B-8A0C-CFCDE6C30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ngageTime">
                <a:extLst>
                  <a:ext uri="{FF2B5EF4-FFF2-40B4-BE49-F238E27FC236}">
                    <a16:creationId xmlns:a16="http://schemas.microsoft.com/office/drawing/2014/main" id="{16F8E9CF-6864-1762-EAF2-7943BDE60B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EngageTime">
                <a:extLst>
                  <a:ext uri="{FF2B5EF4-FFF2-40B4-BE49-F238E27FC236}">
                    <a16:creationId xmlns:a16="http://schemas.microsoft.com/office/drawing/2014/main" id="{16F8E9CF-6864-1762-EAF2-7943BDE60B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371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6E3352-B019-1FDA-AEB0-914359E84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B7F7-0171-AD6D-15D3-71FDB17C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5191" y="1254795"/>
            <a:ext cx="7414420" cy="497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Don’t follow my decision blindly 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These decisions were made by balancing tradeoffs in a specific context:</a:t>
            </a:r>
          </a:p>
          <a:p>
            <a:r>
              <a:rPr lang="en-US" sz="2800" dirty="0">
                <a:solidFill>
                  <a:schemeClr val="bg1"/>
                </a:solidFill>
              </a:rPr>
              <a:t>Functional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Non-functional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Technical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Strategic</a:t>
            </a:r>
          </a:p>
        </p:txBody>
      </p:sp>
    </p:spTree>
    <p:extLst>
      <p:ext uri="{BB962C8B-B14F-4D97-AF65-F5344CB8AC3E}">
        <p14:creationId xmlns:p14="http://schemas.microsoft.com/office/powerpoint/2010/main" val="372970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7D41E2C-1325-3BA8-06AA-00F9497C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20"/>
            <a:ext cx="12191999" cy="685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93B330-009D-1302-07BD-36890C81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Use-case 1 – the bank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372B-65E9-6DEC-AEBA-9B6C660B2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System to calculate commissions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Account holders</a:t>
            </a:r>
          </a:p>
          <a:p>
            <a:r>
              <a:rPr lang="en-US" sz="2800" dirty="0"/>
              <a:t>Accounts</a:t>
            </a:r>
          </a:p>
          <a:p>
            <a:r>
              <a:rPr lang="en-US" sz="2800" dirty="0"/>
              <a:t>Transactions</a:t>
            </a:r>
          </a:p>
          <a:p>
            <a:r>
              <a:rPr lang="en-US" sz="2800" dirty="0"/>
              <a:t>Documents</a:t>
            </a:r>
          </a:p>
          <a:p>
            <a:r>
              <a:rPr lang="en-US" sz="2800" dirty="0"/>
              <a:t>Agents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This impacts someone’s income!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3505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8FF2-0E8B-01D0-5A4A-7DEB6DAC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7AE7-DCD9-A635-77F7-B5239D5B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I designed a relational database without foreign keys.</a:t>
            </a:r>
            <a:r>
              <a:rPr lang="en-US" sz="2800" dirty="0"/>
              <a:t> </a:t>
            </a:r>
          </a:p>
        </p:txBody>
      </p:sp>
      <p:pic>
        <p:nvPicPr>
          <p:cNvPr id="1026" name="Picture 2" descr="Iw The Breakdown GIFs - Find &amp; Share on GIPHY">
            <a:extLst>
              <a:ext uri="{FF2B5EF4-FFF2-40B4-BE49-F238E27FC236}">
                <a16:creationId xmlns:a16="http://schemas.microsoft.com/office/drawing/2014/main" id="{3050F280-9A51-E5C0-DACB-231E2D934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812" y="1925944"/>
            <a:ext cx="8644730" cy="487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1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B08D-914B-9E99-FEBE-8287C4875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database?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4E32B-26A9-7D41-3158-C3D30151E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ngageTime">
                <a:extLst>
                  <a:ext uri="{FF2B5EF4-FFF2-40B4-BE49-F238E27FC236}">
                    <a16:creationId xmlns:a16="http://schemas.microsoft.com/office/drawing/2014/main" id="{475C5CC3-B89D-A8C5-7DA9-01EBF45DCD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EngageTime">
                <a:extLst>
                  <a:ext uri="{FF2B5EF4-FFF2-40B4-BE49-F238E27FC236}">
                    <a16:creationId xmlns:a16="http://schemas.microsoft.com/office/drawing/2014/main" id="{475C5CC3-B89D-A8C5-7DA9-01EBF45DCD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670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9A22-CA8B-545B-B611-8B270593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35D2-9CFB-CD44-B29D-6FF71E3B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Built as consulting service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deliver the application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only do 3</a:t>
            </a:r>
            <a:r>
              <a:rPr lang="en-US" sz="2800" baseline="30000" dirty="0"/>
              <a:t>rd</a:t>
            </a:r>
            <a:r>
              <a:rPr lang="en-US" sz="2800" dirty="0"/>
              <a:t> level support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Fixed time and budget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Validate latest messages are processed</a:t>
            </a:r>
          </a:p>
        </p:txBody>
      </p:sp>
    </p:spTree>
    <p:extLst>
      <p:ext uri="{BB962C8B-B14F-4D97-AF65-F5344CB8AC3E}">
        <p14:creationId xmlns:p14="http://schemas.microsoft.com/office/powerpoint/2010/main" val="78346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FDE2-F0CD-58CC-7046-D392BA6F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E03A7-898E-0B13-4269-E621E7D1D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2430462"/>
            <a:ext cx="9582150" cy="27146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7CB5B6-860B-4326-5382-FB3BFD610923}"/>
              </a:ext>
            </a:extLst>
          </p:cNvPr>
          <p:cNvSpPr txBox="1"/>
          <p:nvPr/>
        </p:nvSpPr>
        <p:spPr>
          <a:xfrm>
            <a:off x="8723513" y="1712913"/>
            <a:ext cx="163987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My team</a:t>
            </a: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3E683-5F42-8A57-DC36-01B7B8D77C76}"/>
              </a:ext>
            </a:extLst>
          </p:cNvPr>
          <p:cNvSpPr txBox="1"/>
          <p:nvPr/>
        </p:nvSpPr>
        <p:spPr>
          <a:xfrm>
            <a:off x="4536130" y="4656645"/>
            <a:ext cx="3095399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0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Integration team</a:t>
            </a: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9769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0848-EDBC-3E65-7567-EC02B408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standard challenges ⚠️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7ED0-96EC-0D72-0CC7-C5A380698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9" y="1698174"/>
            <a:ext cx="4942644" cy="36245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At-least-once delivery</a:t>
            </a:r>
            <a:endParaRPr lang="en-US" sz="2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ym typeface="Wingdings" panose="05000000000000000000" pitchFamily="2" charset="2"/>
              </a:rPr>
              <a:t>Out-of-order processing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ym typeface="Wingdings" panose="05000000000000000000" pitchFamily="2" charset="2"/>
              </a:rPr>
              <a:t>Poison messages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ym typeface="Wingdings" panose="05000000000000000000" pitchFamily="2" charset="2"/>
              </a:rPr>
              <a:t>Monitoring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0E7A5-1109-E102-1C1A-41F559F4663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24368" y="1698170"/>
            <a:ext cx="5545712" cy="36246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Inbox pattern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Idempotency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ym typeface="Wingdings" panose="05000000000000000000" pitchFamily="2" charset="2"/>
              </a:rPr>
              <a:t>Retries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Built in Azure Service Bus </a:t>
            </a:r>
            <a:r>
              <a:rPr lang="en-US" sz="2800" dirty="0">
                <a:sym typeface="Wingdings" panose="05000000000000000000" pitchFamily="2" charset="2"/>
              </a:rPr>
              <a:t>💶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ym typeface="Wingdings" panose="05000000000000000000" pitchFamily="2" charset="2"/>
              </a:rPr>
              <a:t>Tooling (</a:t>
            </a:r>
            <a:r>
              <a:rPr lang="en-US" sz="2800" dirty="0" err="1">
                <a:sym typeface="Wingdings" panose="05000000000000000000" pitchFamily="2" charset="2"/>
              </a:rPr>
              <a:t>NServiceBus</a:t>
            </a:r>
            <a:r>
              <a:rPr lang="en-US" sz="2800" dirty="0">
                <a:sym typeface="Wingdings" panose="05000000000000000000" pitchFamily="2" charset="2"/>
              </a:rPr>
              <a:t>) 💶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FF679-91CF-1D21-C0E0-57E3BB7F606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11401425" cy="533479"/>
          </a:xfrm>
        </p:spPr>
        <p:txBody>
          <a:bodyPr/>
          <a:lstStyle/>
          <a:p>
            <a:r>
              <a:rPr lang="en-US" sz="2800" dirty="0"/>
              <a:t>Standard challenges when using message brokers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D652A9-3972-C224-280A-A1252F73EB12}"/>
              </a:ext>
            </a:extLst>
          </p:cNvPr>
          <p:cNvSpPr txBox="1">
            <a:spLocks/>
          </p:cNvSpPr>
          <p:nvPr/>
        </p:nvSpPr>
        <p:spPr>
          <a:xfrm>
            <a:off x="473076" y="5934435"/>
            <a:ext cx="11335806" cy="700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>
            <a:lvl1pPr marL="177596" marR="0" indent="-177596" algn="l" defTabSz="41274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1pPr>
            <a:lvl2pPr marL="419990" marR="0" indent="-1799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2133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2pPr>
            <a:lvl3pPr marL="597585" marR="0" indent="-1775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867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3pPr>
            <a:lvl4pPr marL="777581" marR="0" indent="-1799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4pPr>
            <a:lvl5pPr marL="955176" marR="0" indent="-1775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333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5pPr>
            <a:lvl6pPr marL="1904952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22444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39937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57429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GB" b="1" kern="0" dirty="0"/>
              <a:t>Idempotent messaging will save you from a lot of grief</a:t>
            </a:r>
            <a:endParaRPr lang="en-US" b="1" kern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D48221A-C6C5-FF57-9A74-3E8E1E56D2CF}"/>
              </a:ext>
            </a:extLst>
          </p:cNvPr>
          <p:cNvSpPr/>
          <p:nvPr/>
        </p:nvSpPr>
        <p:spPr>
          <a:xfrm>
            <a:off x="5024051" y="2731554"/>
            <a:ext cx="1287164" cy="1557831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626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D9F8-7659-9DFA-3B77-DB52864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integration challenges ⚠️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966D-9EF2-BF07-C42F-339D7C413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62" y="1315480"/>
            <a:ext cx="11269436" cy="5363347"/>
          </a:xfrm>
        </p:spPr>
        <p:txBody>
          <a:bodyPr>
            <a:noAutofit/>
          </a:bodyPr>
          <a:lstStyle/>
          <a:p>
            <a:r>
              <a:rPr lang="en-US" sz="2800" dirty="0"/>
              <a:t>Multiple messages for the same event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2 create messages, identical data, different timestamp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sz="11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Different messages for the same event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1 update and 1 create message, different timestamp, any order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sz="1100" dirty="0">
              <a:sym typeface="Wingdings" panose="05000000000000000000" pitchFamily="2" charset="2"/>
            </a:endParaRPr>
          </a:p>
          <a:p>
            <a:r>
              <a:rPr lang="en-US" sz="2800" dirty="0"/>
              <a:t>Out-of-order publishing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/>
              <a:t>Updates or deletes before creates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/>
              <a:t>Transactions before accounts (child entities before parents)</a:t>
            </a:r>
            <a:endParaRPr lang="en-US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96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D92-0181-D88C-7016-AE2A83B9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4535-BC0F-AACB-7C7E-95F5BBC2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integration solutions 💡(with FK)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E906-04E3-1BE5-F58D-E81B3325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62" y="1315480"/>
            <a:ext cx="11699724" cy="5233601"/>
          </a:xfrm>
        </p:spPr>
        <p:txBody>
          <a:bodyPr>
            <a:noAutofit/>
          </a:bodyPr>
          <a:lstStyle/>
          <a:p>
            <a:r>
              <a:rPr lang="en-US" sz="2800" dirty="0"/>
              <a:t>Multiple messages for the same event (2 creates)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 Keep the one with most recent timestamp 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Different messages for the same event (update + create)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sz="2400" dirty="0">
                <a:sym typeface="Wingdings" panose="05000000000000000000" pitchFamily="2" charset="2"/>
              </a:rPr>
              <a:t> Treat both as </a:t>
            </a:r>
            <a:r>
              <a:rPr lang="en-US" sz="2400" dirty="0" err="1">
                <a:sym typeface="Wingdings" panose="05000000000000000000" pitchFamily="2" charset="2"/>
              </a:rPr>
              <a:t>upsert</a:t>
            </a:r>
            <a:r>
              <a:rPr lang="en-US" sz="2400" dirty="0">
                <a:sym typeface="Wingdings" panose="05000000000000000000" pitchFamily="2" charset="2"/>
              </a:rPr>
              <a:t>, keep the one with most recent timestamp 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800" dirty="0"/>
              <a:t>Out-of-order publishing</a:t>
            </a:r>
          </a:p>
          <a:p>
            <a:pPr lvl="1"/>
            <a:r>
              <a:rPr lang="en-US" sz="2400" dirty="0"/>
              <a:t>Updates or deletes before create </a:t>
            </a:r>
            <a:r>
              <a:rPr lang="en-US" sz="2400" dirty="0">
                <a:sym typeface="Wingdings" panose="05000000000000000000" pitchFamily="2" charset="2"/>
              </a:rPr>
              <a:t> up-del-</a:t>
            </a:r>
            <a:r>
              <a:rPr lang="en-US" sz="2400" dirty="0" err="1">
                <a:sym typeface="Wingdings" panose="05000000000000000000" pitchFamily="2" charset="2"/>
              </a:rPr>
              <a:t>sert</a:t>
            </a:r>
            <a:endParaRPr lang="en-US" sz="2400" dirty="0"/>
          </a:p>
          <a:p>
            <a:pPr lvl="1"/>
            <a:r>
              <a:rPr lang="en-US" sz="2400" dirty="0"/>
              <a:t>Child entities before parents </a:t>
            </a:r>
            <a:r>
              <a:rPr lang="en-US" sz="2400" dirty="0">
                <a:sym typeface="Wingdings" panose="05000000000000000000" pitchFamily="2" charset="2"/>
              </a:rPr>
              <a:t> Retry until parent exists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779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FB7E91-D47F-B345-CBF1-D6AED2E3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current status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BDFCDA-270D-6B59-0B62-FE8FC2A45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53330"/>
            <a:ext cx="11541151" cy="51721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Still using foreign keys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✔️ Fixed standard messaging challenges with idempotency</a:t>
            </a:r>
          </a:p>
          <a:p>
            <a:pPr marL="0" indent="0">
              <a:buNone/>
            </a:pPr>
            <a:r>
              <a:rPr lang="en-US" sz="2800" dirty="0"/>
              <a:t>✔️ Fixed quirky messages from producer with up-del-</a:t>
            </a:r>
            <a:r>
              <a:rPr lang="en-US" sz="2800" dirty="0" err="1"/>
              <a:t>sert</a:t>
            </a:r>
            <a:r>
              <a:rPr lang="en-US" sz="2800" dirty="0"/>
              <a:t> &amp; idempotency</a:t>
            </a:r>
          </a:p>
          <a:p>
            <a:pPr marL="0" indent="0">
              <a:buNone/>
            </a:pPr>
            <a:r>
              <a:rPr lang="en-US" sz="2800" dirty="0"/>
              <a:t>✔️ Avoided extra tooling/complexity</a:t>
            </a:r>
          </a:p>
          <a:p>
            <a:pPr marL="0" indent="0">
              <a:buNone/>
            </a:pPr>
            <a:r>
              <a:rPr lang="en-US" sz="2800" dirty="0"/>
              <a:t>✔️ Avoided extra costs</a:t>
            </a:r>
            <a:br>
              <a:rPr lang="en-US" sz="2800" dirty="0"/>
            </a:br>
            <a:endParaRPr lang="en-US" sz="2800" dirty="0"/>
          </a:p>
          <a:p>
            <a:pPr marL="0" indent="0">
              <a:buNone/>
            </a:pPr>
            <a:r>
              <a:rPr lang="en-US" sz="2800" dirty="0"/>
              <a:t>❌ Child entity messages before parent can be solved with retries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	</a:t>
            </a:r>
            <a:r>
              <a:rPr lang="en-US" sz="2800" dirty="0"/>
              <a:t> ⚠️ </a:t>
            </a:r>
            <a:r>
              <a:rPr lang="en-US" sz="2800" dirty="0">
                <a:sym typeface="Wingdings" panose="05000000000000000000" pitchFamily="2" charset="2"/>
              </a:rPr>
              <a:t>monitoring and manual interventions</a:t>
            </a:r>
            <a:br>
              <a:rPr lang="en-US" sz="2800" dirty="0">
                <a:sym typeface="Wingdings" panose="05000000000000000000" pitchFamily="2" charset="2"/>
              </a:rPr>
            </a:br>
            <a:r>
              <a:rPr lang="en-US" sz="2800" dirty="0">
                <a:sym typeface="Wingdings" panose="05000000000000000000" pitchFamily="2" charset="2"/>
              </a:rPr>
              <a:t>	</a:t>
            </a:r>
            <a:r>
              <a:rPr lang="en-US" sz="2800" dirty="0"/>
              <a:t> ⚠️ </a:t>
            </a:r>
            <a:r>
              <a:rPr lang="en-US" sz="2800" dirty="0">
                <a:sym typeface="Wingdings" panose="05000000000000000000" pitchFamily="2" charset="2"/>
              </a:rPr>
              <a:t>poison queues (can’t keep retrying)</a:t>
            </a:r>
            <a:br>
              <a:rPr lang="en-US" sz="2800" dirty="0">
                <a:sym typeface="Wingdings" panose="05000000000000000000" pitchFamily="2" charset="2"/>
              </a:rPr>
            </a:br>
            <a:r>
              <a:rPr lang="en-US" sz="2800" dirty="0">
                <a:sym typeface="Wingdings" panose="05000000000000000000" pitchFamily="2" charset="2"/>
              </a:rPr>
              <a:t>	</a:t>
            </a:r>
            <a:r>
              <a:rPr lang="en-US" sz="2800" dirty="0"/>
              <a:t> ⚠️ </a:t>
            </a:r>
            <a:r>
              <a:rPr lang="en-US" sz="2800" dirty="0">
                <a:sym typeface="Wingdings" panose="05000000000000000000" pitchFamily="2" charset="2"/>
              </a:rPr>
              <a:t>ver</a:t>
            </a:r>
            <a:r>
              <a:rPr lang="en-US" sz="2800" dirty="0"/>
              <a:t>ification with source system is difficult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677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9B321A-F2F2-042C-8B2E-2F1CBFB0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why do we use FK’s?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E8BD4E-198C-3076-2A81-F2E1573A7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FK’s enforce 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30778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955B-F582-2F72-F884-0D57CD18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E1B113-EC82-4D1A-79CD-581BE08A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why that breaks the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C24811-4F09-4BBB-71F1-AE1053F4E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4000" dirty="0"/>
              <a:t>Can’t create child entities before parents</a:t>
            </a:r>
          </a:p>
          <a:p>
            <a:pPr marL="0" indent="0" algn="ctr">
              <a:lnSpc>
                <a:spcPct val="200000"/>
              </a:lnSpc>
              <a:buNone/>
            </a:pPr>
            <a:endParaRPr lang="en-US" sz="40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4000" dirty="0"/>
              <a:t>Can’t create transaction before account</a:t>
            </a:r>
          </a:p>
        </p:txBody>
      </p:sp>
    </p:spTree>
    <p:extLst>
      <p:ext uri="{BB962C8B-B14F-4D97-AF65-F5344CB8AC3E}">
        <p14:creationId xmlns:p14="http://schemas.microsoft.com/office/powerpoint/2010/main" val="368490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C64C-67CD-2740-FB57-4429FDC7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0D9AF9-6AB4-36E6-E052-B08BDE4B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do we need it?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6FD7D-9220-DEDD-1FD0-2975D17A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Do we need referential integrity?</a:t>
            </a:r>
          </a:p>
          <a:p>
            <a:pPr marL="0" indent="0" algn="ctr">
              <a:buNone/>
            </a:pPr>
            <a:r>
              <a:rPr lang="en-US" dirty="0"/>
              <a:t>(for this project)</a:t>
            </a:r>
          </a:p>
        </p:txBody>
      </p:sp>
    </p:spTree>
    <p:extLst>
      <p:ext uri="{BB962C8B-B14F-4D97-AF65-F5344CB8AC3E}">
        <p14:creationId xmlns:p14="http://schemas.microsoft.com/office/powerpoint/2010/main" val="3953281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7330-25A2-DE96-E118-B139F53D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95D7D2-3073-C312-F5C8-1DA5C993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do we need it?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8BAEF3-C372-E1DF-599B-27FBB52F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105" y="974805"/>
            <a:ext cx="11067789" cy="4908389"/>
          </a:xfrm>
        </p:spPr>
        <p:txBody>
          <a:bodyPr anchor="t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/>
              <a:t>Not really!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We’re not owner of that data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Calculation behaves correctly with missing data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Eventually consistent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Messages can be processed as they come (no retries)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Monitoring inconsistencies is easier from a database</a:t>
            </a:r>
          </a:p>
        </p:txBody>
      </p:sp>
    </p:spTree>
    <p:extLst>
      <p:ext uri="{BB962C8B-B14F-4D97-AF65-F5344CB8AC3E}">
        <p14:creationId xmlns:p14="http://schemas.microsoft.com/office/powerpoint/2010/main" val="2979415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9C5C-73C5-3B95-6272-22EEFACC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63F0AF-D66E-E2A6-27F4-65F561A6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socio-technical impact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6409A9-2558-3CD4-0AB6-78FB2AC2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9" y="1253330"/>
            <a:ext cx="11547330" cy="52833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Integration with source system isn’t reliable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Integration team and my team are external, different suppliers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The original teams won’t be there forever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Support will be given by people who didn’t develop the system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The integration shouldn’t create friction for the customer</a:t>
            </a:r>
          </a:p>
          <a:p>
            <a:pPr>
              <a:lnSpc>
                <a:spcPct val="200000"/>
              </a:lnSpc>
            </a:pPr>
            <a:endParaRPr lang="en-US" sz="2800" dirty="0"/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3498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8334-8011-6298-DEBC-26AC83F3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1995-47BD-721D-8809-9B3892398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You like my no-FK database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B654D-D9A9-D010-390C-4772B75D3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3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ngageTime">
                <a:extLst>
                  <a:ext uri="{FF2B5EF4-FFF2-40B4-BE49-F238E27FC236}">
                    <a16:creationId xmlns:a16="http://schemas.microsoft.com/office/drawing/2014/main" id="{9DC2E8D4-DED6-ABC1-756D-7DF4A3B080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EngageTime">
                <a:extLst>
                  <a:ext uri="{FF2B5EF4-FFF2-40B4-BE49-F238E27FC236}">
                    <a16:creationId xmlns:a16="http://schemas.microsoft.com/office/drawing/2014/main" id="{9DC2E8D4-DED6-ABC1-756D-7DF4A3B080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814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EF0E-8E14-2FFD-EC59-4AE969AF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core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53A9-CCB1-D2E1-AEF0-D4894D94C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Take a step back and look at the bigger picture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Dare to challenge the “defaults”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Architecture is not about technical purity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Why not event sourcing?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8623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6D4A-982E-81F2-1297-D6A341A6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381000"/>
            <a:ext cx="11401425" cy="4985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Use case 2 – the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8EA9A-88A7-100E-3DF5-DD5EB95BA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10493"/>
            <a:ext cx="5634567" cy="5455977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b="1" dirty="0"/>
              <a:t>Goal</a:t>
            </a:r>
            <a:r>
              <a:rPr lang="en-US" sz="28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Standardize decision-making concerning damages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(repair, insurance, invoicing…)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/>
              <a:t>Users</a:t>
            </a:r>
            <a:r>
              <a:rPr lang="en-US" sz="28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Professionals, fleet managers, drivers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800" b="1" dirty="0"/>
              <a:t>Solution</a:t>
            </a:r>
            <a:r>
              <a:rPr lang="en-US" sz="2800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Decision tree with questions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(per customer, damage,…)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56A08FF-173F-402A-A99E-FB400EB47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06" r="9856" b="-1"/>
          <a:stretch>
            <a:fillRect/>
          </a:stretch>
        </p:blipFill>
        <p:spPr bwMode="auto">
          <a:xfrm>
            <a:off x="5612322" y="970005"/>
            <a:ext cx="6571434" cy="588581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9735883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D197-6D1C-A10E-F266-CA68F50F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- example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216848-829A-5FF0-65C8-C10797527F2F}"/>
              </a:ext>
            </a:extLst>
          </p:cNvPr>
          <p:cNvGrpSpPr/>
          <p:nvPr/>
        </p:nvGrpSpPr>
        <p:grpSpPr>
          <a:xfrm>
            <a:off x="3138616" y="144965"/>
            <a:ext cx="8975325" cy="6570931"/>
            <a:chOff x="2110740" y="1201503"/>
            <a:chExt cx="7970520" cy="5656497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435942D-4144-1084-66E9-CA3E81B5D5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0740" y="1201503"/>
              <a:ext cx="7970520" cy="5656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57A806-7C97-DFE0-8E44-479335252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6711" y="6231138"/>
              <a:ext cx="1314633" cy="22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429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7791-1B87-5ABE-A08D-BA837D3E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the simplest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3EE4-25DB-45B8-9AB7-5CCA451F8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98126"/>
            <a:ext cx="11683442" cy="497915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A tree structure where every node is a plain text yes/no question.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Show the text (question) to the user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User answers yes or no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Show the next question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Until you reach the end node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/>
              <a:t>Workload</a:t>
            </a:r>
            <a:r>
              <a:rPr lang="en-US" sz="2800" dirty="0"/>
              <a:t>: +/- 2 weeks</a:t>
            </a:r>
          </a:p>
        </p:txBody>
      </p:sp>
    </p:spTree>
    <p:extLst>
      <p:ext uri="{BB962C8B-B14F-4D97-AF65-F5344CB8AC3E}">
        <p14:creationId xmlns:p14="http://schemas.microsoft.com/office/powerpoint/2010/main" val="297202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DA8B5A-CCC2-3A04-1619-9FFED33B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2752"/>
            <a:ext cx="10515600" cy="4179724"/>
          </a:xfrm>
        </p:spPr>
        <p:txBody>
          <a:bodyPr anchor="t">
            <a:normAutofit/>
          </a:bodyPr>
          <a:lstStyle/>
          <a:p>
            <a:pPr algn="ctr"/>
            <a:r>
              <a:rPr lang="en-US" sz="4800" dirty="0"/>
              <a:t>That’s not what I did!</a:t>
            </a:r>
          </a:p>
        </p:txBody>
      </p:sp>
      <p:pic>
        <p:nvPicPr>
          <p:cNvPr id="7" name="Graphic 6" descr="Devil face with solid fill with solid fill">
            <a:extLst>
              <a:ext uri="{FF2B5EF4-FFF2-40B4-BE49-F238E27FC236}">
                <a16:creationId xmlns:a16="http://schemas.microsoft.com/office/drawing/2014/main" id="{35DBE828-F0E2-64A9-83C8-00A8D9460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307" y="4203863"/>
            <a:ext cx="2271386" cy="2271386"/>
          </a:xfrm>
          <a:prstGeom prst="rect">
            <a:avLst/>
          </a:prstGeom>
        </p:spPr>
      </p:pic>
      <p:pic>
        <p:nvPicPr>
          <p:cNvPr id="5122" name="Picture 2" descr="a close up of a woman wearing a necklace and a floral shirt smiling .">
            <a:extLst>
              <a:ext uri="{FF2B5EF4-FFF2-40B4-BE49-F238E27FC236}">
                <a16:creationId xmlns:a16="http://schemas.microsoft.com/office/drawing/2014/main" id="{EA909292-C13D-F6E4-8C6C-2337B9904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834" y="1250842"/>
            <a:ext cx="5344332" cy="534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455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BE57-7765-49FD-3694-B5F0A5B7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the not so simple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246A-CAB5-865B-CA11-2B5D6F7D3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98125"/>
            <a:ext cx="11401425" cy="541159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No dumb text-based questions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Intelligent properties &amp; comparators &amp; type safe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Builder &amp; factory patterns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Visitor pattern (traverse the tree)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Supporting designer in the UI for configuration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Multilingual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/>
              <a:t>Workload</a:t>
            </a:r>
            <a:r>
              <a:rPr lang="en-US" sz="2800" dirty="0"/>
              <a:t>: +/- 10 weeks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8694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198D-72EA-B209-7294-2CC40A35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C4622-06B2-5A24-B676-38BFB86D6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overengineering?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EEAC2-BCB6-8037-E44D-2C9FB2B9B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inspection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3" name="Add-in 12" title="EngageTime">
                <a:extLst>
                  <a:ext uri="{FF2B5EF4-FFF2-40B4-BE49-F238E27FC236}">
                    <a16:creationId xmlns:a16="http://schemas.microsoft.com/office/drawing/2014/main" id="{650DE179-A247-B5A7-D6F7-38A04F8BFE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3" name="Add-in 12" title="EngageTime">
                <a:extLst>
                  <a:ext uri="{FF2B5EF4-FFF2-40B4-BE49-F238E27FC236}">
                    <a16:creationId xmlns:a16="http://schemas.microsoft.com/office/drawing/2014/main" id="{650DE179-A247-B5A7-D6F7-38A04F8BFE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3480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A1DE8-C2B6-9879-A909-D04A7FD8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a little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4A57-AAD5-9237-7E38-1EEA3F57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85103"/>
            <a:ext cx="11504082" cy="529487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As an architect, you’re able to see the greater picture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You’re involved with stakeholders at strategic level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It’s not about predicting the future, nor building for </a:t>
            </a:r>
            <a:r>
              <a:rPr lang="en-US" sz="2800" b="1" dirty="0"/>
              <a:t>that</a:t>
            </a:r>
            <a:r>
              <a:rPr lang="en-US" sz="2800" dirty="0"/>
              <a:t> future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It’s about supporting a strategy &amp; vision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And supporting multiple futures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Will your decisions support or hinder it?</a:t>
            </a:r>
          </a:p>
        </p:txBody>
      </p:sp>
    </p:spTree>
    <p:extLst>
      <p:ext uri="{BB962C8B-B14F-4D97-AF65-F5344CB8AC3E}">
        <p14:creationId xmlns:p14="http://schemas.microsoft.com/office/powerpoint/2010/main" val="4003775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1E5B-2EB7-BE09-3E2A-32DE313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what drove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49201-34A6-6D22-30F4-1B71CF993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53331"/>
            <a:ext cx="11064498" cy="48791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Changing</a:t>
            </a:r>
            <a:r>
              <a:rPr lang="en-US" sz="2800" dirty="0"/>
              <a:t> landscape of users</a:t>
            </a:r>
            <a:endParaRPr lang="en-US" sz="2800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Data</a:t>
            </a:r>
            <a:r>
              <a:rPr lang="en-US" sz="2800" dirty="0"/>
              <a:t> is key, pure text doesn’t create useful data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Plain text questions don’t </a:t>
            </a:r>
            <a:r>
              <a:rPr lang="en-US" sz="2800" b="1" dirty="0"/>
              <a:t>scale</a:t>
            </a:r>
            <a:r>
              <a:rPr lang="en-US" sz="2800" dirty="0"/>
              <a:t> very well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Decisions need “metadata”, everything needs to be </a:t>
            </a:r>
            <a:r>
              <a:rPr lang="en-US" sz="2800" b="1" dirty="0"/>
              <a:t>smart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AI</a:t>
            </a:r>
            <a:r>
              <a:rPr lang="en-US" sz="2800" dirty="0"/>
              <a:t>/machine learning was being explored</a:t>
            </a:r>
          </a:p>
        </p:txBody>
      </p:sp>
    </p:spTree>
    <p:extLst>
      <p:ext uri="{BB962C8B-B14F-4D97-AF65-F5344CB8AC3E}">
        <p14:creationId xmlns:p14="http://schemas.microsoft.com/office/powerpoint/2010/main" val="2477276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15AD-24D9-EA02-85C2-0D41F65A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my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80B3-2D4D-79E8-C509-549D6BEE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371600"/>
            <a:ext cx="9942911" cy="4795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These things drove me to engineer it properly and completely, from the first version.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Too many future paths would need this. Even outside the inspection scope, as basis for a future rule engine.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were agile in the capabilities offered but not in the core engineering.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Agile is not about creating the fastest and simplest solution!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1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18B6-47E2-7323-627B-813818E2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D58B-0697-2195-E6C2-4F25DF3A9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You trust my overengineering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AAD4B-B868-BBA3-A743-DE9B26F31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inspection – poll 2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 title="EngageTime">
                <a:extLst>
                  <a:ext uri="{FF2B5EF4-FFF2-40B4-BE49-F238E27FC236}">
                    <a16:creationId xmlns:a16="http://schemas.microsoft.com/office/drawing/2014/main" id="{0E918088-695A-189A-4369-0DBF418910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Add-in 6" title="EngageTime">
                <a:extLst>
                  <a:ext uri="{FF2B5EF4-FFF2-40B4-BE49-F238E27FC236}">
                    <a16:creationId xmlns:a16="http://schemas.microsoft.com/office/drawing/2014/main" id="{0E918088-695A-189A-4369-0DBF418910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5681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7E34-BCCB-29D6-17A5-7A7B37CA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a few weeks later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F633-2D2A-F519-24EC-A9327474D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7" y="1433694"/>
            <a:ext cx="6518131" cy="4960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We would like to have the actual values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Inspectors are tired of answering 20 questions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Would this be compatible with AI?</a:t>
            </a:r>
            <a:r>
              <a:rPr lang="en-US" dirty="0"/>
              <a:t>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Starting with the simplest solution can be a risk for the future. (under-engineering)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We’re conditioned to build on what we already have</a:t>
            </a:r>
          </a:p>
          <a:p>
            <a:endParaRPr lang="en-US" dirty="0"/>
          </a:p>
        </p:txBody>
      </p:sp>
      <p:pic>
        <p:nvPicPr>
          <p:cNvPr id="4098" name="Picture 2" descr="I Knew It GIFs | Tenor">
            <a:extLst>
              <a:ext uri="{FF2B5EF4-FFF2-40B4-BE49-F238E27FC236}">
                <a16:creationId xmlns:a16="http://schemas.microsoft.com/office/drawing/2014/main" id="{3636CEB3-6867-31C4-6C19-B76D8B6D2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470" y="787385"/>
            <a:ext cx="4637741" cy="59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493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E1C34E9-0A97-6140-246B-BC839016F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0" b="6937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3548C3-7A3A-4E96-6E6A-6D53A537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3 – the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9568-009A-6650-3BC2-492907F5ED5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Small development team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1 monolithic system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Supporting the core business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Everything on-premise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46638-6308-0A6D-4E2B-AD7DC15CD35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1" y="1210490"/>
            <a:ext cx="5856415" cy="5004041"/>
          </a:xfrm>
          <a:solidFill>
            <a:schemeClr val="bg1">
              <a:alpha val="5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Growing team (x4)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More customers and users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Moving to the cloud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European projects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Expanding beyond core business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Cohesion between the new opportunities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108877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EA87-C108-85B7-0800-8C3A4FAD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2C17-ADB3-2830-F7EC-EE1B1FE3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98125"/>
            <a:ext cx="11401425" cy="540541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Scalability</a:t>
            </a:r>
            <a:r>
              <a:rPr lang="en-US" sz="2800" dirty="0"/>
              <a:t> must increase to support the load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Reuse</a:t>
            </a:r>
            <a:r>
              <a:rPr lang="en-US" sz="2800" dirty="0"/>
              <a:t> must increase for shared data and services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Integration</a:t>
            </a:r>
            <a:r>
              <a:rPr lang="en-US" sz="2800" dirty="0"/>
              <a:t> must increase to create synergy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New applications need more </a:t>
            </a:r>
            <a:r>
              <a:rPr lang="en-US" sz="2800" b="1" dirty="0"/>
              <a:t>autonomy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Growing teams need more </a:t>
            </a:r>
            <a:r>
              <a:rPr lang="en-US" sz="2800" b="1" dirty="0"/>
              <a:t>focus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Avoid single huge </a:t>
            </a:r>
            <a:r>
              <a:rPr lang="en-US" sz="2800" b="1" dirty="0"/>
              <a:t>deployments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would do it </a:t>
            </a:r>
            <a:r>
              <a:rPr lang="en-US" sz="2800" b="1" dirty="0"/>
              <a:t>gradually</a:t>
            </a:r>
            <a:r>
              <a:rPr lang="en-US" sz="2800" dirty="0"/>
              <a:t>, we had a </a:t>
            </a:r>
            <a:r>
              <a:rPr lang="en-US" sz="2800" b="1" dirty="0"/>
              <a:t>plan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60425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747-423E-0EC8-0901-236E55CDAD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Were microservices the right choice?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80FA42D-8213-896D-E13C-BACE025B5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microservices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ngageTime">
                <a:extLst>
                  <a:ext uri="{FF2B5EF4-FFF2-40B4-BE49-F238E27FC236}">
                    <a16:creationId xmlns:a16="http://schemas.microsoft.com/office/drawing/2014/main" id="{D12009BE-1EC4-6878-8456-9610C46F8C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EngageTime">
                <a:extLst>
                  <a:ext uri="{FF2B5EF4-FFF2-40B4-BE49-F238E27FC236}">
                    <a16:creationId xmlns:a16="http://schemas.microsoft.com/office/drawing/2014/main" id="{D12009BE-1EC4-6878-8456-9610C46F8C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570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8DB8-2034-D861-9F0A-BA5CE740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the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8A4F-8BE6-4205-40F0-4F236B3BC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98125"/>
            <a:ext cx="11401425" cy="538070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Started with </a:t>
            </a:r>
            <a:r>
              <a:rPr lang="en-US" sz="2800" b="1" dirty="0"/>
              <a:t>foundation</a:t>
            </a:r>
            <a:r>
              <a:rPr lang="en-US" sz="2800" dirty="0"/>
              <a:t> services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Built </a:t>
            </a:r>
            <a:r>
              <a:rPr lang="en-US" sz="2800" b="1" dirty="0"/>
              <a:t>core</a:t>
            </a:r>
            <a:r>
              <a:rPr lang="en-US" sz="2800" dirty="0"/>
              <a:t> business services on top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Still using a </a:t>
            </a:r>
            <a:r>
              <a:rPr lang="en-US" sz="2800" b="1" dirty="0"/>
              <a:t>single database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Services started to </a:t>
            </a:r>
            <a:r>
              <a:rPr lang="en-US" sz="2800" b="1" dirty="0"/>
              <a:t>communicate</a:t>
            </a:r>
            <a:r>
              <a:rPr lang="en-US" sz="2800" dirty="0"/>
              <a:t> between each other (a lot)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Dependencies</a:t>
            </a:r>
            <a:r>
              <a:rPr lang="en-US" sz="2800" dirty="0"/>
              <a:t> got stronger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Problems were fixed as </a:t>
            </a:r>
            <a:r>
              <a:rPr lang="en-US" sz="2800" b="1" dirty="0"/>
              <a:t>isolated</a:t>
            </a:r>
            <a:r>
              <a:rPr lang="en-US" sz="2800" dirty="0"/>
              <a:t> cases (distributed transactions)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Teams were busy, </a:t>
            </a:r>
            <a:r>
              <a:rPr lang="en-US" sz="2800" b="1" dirty="0"/>
              <a:t>no governance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46093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E8FD-E319-2011-DC48-4F6295DB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core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1405-F855-9CAF-CE96-F12C2448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Choosing microservices was a good choice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implementation failed, we treated it as a </a:t>
            </a:r>
            <a:r>
              <a:rPr lang="en-US" sz="2800"/>
              <a:t>technical problem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Boundaries &amp; ownership are the real challenges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Local optimizations can destroy global coherence</a:t>
            </a:r>
          </a:p>
          <a:p>
            <a:pPr lvl="1"/>
            <a:r>
              <a:rPr lang="en-US" sz="2400" dirty="0"/>
              <a:t>Focused on get it working</a:t>
            </a:r>
          </a:p>
          <a:p>
            <a:pPr lvl="1"/>
            <a:r>
              <a:rPr lang="en-US" sz="2400" dirty="0"/>
              <a:t>Architecture drift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Reuse is overrated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92870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8599-E84C-B7F6-C9FA-CFF7FAD9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goal of software design and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2F93-516F-486A-B1F2-249F4A77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785550"/>
            <a:ext cx="10954392" cy="4491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 write software to solve today’s problems.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But we must design and architect solutions </a:t>
            </a:r>
            <a:br>
              <a:rPr lang="en-US" sz="2800" dirty="0"/>
            </a:br>
            <a:r>
              <a:rPr lang="en-US" sz="2800" dirty="0"/>
              <a:t>to continue delivering value </a:t>
            </a:r>
            <a:br>
              <a:rPr lang="en-US" sz="2800" dirty="0"/>
            </a:br>
            <a:r>
              <a:rPr lang="en-US" sz="2800" dirty="0"/>
              <a:t>in an uncertain, constantly changing future.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Don’t just look at upsides of a trade-off. </a:t>
            </a:r>
            <a:br>
              <a:rPr lang="en-US" sz="2800" b="1" dirty="0"/>
            </a:br>
            <a:r>
              <a:rPr lang="en-US" sz="2800" b="1" dirty="0"/>
              <a:t>Can you also live with the downsides?</a:t>
            </a:r>
          </a:p>
        </p:txBody>
      </p:sp>
    </p:spTree>
    <p:extLst>
      <p:ext uri="{BB962C8B-B14F-4D97-AF65-F5344CB8AC3E}">
        <p14:creationId xmlns:p14="http://schemas.microsoft.com/office/powerpoint/2010/main" val="2580003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5CAD63-4605-8890-B985-B95273113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9" r="9408" b="7309"/>
          <a:stretch>
            <a:fillRect/>
          </a:stretch>
        </p:blipFill>
        <p:spPr bwMode="auto">
          <a:xfrm>
            <a:off x="1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DB6CF-C263-9C30-BFE4-56C1E446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381002"/>
            <a:ext cx="11401425" cy="82378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0E7006-E5D6-2DC7-4834-147F6A1DB018}"/>
              </a:ext>
            </a:extLst>
          </p:cNvPr>
          <p:cNvSpPr txBox="1">
            <a:spLocks/>
          </p:cNvSpPr>
          <p:nvPr/>
        </p:nvSpPr>
        <p:spPr>
          <a:xfrm>
            <a:off x="383117" y="5826211"/>
            <a:ext cx="11401425" cy="65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 fontScale="90000"/>
          </a:bodyPr>
          <a:lstStyle>
            <a:lvl1pPr marL="0" marR="0" indent="0" algn="l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51" b="0" i="0" u="none" strike="noStrike" cap="none" spc="0" baseline="0">
                <a:solidFill>
                  <a:schemeClr val="tx1"/>
                </a:solidFill>
                <a:uFillTx/>
                <a:latin typeface="Prompt" panose="020B0604030504040204" pitchFamily="34" charset="0"/>
                <a:ea typeface="+mn-ea"/>
                <a:cs typeface="Prompt" panose="020B0604030504040204" pitchFamily="34" charset="0"/>
                <a:sym typeface="Helvetica Neue Medium"/>
              </a:defRPr>
            </a:lvl1pPr>
            <a:lvl2pPr marL="0" marR="0" indent="228594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189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783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377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2971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566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160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754" algn="ctr" defTabSz="4127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ctr"/>
            <a:r>
              <a:rPr lang="en-US" sz="4000" b="1" kern="0" dirty="0">
                <a:solidFill>
                  <a:schemeClr val="bg1"/>
                </a:solidFill>
              </a:rPr>
              <a:t>Questions?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0FAE1-3287-791B-FC85-8B483FDEE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6567" r="6810" b="7522"/>
          <a:stretch>
            <a:fillRect/>
          </a:stretch>
        </p:blipFill>
        <p:spPr>
          <a:xfrm>
            <a:off x="0" y="1081731"/>
            <a:ext cx="4725983" cy="46945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BE5AE2-BBA3-157A-CE30-FADAB239E52F}"/>
              </a:ext>
            </a:extLst>
          </p:cNvPr>
          <p:cNvSpPr txBox="1"/>
          <p:nvPr/>
        </p:nvSpPr>
        <p:spPr>
          <a:xfrm>
            <a:off x="213224" y="43972"/>
            <a:ext cx="164949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Freestyle Script" panose="030804020302050B0404" pitchFamily="66" charset="0"/>
                <a:ea typeface="Helvetica Neue"/>
                <a:cs typeface="Helvetica Neue"/>
                <a:sym typeface="Helvetica Neue"/>
              </a:rPr>
              <a:t>feedback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DE794034-8B64-4648-CBCF-4AB7EC8338A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862715" y="510767"/>
            <a:ext cx="442427" cy="492457"/>
          </a:xfrm>
          <a:prstGeom prst="curved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52380"/>
      </p:ext>
    </p:extLst>
  </p:cSld>
  <p:clrMapOvr>
    <a:masterClrMapping/>
  </p:clrMapOvr>
</p:sld>
</file>

<file path=ppt/theme/theme1.xml><?xml version="1.0" encoding="utf-8"?>
<a:theme xmlns:a="http://schemas.openxmlformats.org/drawingml/2006/main" name="PPT Sofico">
  <a:themeElements>
    <a:clrScheme name="Sofico">
      <a:dk1>
        <a:srgbClr val="333333"/>
      </a:dk1>
      <a:lt1>
        <a:srgbClr val="FFFFFF"/>
      </a:lt1>
      <a:dk2>
        <a:srgbClr val="333333"/>
      </a:dk2>
      <a:lt2>
        <a:srgbClr val="D7D7DA"/>
      </a:lt2>
      <a:accent1>
        <a:srgbClr val="0069AD"/>
      </a:accent1>
      <a:accent2>
        <a:srgbClr val="F08100"/>
      </a:accent2>
      <a:accent3>
        <a:srgbClr val="808080"/>
      </a:accent3>
      <a:accent4>
        <a:srgbClr val="66A5CE"/>
      </a:accent4>
      <a:accent5>
        <a:srgbClr val="F3A140"/>
      </a:accent5>
      <a:accent6>
        <a:srgbClr val="96969C"/>
      </a:accent6>
      <a:hlink>
        <a:srgbClr val="0069AC"/>
      </a:hlink>
      <a:folHlink>
        <a:srgbClr val="0069AC"/>
      </a:folHlink>
    </a:clrScheme>
    <a:fontScheme name="SOFICO">
      <a:majorFont>
        <a:latin typeface="Prompt SemiBold"/>
        <a:ea typeface=""/>
        <a:cs typeface=""/>
      </a:majorFont>
      <a:minorFont>
        <a:latin typeface="Promp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200" b="0" i="0" dirty="0" err="1" smtClean="0">
            <a:latin typeface="Prompt" pitchFamily="2" charset="-34"/>
            <a:cs typeface="Prompt" pitchFamily="2" charset="-34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200" b="0" i="0" spc="-40" dirty="0" smtClean="0">
            <a:solidFill>
              <a:schemeClr val="tx1"/>
            </a:solidFill>
            <a:latin typeface="Prompt" pitchFamily="2" charset="-34"/>
            <a:cs typeface="Prompt" pitchFamily="2" charset="-34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7285E3C-7EFA-8743-89B4-1C3081624435}" vid="{AA8E91A0-D4C2-C248-AECB-8648643D5341}"/>
    </a:ext>
  </a:extLst>
</a:theme>
</file>

<file path=ppt/theme/theme2.xml><?xml version="1.0" encoding="utf-8"?>
<a:theme xmlns:a="http://schemas.openxmlformats.org/drawingml/2006/main" name="SOFICO-light">
  <a:themeElements>
    <a:clrScheme name="SOFICO-light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ACA57AFA-4A0B-B649-937F-E1CCEBBBAC80}"/>
    </a:ext>
  </a:extLst>
</a:theme>
</file>

<file path=ppt/theme/theme3.xml><?xml version="1.0" encoding="utf-8"?>
<a:theme xmlns:a="http://schemas.openxmlformats.org/drawingml/2006/main" name="SOFICO-dark">
  <a:themeElements>
    <a:clrScheme name="SOFICO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53664D6F-C0D3-184A-8A9D-CB5D6CCE1255}"/>
    </a:ext>
  </a:extLst>
</a:theme>
</file>

<file path=ppt/theme/theme4.xml><?xml version="1.0" encoding="utf-8"?>
<a:theme xmlns:a="http://schemas.openxmlformats.org/drawingml/2006/main" name="SOFICO-dark-no-paging">
  <a:themeElements>
    <a:clrScheme name="SOFICO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BE483449-F072-3046-BB6D-68D1700352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74454FAA-C248-4D0F-9828-A1B657461C10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im4ihb&quot;"/>
    <we:property name="theme" value="&quot;ligh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4454FAA-C248-4D0F-9828-A1B657461C10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ewvhp2&quot;"/>
    <we:property name="theme" value="&quot;ligh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B9E110E-D434-4539-BFE6-FBEF467CF054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a3efb7&quot;"/>
    <we:property name="theme" value="&quot;light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97E1DD62-4B55-458F-8E1D-055D6FD6E2F3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qrld5s&quot;"/>
    <we:property name="theme" value="&quot;light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37246D3A-7CAB-4D49-8144-6E006A8BBA32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wdpbgg&quot;"/>
    <we:property name="theme" value="&quot;light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2A81C378-78A2-41F4-A03E-DE0E3DD8CD9D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2qs4in&quot;"/>
    <we:property name="theme" value="&quot;ligh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Microsoft Office PowerPoint</Application>
  <PresentationFormat>Widescreen</PresentationFormat>
  <Paragraphs>275</Paragraphs>
  <Slides>38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Aptos</vt:lpstr>
      <vt:lpstr>Arial</vt:lpstr>
      <vt:lpstr>Freestyle Script</vt:lpstr>
      <vt:lpstr>Helvetica Neue</vt:lpstr>
      <vt:lpstr>Helvetica Neue Medium</vt:lpstr>
      <vt:lpstr>Montserrat Light</vt:lpstr>
      <vt:lpstr>Open Sans Light</vt:lpstr>
      <vt:lpstr>Prompt</vt:lpstr>
      <vt:lpstr>Prompt SemiBold</vt:lpstr>
      <vt:lpstr>Wingdings</vt:lpstr>
      <vt:lpstr>PPT Sofico</vt:lpstr>
      <vt:lpstr>SOFICO-light</vt:lpstr>
      <vt:lpstr>SOFICO-dark</vt:lpstr>
      <vt:lpstr>SOFICO-dark-no-paging</vt:lpstr>
      <vt:lpstr>Scan to participate in the polls</vt:lpstr>
      <vt:lpstr>ROAST MY  DESIGN DECISIONS</vt:lpstr>
      <vt:lpstr>Poll Do you trust my database?</vt:lpstr>
      <vt:lpstr>PowerPoint Presentation</vt:lpstr>
      <vt:lpstr>Use-case 1 – the bank </vt:lpstr>
      <vt:lpstr>The bank</vt:lpstr>
      <vt:lpstr>Poll Do you trust my database?</vt:lpstr>
      <vt:lpstr>The bank – project constraints</vt:lpstr>
      <vt:lpstr>The bank – system</vt:lpstr>
      <vt:lpstr>The bank – standard challenges ⚠️ </vt:lpstr>
      <vt:lpstr>The bank – integration challenges ⚠️ </vt:lpstr>
      <vt:lpstr>The bank – integration solutions 💡(with FK) </vt:lpstr>
      <vt:lpstr>The bank – current status</vt:lpstr>
      <vt:lpstr>The bank – why do we use FK’s?</vt:lpstr>
      <vt:lpstr>The bank – why that breaks the system</vt:lpstr>
      <vt:lpstr>The bank – do we need it?</vt:lpstr>
      <vt:lpstr>The bank – do we need it?</vt:lpstr>
      <vt:lpstr>The bank – socio-technical impact</vt:lpstr>
      <vt:lpstr>Poll You like my no-FK database now?</vt:lpstr>
      <vt:lpstr>The bank – core lessons</vt:lpstr>
      <vt:lpstr>Use case 2 – the inspection</vt:lpstr>
      <vt:lpstr>The inspection - example</vt:lpstr>
      <vt:lpstr>The inspection – the simplest solution</vt:lpstr>
      <vt:lpstr>That’s not what I did!</vt:lpstr>
      <vt:lpstr>The inspection – the not so simple solution</vt:lpstr>
      <vt:lpstr>Poll Do you trust my overengineering?</vt:lpstr>
      <vt:lpstr>The inspection – a little philosophy</vt:lpstr>
      <vt:lpstr>The inspection – what drove me</vt:lpstr>
      <vt:lpstr>The inspection – my decision</vt:lpstr>
      <vt:lpstr>Poll You trust my overengineering now?</vt:lpstr>
      <vt:lpstr>The inspection – a few weeks later</vt:lpstr>
      <vt:lpstr>Use case 3 – the microservices</vt:lpstr>
      <vt:lpstr>The microservices – why?</vt:lpstr>
      <vt:lpstr>Poll Were microservices the right choice?</vt:lpstr>
      <vt:lpstr>The microservices – the struggle</vt:lpstr>
      <vt:lpstr>The microservices – core lessons</vt:lpstr>
      <vt:lpstr>The goal of software design and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Hillaert</dc:creator>
  <cp:lastModifiedBy>Steven Hillaert</cp:lastModifiedBy>
  <cp:revision>71</cp:revision>
  <dcterms:created xsi:type="dcterms:W3CDTF">2026-01-18T15:05:21Z</dcterms:created>
  <dcterms:modified xsi:type="dcterms:W3CDTF">2026-10-21T12:00:44Z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3e3b05-ad78-47c7-af2b-1f5fd95110ba_Enabled">
    <vt:lpwstr>true</vt:lpwstr>
  </property>
  <property fmtid="{D5CDD505-2E9C-101B-9397-08002B2CF9AE}" pid="3" name="MSIP_Label_4a3e3b05-ad78-47c7-af2b-1f5fd95110ba_SetDate">
    <vt:lpwstr>2026-05-18T18:50:44Z</vt:lpwstr>
  </property>
  <property fmtid="{D5CDD505-2E9C-101B-9397-08002B2CF9AE}" pid="4" name="MSIP_Label_4a3e3b05-ad78-47c7-af2b-1f5fd95110ba_Method">
    <vt:lpwstr>Privileged</vt:lpwstr>
  </property>
  <property fmtid="{D5CDD505-2E9C-101B-9397-08002B2CF9AE}" pid="5" name="MSIP_Label_4a3e3b05-ad78-47c7-af2b-1f5fd95110ba_Name">
    <vt:lpwstr>Public</vt:lpwstr>
  </property>
  <property fmtid="{D5CDD505-2E9C-101B-9397-08002B2CF9AE}" pid="6" name="MSIP_Label_4a3e3b05-ad78-47c7-af2b-1f5fd95110ba_SiteId">
    <vt:lpwstr>214e89fc-27c2-4663-8683-210792b6496a</vt:lpwstr>
  </property>
  <property fmtid="{D5CDD505-2E9C-101B-9397-08002B2CF9AE}" pid="7" name="MSIP_Label_4a3e3b05-ad78-47c7-af2b-1f5fd95110ba_ActionId">
    <vt:lpwstr>11dcba26-25cc-4a9a-abbe-e249f581904b</vt:lpwstr>
  </property>
  <property fmtid="{D5CDD505-2E9C-101B-9397-08002B2CF9AE}" pid="8" name="MSIP_Label_4a3e3b05-ad78-47c7-af2b-1f5fd95110ba_ContentBits">
    <vt:lpwstr>0</vt:lpwstr>
  </property>
  <property fmtid="{D5CDD505-2E9C-101B-9397-08002B2CF9AE}" pid="9" name="MSIP_Label_4a3e3b05-ad78-47c7-af2b-1f5fd95110ba_Tag">
    <vt:lpwstr>10, 0, 1, 1</vt:lpwstr>
  </property>
</Properties>
</file>